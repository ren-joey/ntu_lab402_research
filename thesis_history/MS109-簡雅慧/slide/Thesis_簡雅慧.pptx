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2" r:id="rId4"/>
  </p:sldMasterIdLst>
  <p:notesMasterIdLst>
    <p:notesMasterId r:id="rId48"/>
  </p:notesMasterIdLst>
  <p:sldIdLst>
    <p:sldId id="270" r:id="rId5"/>
    <p:sldId id="260" r:id="rId6"/>
    <p:sldId id="261" r:id="rId7"/>
    <p:sldId id="314" r:id="rId8"/>
    <p:sldId id="315" r:id="rId9"/>
    <p:sldId id="262" r:id="rId10"/>
    <p:sldId id="268" r:id="rId11"/>
    <p:sldId id="271" r:id="rId12"/>
    <p:sldId id="263" r:id="rId13"/>
    <p:sldId id="267" r:id="rId14"/>
    <p:sldId id="269" r:id="rId15"/>
    <p:sldId id="272" r:id="rId16"/>
    <p:sldId id="274" r:id="rId17"/>
    <p:sldId id="275" r:id="rId18"/>
    <p:sldId id="277" r:id="rId19"/>
    <p:sldId id="278" r:id="rId20"/>
    <p:sldId id="282" r:id="rId21"/>
    <p:sldId id="279" r:id="rId22"/>
    <p:sldId id="289" r:id="rId23"/>
    <p:sldId id="284" r:id="rId24"/>
    <p:sldId id="288" r:id="rId25"/>
    <p:sldId id="285" r:id="rId26"/>
    <p:sldId id="316" r:id="rId27"/>
    <p:sldId id="307" r:id="rId28"/>
    <p:sldId id="308" r:id="rId29"/>
    <p:sldId id="309" r:id="rId30"/>
    <p:sldId id="296" r:id="rId31"/>
    <p:sldId id="297" r:id="rId32"/>
    <p:sldId id="317" r:id="rId33"/>
    <p:sldId id="298" r:id="rId34"/>
    <p:sldId id="299" r:id="rId35"/>
    <p:sldId id="300" r:id="rId36"/>
    <p:sldId id="301" r:id="rId37"/>
    <p:sldId id="303" r:id="rId38"/>
    <p:sldId id="302" r:id="rId39"/>
    <p:sldId id="304" r:id="rId40"/>
    <p:sldId id="305" r:id="rId41"/>
    <p:sldId id="310" r:id="rId42"/>
    <p:sldId id="311" r:id="rId43"/>
    <p:sldId id="286" r:id="rId44"/>
    <p:sldId id="312" r:id="rId45"/>
    <p:sldId id="313" r:id="rId46"/>
    <p:sldId id="266" r:id="rId4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9748209-F3B5-4D2E-9F97-060B6A951697}">
          <p14:sldIdLst>
            <p14:sldId id="270"/>
            <p14:sldId id="260"/>
          </p14:sldIdLst>
        </p14:section>
        <p14:section name="Introduction" id="{B05F37F5-B435-4D63-A644-8687996C4220}">
          <p14:sldIdLst>
            <p14:sldId id="261"/>
            <p14:sldId id="314"/>
            <p14:sldId id="315"/>
          </p14:sldIdLst>
        </p14:section>
        <p14:section name="Materials" id="{49C25397-CEDE-4BA8-A527-BDA4B9A925EA}">
          <p14:sldIdLst>
            <p14:sldId id="262"/>
            <p14:sldId id="268"/>
            <p14:sldId id="271"/>
          </p14:sldIdLst>
        </p14:section>
        <p14:section name="Methods" id="{6AB6FDDB-CDF5-4B9E-8CA5-D6886C1A9E8F}">
          <p14:sldIdLst>
            <p14:sldId id="263"/>
            <p14:sldId id="267"/>
            <p14:sldId id="269"/>
            <p14:sldId id="272"/>
            <p14:sldId id="274"/>
            <p14:sldId id="275"/>
            <p14:sldId id="277"/>
            <p14:sldId id="278"/>
            <p14:sldId id="282"/>
            <p14:sldId id="279"/>
            <p14:sldId id="289"/>
            <p14:sldId id="284"/>
            <p14:sldId id="288"/>
          </p14:sldIdLst>
        </p14:section>
        <p14:section name="Experiment results" id="{150492A0-C334-4617-852A-22EF57971F33}">
          <p14:sldIdLst>
            <p14:sldId id="285"/>
            <p14:sldId id="316"/>
            <p14:sldId id="307"/>
            <p14:sldId id="308"/>
            <p14:sldId id="309"/>
            <p14:sldId id="296"/>
            <p14:sldId id="297"/>
            <p14:sldId id="317"/>
            <p14:sldId id="298"/>
            <p14:sldId id="299"/>
            <p14:sldId id="300"/>
            <p14:sldId id="301"/>
            <p14:sldId id="303"/>
            <p14:sldId id="302"/>
            <p14:sldId id="304"/>
            <p14:sldId id="305"/>
          </p14:sldIdLst>
        </p14:section>
        <p14:section name="Discussion" id="{7E07CD96-4D16-400C-8471-2C01BC2E7C20}">
          <p14:sldIdLst>
            <p14:sldId id="310"/>
            <p14:sldId id="311"/>
          </p14:sldIdLst>
        </p14:section>
        <p14:section name="Conclusion" id="{93BC1DFC-1AF5-4F55-821C-5E1A64D34377}">
          <p14:sldIdLst>
            <p14:sldId id="286"/>
            <p14:sldId id="312"/>
            <p14:sldId id="313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70074" autoAdjust="0"/>
  </p:normalViewPr>
  <p:slideViewPr>
    <p:cSldViewPr snapToGrid="0">
      <p:cViewPr varScale="1">
        <p:scale>
          <a:sx n="61" d="100"/>
          <a:sy n="61" d="100"/>
        </p:scale>
        <p:origin x="149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CAD%20lab\Thesis\kiara\program\res_data\PlotROC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CAD%20lab\Thesis\kiara\program\res_data\PlotROC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CAD%20lab\Thesis\kiara\program\res_data\PlotROC.xl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CAD%20lab\Thesis\kiara\program\res_data\PlotROC.xls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CAD%20lab\Thesis\kiara\program\res_data\PlotROC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6.2392950881139858E-2"/>
          <c:y val="8.0952380952380956E-2"/>
          <c:w val="0.83333333333333337"/>
          <c:h val="0.83333333333333337"/>
        </c:manualLayout>
      </c:layout>
      <c:scatterChart>
        <c:scatterStyle val="lineMarker"/>
        <c:varyColors val="0"/>
        <c:ser>
          <c:idx val="0"/>
          <c:order val="0"/>
          <c:tx>
            <c:v>AUC=0.9401   Proposed 3-D SWIRL Transformer</c:v>
          </c:tx>
          <c:spPr>
            <a:ln w="12700">
              <a:solidFill>
                <a:srgbClr val="FF0000"/>
              </a:solidFill>
              <a:prstDash val="solid"/>
            </a:ln>
          </c:spPr>
          <c:marker>
            <c:symbol val="none"/>
          </c:marker>
          <c:xVal>
            <c:numRef>
              <c:f>Ablation!$A$6:$A$206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Ablation!$B$6:$B$206</c:f>
              <c:numCache>
                <c:formatCode>General</c:formatCode>
                <c:ptCount val="201"/>
                <c:pt idx="0">
                  <c:v>0</c:v>
                </c:pt>
                <c:pt idx="1">
                  <c:v>0.44389833657872496</c:v>
                </c:pt>
                <c:pt idx="2">
                  <c:v>0.5278111919223718</c:v>
                </c:pt>
                <c:pt idx="3">
                  <c:v>0.57998223620885159</c:v>
                </c:pt>
                <c:pt idx="4">
                  <c:v>0.61798559387726293</c:v>
                </c:pt>
                <c:pt idx="5">
                  <c:v>0.64783363482791967</c:v>
                </c:pt>
                <c:pt idx="6">
                  <c:v>0.67234980265461108</c:v>
                </c:pt>
                <c:pt idx="7">
                  <c:v>0.69309744227033798</c:v>
                </c:pt>
                <c:pt idx="8">
                  <c:v>0.71103651383590094</c:v>
                </c:pt>
                <c:pt idx="9">
                  <c:v>0.72680024388321995</c:v>
                </c:pt>
                <c:pt idx="10">
                  <c:v>0.74082896363672024</c:v>
                </c:pt>
                <c:pt idx="11">
                  <c:v>0.7534415505115426</c:v>
                </c:pt>
                <c:pt idx="12">
                  <c:v>0.76487649147021208</c:v>
                </c:pt>
                <c:pt idx="13">
                  <c:v>0.77531689197160569</c:v>
                </c:pt>
                <c:pt idx="14">
                  <c:v>0.78490643409933603</c:v>
                </c:pt>
                <c:pt idx="15">
                  <c:v>0.79375995807092858</c:v>
                </c:pt>
                <c:pt idx="16">
                  <c:v>0.80197070836543261</c:v>
                </c:pt>
                <c:pt idx="17">
                  <c:v>0.80961543383563483</c:v>
                </c:pt>
                <c:pt idx="18">
                  <c:v>0.81675806330231404</c:v>
                </c:pt>
                <c:pt idx="19">
                  <c:v>0.82345240969320532</c:v>
                </c:pt>
                <c:pt idx="20">
                  <c:v>0.8297441958833246</c:v>
                </c:pt>
                <c:pt idx="21">
                  <c:v>0.83567259697401286</c:v>
                </c:pt>
                <c:pt idx="22">
                  <c:v>0.84127143140893956</c:v>
                </c:pt>
                <c:pt idx="23">
                  <c:v>0.84657009282277396</c:v>
                </c:pt>
                <c:pt idx="24">
                  <c:v>0.85159428759938816</c:v>
                </c:pt>
                <c:pt idx="25">
                  <c:v>0.85636662485733539</c:v>
                </c:pt>
                <c:pt idx="26">
                  <c:v>0.86090709296511547</c:v>
                </c:pt>
                <c:pt idx="27">
                  <c:v>0.86523344782598421</c:v>
                </c:pt>
                <c:pt idx="28">
                  <c:v>0.86936153184997367</c:v>
                </c:pt>
                <c:pt idx="29">
                  <c:v>0.87330553795763799</c:v>
                </c:pt>
                <c:pt idx="30">
                  <c:v>0.87707822960925363</c:v>
                </c:pt>
                <c:pt idx="31">
                  <c:v>0.88069112536881955</c:v>
                </c:pt>
                <c:pt idx="32">
                  <c:v>0.88415465464987486</c:v>
                </c:pt>
                <c:pt idx="33">
                  <c:v>0.8874782898798621</c:v>
                </c:pt>
                <c:pt idx="34">
                  <c:v>0.89067065924160949</c:v>
                </c:pt>
                <c:pt idx="35">
                  <c:v>0.89373964331895406</c:v>
                </c:pt>
                <c:pt idx="36">
                  <c:v>0.89669245832684141</c:v>
                </c:pt>
                <c:pt idx="37">
                  <c:v>0.89953572809940441</c:v>
                </c:pt>
                <c:pt idx="38">
                  <c:v>0.90227554660940001</c:v>
                </c:pt>
                <c:pt idx="39">
                  <c:v>0.90491753247431439</c:v>
                </c:pt>
                <c:pt idx="40">
                  <c:v>0.90746687664998082</c:v>
                </c:pt>
                <c:pt idx="41">
                  <c:v>0.90992838430771805</c:v>
                </c:pt>
                <c:pt idx="42">
                  <c:v>0.91230651172515009</c:v>
                </c:pt>
                <c:pt idx="43">
                  <c:v>0.91460539888586356</c:v>
                </c:pt>
                <c:pt idx="44">
                  <c:v>0.91682889837257875</c:v>
                </c:pt>
                <c:pt idx="45">
                  <c:v>0.91898060104765489</c:v>
                </c:pt>
                <c:pt idx="46">
                  <c:v>0.92106385893968346</c:v>
                </c:pt>
                <c:pt idx="47">
                  <c:v>0.92308180569262221</c:v>
                </c:pt>
                <c:pt idx="48">
                  <c:v>0.92503737488199089</c:v>
                </c:pt>
                <c:pt idx="49">
                  <c:v>0.92693331645919597</c:v>
                </c:pt>
                <c:pt idx="50">
                  <c:v>0.92877221154853262</c:v>
                </c:pt>
                <c:pt idx="51">
                  <c:v>0.93055648579062811</c:v>
                </c:pt>
                <c:pt idx="52">
                  <c:v>0.93228842140002488</c:v>
                </c:pt>
                <c:pt idx="53">
                  <c:v>0.93397016808247613</c:v>
                </c:pt>
                <c:pt idx="54">
                  <c:v>0.93560375293867071</c:v>
                </c:pt>
                <c:pt idx="55">
                  <c:v>0.9371910894649873</c:v>
                </c:pt>
                <c:pt idx="56">
                  <c:v>0.93873398574806544</c:v>
                </c:pt>
                <c:pt idx="57">
                  <c:v>0.94023415193809945</c:v>
                </c:pt>
                <c:pt idx="58">
                  <c:v>0.94169320707552107</c:v>
                </c:pt>
                <c:pt idx="59">
                  <c:v>0.94311268533688319</c:v>
                </c:pt>
                <c:pt idx="60">
                  <c:v>0.94449404175807916</c:v>
                </c:pt>
                <c:pt idx="61">
                  <c:v>0.94583865748636731</c:v>
                </c:pt>
                <c:pt idx="62">
                  <c:v>0.94714784460685653</c:v>
                </c:pt>
                <c:pt idx="63">
                  <c:v>0.94842285058403886</c:v>
                </c:pt>
                <c:pt idx="64">
                  <c:v>0.94966486235451619</c:v>
                </c:pt>
                <c:pt idx="65">
                  <c:v>0.95087501010317454</c:v>
                </c:pt>
                <c:pt idx="66">
                  <c:v>0.95205437075163835</c:v>
                </c:pt>
                <c:pt idx="67">
                  <c:v>0.95320397118482347</c:v>
                </c:pt>
                <c:pt idx="68">
                  <c:v>0.95432479123875069</c:v>
                </c:pt>
                <c:pt idx="69">
                  <c:v>0.9554177664704292</c:v>
                </c:pt>
                <c:pt idx="70">
                  <c:v>0.95648379072853673</c:v>
                </c:pt>
                <c:pt idx="71">
                  <c:v>0.95752371854177853</c:v>
                </c:pt>
                <c:pt idx="72">
                  <c:v>0.95853836734016085</c:v>
                </c:pt>
                <c:pt idx="73">
                  <c:v>0.95952851952295526</c:v>
                </c:pt>
                <c:pt idx="74">
                  <c:v>0.96049492438582518</c:v>
                </c:pt>
                <c:pt idx="75">
                  <c:v>0.96143829991841923</c:v>
                </c:pt>
                <c:pt idx="76">
                  <c:v>0.96235933448269484</c:v>
                </c:pt>
                <c:pt idx="77">
                  <c:v>0.96325868838130102</c:v>
                </c:pt>
                <c:pt idx="78">
                  <c:v>0.96413699532451114</c:v>
                </c:pt>
                <c:pt idx="79">
                  <c:v>0.96499486380344157</c:v>
                </c:pt>
                <c:pt idx="80">
                  <c:v>0.96583287837661502</c:v>
                </c:pt>
                <c:pt idx="81">
                  <c:v>0.96665160087631763</c:v>
                </c:pt>
                <c:pt idx="82">
                  <c:v>0.96745157154064343</c:v>
                </c:pt>
                <c:pt idx="83">
                  <c:v>0.96823331007662639</c:v>
                </c:pt>
                <c:pt idx="84">
                  <c:v>0.96899731665940514</c:v>
                </c:pt>
                <c:pt idx="85">
                  <c:v>0.96974407287195985</c:v>
                </c:pt>
                <c:pt idx="86">
                  <c:v>0.9704740425895898</c:v>
                </c:pt>
                <c:pt idx="87">
                  <c:v>0.97118767281296248</c:v>
                </c:pt>
                <c:pt idx="88">
                  <c:v>0.97188539445326205</c:v>
                </c:pt>
                <c:pt idx="89">
                  <c:v>0.97256762307268385</c:v>
                </c:pt>
                <c:pt idx="90">
                  <c:v>0.9732347595832711</c:v>
                </c:pt>
                <c:pt idx="91">
                  <c:v>0.97388719090685616</c:v>
                </c:pt>
                <c:pt idx="92">
                  <c:v>0.97452529059865978</c:v>
                </c:pt>
                <c:pt idx="93">
                  <c:v>0.97514941943690869</c:v>
                </c:pt>
                <c:pt idx="94">
                  <c:v>0.97575992598065353</c:v>
                </c:pt>
                <c:pt idx="95">
                  <c:v>0.97635714709781085</c:v>
                </c:pt>
                <c:pt idx="96">
                  <c:v>0.97694140846530142</c:v>
                </c:pt>
                <c:pt idx="97">
                  <c:v>0.97751302504302473</c:v>
                </c:pt>
                <c:pt idx="98">
                  <c:v>0.97807230152328184</c:v>
                </c:pt>
                <c:pt idx="99">
                  <c:v>0.97861953275714675</c:v>
                </c:pt>
                <c:pt idx="100">
                  <c:v>0.97915500415917767</c:v>
                </c:pt>
                <c:pt idx="101">
                  <c:v>0.97967906983056741</c:v>
                </c:pt>
                <c:pt idx="102">
                  <c:v>0.9801920932470255</c:v>
                </c:pt>
                <c:pt idx="103">
                  <c:v>0.98069431473908231</c:v>
                </c:pt>
                <c:pt idx="104">
                  <c:v>0.98118597575825051</c:v>
                </c:pt>
                <c:pt idx="105">
                  <c:v>0.98166731059436463</c:v>
                </c:pt>
                <c:pt idx="106">
                  <c:v>0.98213854664302114</c:v>
                </c:pt>
                <c:pt idx="107">
                  <c:v>0.98259990466073854</c:v>
                </c:pt>
                <c:pt idx="108">
                  <c:v>0.9830515990084997</c:v>
                </c:pt>
                <c:pt idx="109">
                  <c:v>0.98349383788429612</c:v>
                </c:pt>
                <c:pt idx="110">
                  <c:v>0.98392682354525585</c:v>
                </c:pt>
                <c:pt idx="111">
                  <c:v>0.98435075251990101</c:v>
                </c:pt>
                <c:pt idx="112">
                  <c:v>0.9847658158110465</c:v>
                </c:pt>
                <c:pt idx="113">
                  <c:v>0.98517219908982223</c:v>
                </c:pt>
                <c:pt idx="114">
                  <c:v>0.9855700828812709</c:v>
                </c:pt>
                <c:pt idx="115">
                  <c:v>0.98595964274194692</c:v>
                </c:pt>
                <c:pt idx="116">
                  <c:v>0.98634104942991607</c:v>
                </c:pt>
                <c:pt idx="117">
                  <c:v>0.98671446906753424</c:v>
                </c:pt>
                <c:pt idx="118">
                  <c:v>0.9870800632973582</c:v>
                </c:pt>
                <c:pt idx="119">
                  <c:v>0.98743798943152317</c:v>
                </c:pt>
                <c:pt idx="120">
                  <c:v>0.98778840059490258</c:v>
                </c:pt>
                <c:pt idx="121">
                  <c:v>0.98813144586234603</c:v>
                </c:pt>
                <c:pt idx="122">
                  <c:v>0.98846727039027515</c:v>
                </c:pt>
                <c:pt idx="123">
                  <c:v>0.98879601554290264</c:v>
                </c:pt>
                <c:pt idx="124">
                  <c:v>0.98911781901332119</c:v>
                </c:pt>
                <c:pt idx="125">
                  <c:v>0.98943281493969981</c:v>
                </c:pt>
                <c:pt idx="126">
                  <c:v>0.98974113401680774</c:v>
                </c:pt>
                <c:pt idx="127">
                  <c:v>0.99004290360307468</c:v>
                </c:pt>
                <c:pt idx="128">
                  <c:v>0.99033824782338753</c:v>
                </c:pt>
                <c:pt idx="129">
                  <c:v>0.99062728766780717</c:v>
                </c:pt>
                <c:pt idx="130">
                  <c:v>0.9909101410863832</c:v>
                </c:pt>
                <c:pt idx="131">
                  <c:v>0.99118692308023304</c:v>
                </c:pt>
                <c:pt idx="132">
                  <c:v>0.99145774578903978</c:v>
                </c:pt>
                <c:pt idx="133">
                  <c:v>0.99172271857512073</c:v>
                </c:pt>
                <c:pt idx="134">
                  <c:v>0.99198194810420171</c:v>
                </c:pt>
                <c:pt idx="135">
                  <c:v>0.99223553842303214</c:v>
                </c:pt>
                <c:pt idx="136">
                  <c:v>0.99248359103396211</c:v>
                </c:pt>
                <c:pt idx="137">
                  <c:v>0.99272620496659947</c:v>
                </c:pt>
                <c:pt idx="138">
                  <c:v>0.99296347684665465</c:v>
                </c:pt>
                <c:pt idx="139">
                  <c:v>0.99319550096207687</c:v>
                </c:pt>
                <c:pt idx="140">
                  <c:v>0.99342236932657757</c:v>
                </c:pt>
                <c:pt idx="141">
                  <c:v>0.99364417174062891</c:v>
                </c:pt>
                <c:pt idx="142">
                  <c:v>0.99386099585002263</c:v>
                </c:pt>
                <c:pt idx="143">
                  <c:v>0.99407292720206464</c:v>
                </c:pt>
                <c:pt idx="144">
                  <c:v>0.99428004929947811</c:v>
                </c:pt>
                <c:pt idx="145">
                  <c:v>0.99448244365207794</c:v>
                </c:pt>
                <c:pt idx="146">
                  <c:v>0.99468018982627748</c:v>
                </c:pt>
                <c:pt idx="147">
                  <c:v>0.99487336549247996</c:v>
                </c:pt>
                <c:pt idx="148">
                  <c:v>0.99506204647040186</c:v>
                </c:pt>
                <c:pt idx="149">
                  <c:v>0.99524630677236769</c:v>
                </c:pt>
                <c:pt idx="150">
                  <c:v>0.99542621864461256</c:v>
                </c:pt>
                <c:pt idx="151">
                  <c:v>0.99560185260661882</c:v>
                </c:pt>
                <c:pt idx="152">
                  <c:v>0.99577327748850741</c:v>
                </c:pt>
                <c:pt idx="153">
                  <c:v>0.99594056046649693</c:v>
                </c:pt>
                <c:pt idx="154">
                  <c:v>0.99610376709643655</c:v>
                </c:pt>
                <c:pt idx="155">
                  <c:v>0.99626296134540748</c:v>
                </c:pt>
                <c:pt idx="156">
                  <c:v>0.9964182056213815</c:v>
                </c:pt>
                <c:pt idx="157">
                  <c:v>0.99656956080091197</c:v>
                </c:pt>
                <c:pt idx="158">
                  <c:v>0.99671708625482269</c:v>
                </c:pt>
                <c:pt idx="159">
                  <c:v>0.99686083987184659</c:v>
                </c:pt>
                <c:pt idx="160">
                  <c:v>0.99700087808015136</c:v>
                </c:pt>
                <c:pt idx="161">
                  <c:v>0.99713725586667223</c:v>
                </c:pt>
                <c:pt idx="162">
                  <c:v>0.99727002679415422</c:v>
                </c:pt>
                <c:pt idx="163">
                  <c:v>0.99739924301578153</c:v>
                </c:pt>
                <c:pt idx="164">
                  <c:v>0.99752495528724949</c:v>
                </c:pt>
                <c:pt idx="165">
                  <c:v>0.99764721297610093</c:v>
                </c:pt>
                <c:pt idx="166">
                  <c:v>0.99776606406811474</c:v>
                </c:pt>
                <c:pt idx="167">
                  <c:v>0.99788155517049437</c:v>
                </c:pt>
                <c:pt idx="168">
                  <c:v>0.99799373151154902</c:v>
                </c:pt>
                <c:pt idx="169">
                  <c:v>0.99810263693650492</c:v>
                </c:pt>
                <c:pt idx="170">
                  <c:v>0.99820831389900855</c:v>
                </c:pt>
                <c:pt idx="171">
                  <c:v>0.99831080344779466</c:v>
                </c:pt>
                <c:pt idx="172">
                  <c:v>0.99841014520788507</c:v>
                </c:pt>
                <c:pt idx="173">
                  <c:v>0.99850637735554915</c:v>
                </c:pt>
                <c:pt idx="174">
                  <c:v>0.99859953658608991</c:v>
                </c:pt>
                <c:pt idx="175">
                  <c:v>0.99868965807331145</c:v>
                </c:pt>
                <c:pt idx="176">
                  <c:v>0.99877677541925936</c:v>
                </c:pt>
                <c:pt idx="177">
                  <c:v>0.99886092059249043</c:v>
                </c:pt>
                <c:pt idx="178">
                  <c:v>0.99894212385269354</c:v>
                </c:pt>
                <c:pt idx="179">
                  <c:v>0.99902041365892391</c:v>
                </c:pt>
                <c:pt idx="180">
                  <c:v>0.99909581655797064</c:v>
                </c:pt>
                <c:pt idx="181">
                  <c:v>0.99916835704839957</c:v>
                </c:pt>
                <c:pt idx="182">
                  <c:v>0.99923805741448479</c:v>
                </c:pt>
                <c:pt idx="183">
                  <c:v>0.9993049375224371</c:v>
                </c:pt>
                <c:pt idx="184">
                  <c:v>0.99936901456882565</c:v>
                </c:pt>
                <c:pt idx="185">
                  <c:v>0.9994303027675453</c:v>
                </c:pt>
                <c:pt idx="186">
                  <c:v>0.99948881295657965</c:v>
                </c:pt>
                <c:pt idx="187">
                  <c:v>0.9995445520983095</c:v>
                </c:pt>
                <c:pt idx="188">
                  <c:v>0.99959752263580803</c:v>
                </c:pt>
                <c:pt idx="189">
                  <c:v>0.9996477216500621</c:v>
                </c:pt>
                <c:pt idx="190">
                  <c:v>0.99969513973506918</c:v>
                </c:pt>
                <c:pt idx="191">
                  <c:v>0.99973975946134719</c:v>
                </c:pt>
                <c:pt idx="192">
                  <c:v>0.99978155321801787</c:v>
                </c:pt>
                <c:pt idx="193">
                  <c:v>0.99982048007704638</c:v>
                </c:pt>
                <c:pt idx="194">
                  <c:v>0.99985648103850167</c:v>
                </c:pt>
                <c:pt idx="195">
                  <c:v>0.99988947141725593</c:v>
                </c:pt>
                <c:pt idx="196">
                  <c:v>0.9999193277384244</c:v>
                </c:pt>
                <c:pt idx="197">
                  <c:v>0.99994586278342523</c:v>
                </c:pt>
                <c:pt idx="198">
                  <c:v>0.99996877022245745</c:v>
                </c:pt>
                <c:pt idx="199">
                  <c:v>0.99998746388046522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9E7-4C4A-9A88-24323B6E6253}"/>
            </c:ext>
          </c:extLst>
        </c:ser>
        <c:ser>
          <c:idx val="2"/>
          <c:order val="1"/>
          <c:tx>
            <c:v>AUC=0.9263   3-D SWIRL Transformer with aug</c:v>
          </c:tx>
          <c:spPr>
            <a:ln w="12700">
              <a:solidFill>
                <a:schemeClr val="accent4"/>
              </a:solidFill>
              <a:prstDash val="lgDashDot"/>
            </a:ln>
          </c:spPr>
          <c:marker>
            <c:symbol val="none"/>
          </c:marker>
          <c:xVal>
            <c:numRef>
              <c:f>Ablation!$A$6:$A$206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Ablation!$D$6:$D$206</c:f>
              <c:numCache>
                <c:formatCode>General</c:formatCode>
                <c:ptCount val="201"/>
                <c:pt idx="0">
                  <c:v>0</c:v>
                </c:pt>
                <c:pt idx="1">
                  <c:v>0.41712983535631809</c:v>
                </c:pt>
                <c:pt idx="2">
                  <c:v>0.496336859171365</c:v>
                </c:pt>
                <c:pt idx="3">
                  <c:v>0.54622617781716298</c:v>
                </c:pt>
                <c:pt idx="4">
                  <c:v>0.5829479951695099</c:v>
                </c:pt>
                <c:pt idx="5">
                  <c:v>0.61204897772017697</c:v>
                </c:pt>
                <c:pt idx="6">
                  <c:v>0.63614277669055808</c:v>
                </c:pt>
                <c:pt idx="7">
                  <c:v>0.65668130284949244</c:v>
                </c:pt>
                <c:pt idx="8">
                  <c:v>0.67455883991922039</c:v>
                </c:pt>
                <c:pt idx="9">
                  <c:v>0.69036701666416778</c:v>
                </c:pt>
                <c:pt idx="10">
                  <c:v>0.70451838448394855</c:v>
                </c:pt>
                <c:pt idx="11">
                  <c:v>0.71731249988151125</c:v>
                </c:pt>
                <c:pt idx="12">
                  <c:v>0.72897397350259718</c:v>
                </c:pt>
                <c:pt idx="13">
                  <c:v>0.73967568233045156</c:v>
                </c:pt>
                <c:pt idx="14">
                  <c:v>0.74955360557109274</c:v>
                </c:pt>
                <c:pt idx="15">
                  <c:v>0.75871667769827122</c:v>
                </c:pt>
                <c:pt idx="16">
                  <c:v>0.76725354620303254</c:v>
                </c:pt>
                <c:pt idx="17">
                  <c:v>0.77523733516076154</c:v>
                </c:pt>
                <c:pt idx="18">
                  <c:v>0.78272908334993152</c:v>
                </c:pt>
                <c:pt idx="19">
                  <c:v>0.78978027732943024</c:v>
                </c:pt>
                <c:pt idx="20">
                  <c:v>0.79643475180396517</c:v>
                </c:pt>
                <c:pt idx="21">
                  <c:v>0.8027301383776555</c:v>
                </c:pt>
                <c:pt idx="22">
                  <c:v>0.80869898595449385</c:v>
                </c:pt>
                <c:pt idx="23">
                  <c:v>0.81436963842798726</c:v>
                </c:pt>
                <c:pt idx="24">
                  <c:v>0.81976693027800029</c:v>
                </c:pt>
                <c:pt idx="25">
                  <c:v>0.82491274370302725</c:v>
                </c:pt>
                <c:pt idx="26">
                  <c:v>0.82982645916709474</c:v>
                </c:pt>
                <c:pt idx="27">
                  <c:v>0.83452532297885262</c:v>
                </c:pt>
                <c:pt idx="28">
                  <c:v>0.83902474962187401</c:v>
                </c:pt>
                <c:pt idx="29">
                  <c:v>0.84333857228466635</c:v>
                </c:pt>
                <c:pt idx="30">
                  <c:v>0.84747925190715745</c:v>
                </c:pt>
                <c:pt idx="31">
                  <c:v>0.85145805273645481</c:v>
                </c:pt>
                <c:pt idx="32">
                  <c:v>0.85528519064113961</c:v>
                </c:pt>
                <c:pt idx="33">
                  <c:v>0.85896995911193075</c:v>
                </c:pt>
                <c:pt idx="34">
                  <c:v>0.86252083686549263</c:v>
                </c:pt>
                <c:pt idx="35">
                  <c:v>0.86594558018773804</c:v>
                </c:pt>
                <c:pt idx="36">
                  <c:v>0.86925130254555949</c:v>
                </c:pt>
                <c:pt idx="37">
                  <c:v>0.87244454351948963</c:v>
                </c:pt>
                <c:pt idx="38">
                  <c:v>0.8755313287333728</c:v>
                </c:pt>
                <c:pt idx="39">
                  <c:v>0.87851722215767558</c:v>
                </c:pt>
                <c:pt idx="40">
                  <c:v>0.88140737192330143</c:v>
                </c:pt>
                <c:pt idx="41">
                  <c:v>0.8842065505896346</c:v>
                </c:pt>
                <c:pt idx="42">
                  <c:v>0.88691919065403901</c:v>
                </c:pt>
                <c:pt idx="43">
                  <c:v>0.88954941596254689</c:v>
                </c:pt>
                <c:pt idx="44">
                  <c:v>0.89210106957706903</c:v>
                </c:pt>
                <c:pt idx="45">
                  <c:v>0.89457773856853506</c:v>
                </c:pt>
                <c:pt idx="46">
                  <c:v>0.89698277613432709</c:v>
                </c:pt>
                <c:pt idx="47">
                  <c:v>0.89931932137936843</c:v>
                </c:pt>
                <c:pt idx="48">
                  <c:v>0.90159031705101134</c:v>
                </c:pt>
                <c:pt idx="49">
                  <c:v>0.90379852547665573</c:v>
                </c:pt>
                <c:pt idx="50">
                  <c:v>0.90594654291837018</c:v>
                </c:pt>
                <c:pt idx="51">
                  <c:v>0.90803681252955248</c:v>
                </c:pt>
                <c:pt idx="52">
                  <c:v>0.9100716360738933</c:v>
                </c:pt>
                <c:pt idx="53">
                  <c:v>0.91205318454586626</c:v>
                </c:pt>
                <c:pt idx="54">
                  <c:v>0.91398350781401971</c:v>
                </c:pt>
                <c:pt idx="55">
                  <c:v>0.91586454339300249</c:v>
                </c:pt>
                <c:pt idx="56">
                  <c:v>0.9176981244370902</c:v>
                </c:pt>
                <c:pt idx="57">
                  <c:v>0.91948598703664874</c:v>
                </c:pt>
                <c:pt idx="58">
                  <c:v>0.92122977688920393</c:v>
                </c:pt>
                <c:pt idx="59">
                  <c:v>0.92293105540832887</c:v>
                </c:pt>
                <c:pt idx="60">
                  <c:v>0.92459130532622957</c:v>
                </c:pt>
                <c:pt idx="61">
                  <c:v>0.92621193583953154</c:v>
                </c:pt>
                <c:pt idx="62">
                  <c:v>0.92779428734221558</c:v>
                </c:pt>
                <c:pt idx="63">
                  <c:v>0.92933963578479284</c:v>
                </c:pt>
                <c:pt idx="64">
                  <c:v>0.93084919669455801</c:v>
                </c:pt>
                <c:pt idx="65">
                  <c:v>0.93232412888803184</c:v>
                </c:pt>
                <c:pt idx="66">
                  <c:v>0.93376553790341554</c:v>
                </c:pt>
                <c:pt idx="67">
                  <c:v>0.93517447917799845</c:v>
                </c:pt>
                <c:pt idx="68">
                  <c:v>0.93655196099289784</c:v>
                </c:pt>
                <c:pt idx="69">
                  <c:v>0.93789894720525691</c:v>
                </c:pt>
                <c:pt idx="70">
                  <c:v>0.93921635978602436</c:v>
                </c:pt>
                <c:pt idx="71">
                  <c:v>0.94050508117965992</c:v>
                </c:pt>
                <c:pt idx="72">
                  <c:v>0.94176595650053097</c:v>
                </c:pt>
                <c:pt idx="73">
                  <c:v>0.94299979557935709</c:v>
                </c:pt>
                <c:pt idx="74">
                  <c:v>0.94420737487180073</c:v>
                </c:pt>
                <c:pt idx="75">
                  <c:v>0.9453894392401806</c:v>
                </c:pt>
                <c:pt idx="76">
                  <c:v>0.94654670361827753</c:v>
                </c:pt>
                <c:pt idx="77">
                  <c:v>0.94767985456829995</c:v>
                </c:pt>
                <c:pt idx="78">
                  <c:v>0.94878955173826907</c:v>
                </c:pt>
                <c:pt idx="79">
                  <c:v>0.94987642922735116</c:v>
                </c:pt>
                <c:pt idx="80">
                  <c:v>0.9509410968660128</c:v>
                </c:pt>
                <c:pt idx="81">
                  <c:v>0.95198414141728183</c:v>
                </c:pt>
                <c:pt idx="82">
                  <c:v>0.95300612770486237</c:v>
                </c:pt>
                <c:pt idx="83">
                  <c:v>0.95400759967337023</c:v>
                </c:pt>
                <c:pt idx="84">
                  <c:v>0.95498908138551875</c:v>
                </c:pt>
                <c:pt idx="85">
                  <c:v>0.95595107796068746</c:v>
                </c:pt>
                <c:pt idx="86">
                  <c:v>0.95689407645894842</c:v>
                </c:pt>
                <c:pt idx="87">
                  <c:v>0.95781854671429723</c:v>
                </c:pt>
                <c:pt idx="88">
                  <c:v>0.95872494212053938</c:v>
                </c:pt>
                <c:pt idx="89">
                  <c:v>0.95961370037301341</c:v>
                </c:pt>
                <c:pt idx="90">
                  <c:v>0.96048524416908221</c:v>
                </c:pt>
                <c:pt idx="91">
                  <c:v>0.96133998187010483</c:v>
                </c:pt>
                <c:pt idx="92">
                  <c:v>0.96217830812738991</c:v>
                </c:pt>
                <c:pt idx="93">
                  <c:v>0.96300060447444713</c:v>
                </c:pt>
                <c:pt idx="94">
                  <c:v>0.96380723988768235</c:v>
                </c:pt>
                <c:pt idx="95">
                  <c:v>0.96459857131751991</c:v>
                </c:pt>
                <c:pt idx="96">
                  <c:v>0.96537494419179715</c:v>
                </c:pt>
                <c:pt idx="97">
                  <c:v>0.96613669289313897</c:v>
                </c:pt>
                <c:pt idx="98">
                  <c:v>0.96688414121190069</c:v>
                </c:pt>
                <c:pt idx="99">
                  <c:v>0.96761760277615427</c:v>
                </c:pt>
                <c:pt idx="100">
                  <c:v>0.96833738146009296</c:v>
                </c:pt>
                <c:pt idx="101">
                  <c:v>0.96904387672526793</c:v>
                </c:pt>
                <c:pt idx="102">
                  <c:v>0.9697375047198068</c:v>
                </c:pt>
                <c:pt idx="103">
                  <c:v>0.97041851857715344</c:v>
                </c:pt>
                <c:pt idx="104">
                  <c:v>0.97108717528052424</c:v>
                </c:pt>
                <c:pt idx="105">
                  <c:v>0.97174372441730983</c:v>
                </c:pt>
                <c:pt idx="106">
                  <c:v>0.97238840844779317</c:v>
                </c:pt>
                <c:pt idx="107">
                  <c:v>0.97302146296165504</c:v>
                </c:pt>
                <c:pt idx="108">
                  <c:v>0.9736431169229125</c:v>
                </c:pt>
                <c:pt idx="109">
                  <c:v>0.97425359290390212</c:v>
                </c:pt>
                <c:pt idx="110">
                  <c:v>0.97485310730887553</c:v>
                </c:pt>
                <c:pt idx="111">
                  <c:v>0.97544187058774423</c:v>
                </c:pt>
                <c:pt idx="112">
                  <c:v>0.97602008744047619</c:v>
                </c:pt>
                <c:pt idx="113">
                  <c:v>0.97658795701261658</c:v>
                </c:pt>
                <c:pt idx="114">
                  <c:v>0.97714567308237632</c:v>
                </c:pt>
                <c:pt idx="115">
                  <c:v>0.97769342423970751</c:v>
                </c:pt>
                <c:pt idx="116">
                  <c:v>0.97823139405775561</c:v>
                </c:pt>
                <c:pt idx="117">
                  <c:v>0.97875976125706154</c:v>
                </c:pt>
                <c:pt idx="118">
                  <c:v>0.97927869986285809</c:v>
                </c:pt>
                <c:pt idx="119">
                  <c:v>0.97978837935579099</c:v>
                </c:pt>
                <c:pt idx="120">
                  <c:v>0.98028896481637096</c:v>
                </c:pt>
                <c:pt idx="121">
                  <c:v>0.98078061706344877</c:v>
                </c:pt>
                <c:pt idx="122">
                  <c:v>0.98126349278698599</c:v>
                </c:pt>
                <c:pt idx="123">
                  <c:v>0.98173774467538044</c:v>
                </c:pt>
                <c:pt idx="124">
                  <c:v>0.9822035215375885</c:v>
                </c:pt>
                <c:pt idx="125">
                  <c:v>0.98266096842027295</c:v>
                </c:pt>
                <c:pt idx="126">
                  <c:v>0.98311022672019355</c:v>
                </c:pt>
                <c:pt idx="127">
                  <c:v>0.98355143429204206</c:v>
                </c:pt>
                <c:pt idx="128">
                  <c:v>0.98398472555191319</c:v>
                </c:pt>
                <c:pt idx="129">
                  <c:v>0.9844102315765928</c:v>
                </c:pt>
                <c:pt idx="130">
                  <c:v>0.98482808019883061</c:v>
                </c:pt>
                <c:pt idx="131">
                  <c:v>0.98523839609875885</c:v>
                </c:pt>
                <c:pt idx="132">
                  <c:v>0.98564130089160384</c:v>
                </c:pt>
                <c:pt idx="133">
                  <c:v>0.98603691321183351</c:v>
                </c:pt>
                <c:pt idx="134">
                  <c:v>0.98642534879386867</c:v>
                </c:pt>
                <c:pt idx="135">
                  <c:v>0.98680672054948393</c:v>
                </c:pt>
                <c:pt idx="136">
                  <c:v>0.98718113864200996</c:v>
                </c:pt>
                <c:pt idx="137">
                  <c:v>0.98754871055744464</c:v>
                </c:pt>
                <c:pt idx="138">
                  <c:v>0.98790954117257102</c:v>
                </c:pt>
                <c:pt idx="139">
                  <c:v>0.98826373282017321</c:v>
                </c:pt>
                <c:pt idx="140">
                  <c:v>0.98861138535143167</c:v>
                </c:pt>
                <c:pt idx="141">
                  <c:v>0.98895259619557596</c:v>
                </c:pt>
                <c:pt idx="142">
                  <c:v>0.98928746041686</c:v>
                </c:pt>
                <c:pt idx="143">
                  <c:v>0.98961607076892322</c:v>
                </c:pt>
                <c:pt idx="144">
                  <c:v>0.98993851774658825</c:v>
                </c:pt>
                <c:pt idx="145">
                  <c:v>0.99025488963514074</c:v>
                </c:pt>
                <c:pt idx="146">
                  <c:v>0.99056527255712989</c:v>
                </c:pt>
                <c:pt idx="147">
                  <c:v>0.990869750516716</c:v>
                </c:pt>
                <c:pt idx="148">
                  <c:v>0.99116840544158791</c:v>
                </c:pt>
                <c:pt idx="149">
                  <c:v>0.99146131722245867</c:v>
                </c:pt>
                <c:pt idx="150">
                  <c:v>0.99174856375014353</c:v>
                </c:pt>
                <c:pt idx="151">
                  <c:v>0.99203022095020887</c:v>
                </c:pt>
                <c:pt idx="152">
                  <c:v>0.99230636281517381</c:v>
                </c:pt>
                <c:pt idx="153">
                  <c:v>0.99257706143422975</c:v>
                </c:pt>
                <c:pt idx="154">
                  <c:v>0.99284238702043481</c:v>
                </c:pt>
                <c:pt idx="155">
                  <c:v>0.99310240793531879</c:v>
                </c:pt>
                <c:pt idx="156">
                  <c:v>0.99335719071082373</c:v>
                </c:pt>
                <c:pt idx="157">
                  <c:v>0.99360680006848301</c:v>
                </c:pt>
                <c:pt idx="158">
                  <c:v>0.99385129893572133</c:v>
                </c:pt>
                <c:pt idx="159">
                  <c:v>0.9940907484591347</c:v>
                </c:pt>
                <c:pt idx="160">
                  <c:v>0.99432520801458091</c:v>
                </c:pt>
                <c:pt idx="161">
                  <c:v>0.99455473521388127</c:v>
                </c:pt>
                <c:pt idx="162">
                  <c:v>0.99477938590789572</c:v>
                </c:pt>
                <c:pt idx="163">
                  <c:v>0.99499921418569182</c:v>
                </c:pt>
                <c:pt idx="164">
                  <c:v>0.9952142723694789</c:v>
                </c:pt>
                <c:pt idx="165">
                  <c:v>0.99542461100491797</c:v>
                </c:pt>
                <c:pt idx="166">
                  <c:v>0.99563027884635247</c:v>
                </c:pt>
                <c:pt idx="167">
                  <c:v>0.99583132283641684</c:v>
                </c:pt>
                <c:pt idx="168">
                  <c:v>0.99602778807938808</c:v>
                </c:pt>
                <c:pt idx="169">
                  <c:v>0.99621971780751939</c:v>
                </c:pt>
                <c:pt idx="170">
                  <c:v>0.99640715333945751</c:v>
                </c:pt>
                <c:pt idx="171">
                  <c:v>0.99659013402966712</c:v>
                </c:pt>
                <c:pt idx="172">
                  <c:v>0.99676869720757089</c:v>
                </c:pt>
                <c:pt idx="173">
                  <c:v>0.99694287810484949</c:v>
                </c:pt>
                <c:pt idx="174">
                  <c:v>0.99711270976901867</c:v>
                </c:pt>
                <c:pt idx="175">
                  <c:v>0.99727822296098234</c:v>
                </c:pt>
                <c:pt idx="176">
                  <c:v>0.99743944603374479</c:v>
                </c:pt>
                <c:pt idx="177">
                  <c:v>0.99759640478879918</c:v>
                </c:pt>
                <c:pt idx="178">
                  <c:v>0.99774912230585289</c:v>
                </c:pt>
                <c:pt idx="179">
                  <c:v>0.99789761874044369</c:v>
                </c:pt>
                <c:pt idx="180">
                  <c:v>0.99804191108254225</c:v>
                </c:pt>
                <c:pt idx="181">
                  <c:v>0.9981820128672978</c:v>
                </c:pt>
                <c:pt idx="182">
                  <c:v>0.99831793382647904</c:v>
                </c:pt>
                <c:pt idx="183">
                  <c:v>0.99844967946559871</c:v>
                </c:pt>
                <c:pt idx="184">
                  <c:v>0.99857725054677593</c:v>
                </c:pt>
                <c:pt idx="185">
                  <c:v>0.99870064245042323</c:v>
                </c:pt>
                <c:pt idx="186">
                  <c:v>0.99881984437883076</c:v>
                </c:pt>
                <c:pt idx="187">
                  <c:v>0.99893483835000396</c:v>
                </c:pt>
                <c:pt idx="188">
                  <c:v>0.99904559790796887</c:v>
                </c:pt>
                <c:pt idx="189">
                  <c:v>0.99915208644149889</c:v>
                </c:pt>
                <c:pt idx="190">
                  <c:v>0.99925425494853348</c:v>
                </c:pt>
                <c:pt idx="191">
                  <c:v>0.99935203899299019</c:v>
                </c:pt>
                <c:pt idx="192">
                  <c:v>0.99944535444410987</c:v>
                </c:pt>
                <c:pt idx="193">
                  <c:v>0.9995340913035039</c:v>
                </c:pt>
                <c:pt idx="194">
                  <c:v>0.9996181043728295</c:v>
                </c:pt>
                <c:pt idx="195">
                  <c:v>0.99969719835755966</c:v>
                </c:pt>
                <c:pt idx="196">
                  <c:v>0.99977110231762034</c:v>
                </c:pt>
                <c:pt idx="197">
                  <c:v>0.99983942123147274</c:v>
                </c:pt>
                <c:pt idx="198">
                  <c:v>0.99990152920147268</c:v>
                </c:pt>
                <c:pt idx="199">
                  <c:v>0.99995626284071271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9E7-4C4A-9A88-24323B6E6253}"/>
            </c:ext>
          </c:extLst>
        </c:ser>
        <c:ser>
          <c:idx val="3"/>
          <c:order val="2"/>
          <c:tx>
            <c:v>AUC=0.8840   Reduced 3-D SWIRL Transformer</c:v>
          </c:tx>
          <c:spPr>
            <a:ln w="12700">
              <a:solidFill>
                <a:schemeClr val="accent4"/>
              </a:solidFill>
              <a:prstDash val="lgDashDot"/>
            </a:ln>
          </c:spPr>
          <c:marker>
            <c:symbol val="none"/>
          </c:marker>
          <c:xVal>
            <c:numRef>
              <c:f>Ablation!$A$6:$A$206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Ablation!$E$6:$E$206</c:f>
              <c:numCache>
                <c:formatCode>General</c:formatCode>
                <c:ptCount val="201"/>
                <c:pt idx="0">
                  <c:v>0</c:v>
                </c:pt>
                <c:pt idx="1">
                  <c:v>9.8388237666684142E-2</c:v>
                </c:pt>
                <c:pt idx="2">
                  <c:v>0.16318627009241179</c:v>
                </c:pt>
                <c:pt idx="3">
                  <c:v>0.21544214952872551</c:v>
                </c:pt>
                <c:pt idx="4">
                  <c:v>0.25998240263267158</c:v>
                </c:pt>
                <c:pt idx="5">
                  <c:v>0.29906693224797765</c:v>
                </c:pt>
                <c:pt idx="6">
                  <c:v>0.3340008634675849</c:v>
                </c:pt>
                <c:pt idx="7">
                  <c:v>0.36562871013293852</c:v>
                </c:pt>
                <c:pt idx="8">
                  <c:v>0.39453820698479253</c:v>
                </c:pt>
                <c:pt idx="9">
                  <c:v>0.42115979141879523</c:v>
                </c:pt>
                <c:pt idx="10">
                  <c:v>0.44582087333954795</c:v>
                </c:pt>
                <c:pt idx="11">
                  <c:v>0.46877790534056657</c:v>
                </c:pt>
                <c:pt idx="12">
                  <c:v>0.49023651727764889</c:v>
                </c:pt>
                <c:pt idx="13">
                  <c:v>0.5103650332701839</c:v>
                </c:pt>
                <c:pt idx="14">
                  <c:v>0.52930221118013887</c:v>
                </c:pt>
                <c:pt idx="15">
                  <c:v>0.54716578967958285</c:v>
                </c:pt>
                <c:pt idx="16">
                  <c:v>0.5640557643957661</c:v>
                </c:pt>
                <c:pt idx="17">
                  <c:v>0.58005811850429456</c:v>
                </c:pt>
                <c:pt idx="18">
                  <c:v>0.595247443510037</c:v>
                </c:pt>
                <c:pt idx="19">
                  <c:v>0.60968895577370641</c:v>
                </c:pt>
                <c:pt idx="20">
                  <c:v>0.62344007215815234</c:v>
                </c:pt>
                <c:pt idx="21">
                  <c:v>0.63655165806272329</c:v>
                </c:pt>
                <c:pt idx="22">
                  <c:v>0.64906902803737943</c:v>
                </c:pt>
                <c:pt idx="23">
                  <c:v>0.66103275681615881</c:v>
                </c:pt>
                <c:pt idx="24">
                  <c:v>0.67247934318722902</c:v>
                </c:pt>
                <c:pt idx="25">
                  <c:v>0.68344175827558962</c:v>
                </c:pt>
                <c:pt idx="26">
                  <c:v>0.69394990206464491</c:v>
                </c:pt>
                <c:pt idx="27">
                  <c:v>0.70403098635795458</c:v>
                </c:pt>
                <c:pt idx="28">
                  <c:v>0.71370985824286737</c:v>
                </c:pt>
                <c:pt idx="29">
                  <c:v>0.72300927503242529</c:v>
                </c:pt>
                <c:pt idx="30">
                  <c:v>0.73195013933544217</c:v>
                </c:pt>
                <c:pt idx="31">
                  <c:v>0.74055170113146374</c:v>
                </c:pt>
                <c:pt idx="32">
                  <c:v>0.74883173236234823</c:v>
                </c:pt>
                <c:pt idx="33">
                  <c:v>0.75680667849176875</c:v>
                </c:pt>
                <c:pt idx="34">
                  <c:v>0.76449179065299366</c:v>
                </c:pt>
                <c:pt idx="35">
                  <c:v>0.77190124134897553</c:v>
                </c:pt>
                <c:pt idx="36">
                  <c:v>0.77904822614647662</c:v>
                </c:pt>
                <c:pt idx="37">
                  <c:v>0.78594505338740672</c:v>
                </c:pt>
                <c:pt idx="38">
                  <c:v>0.79260322360290181</c:v>
                </c:pt>
                <c:pt idx="39">
                  <c:v>0.79903350004163076</c:v>
                </c:pt>
                <c:pt idx="40">
                  <c:v>0.80524597150007038</c:v>
                </c:pt>
                <c:pt idx="41">
                  <c:v>0.81125010845881262</c:v>
                </c:pt>
                <c:pt idx="42">
                  <c:v>0.81705481337739649</c:v>
                </c:pt>
                <c:pt idx="43">
                  <c:v>0.82266846587444675</c:v>
                </c:pt>
                <c:pt idx="44">
                  <c:v>0.82809896341517641</c:v>
                </c:pt>
                <c:pt idx="45">
                  <c:v>0.83335375804064149</c:v>
                </c:pt>
                <c:pt idx="46">
                  <c:v>0.8384398895994718</c:v>
                </c:pt>
                <c:pt idx="47">
                  <c:v>0.84336401588062682</c:v>
                </c:pt>
                <c:pt idx="48">
                  <c:v>0.84813243999305488</c:v>
                </c:pt>
                <c:pt idx="49">
                  <c:v>0.85275113529336211</c:v>
                </c:pt>
                <c:pt idx="50">
                  <c:v>0.85722576812437623</c:v>
                </c:pt>
                <c:pt idx="51">
                  <c:v>0.86156171859479236</c:v>
                </c:pt>
                <c:pt idx="52">
                  <c:v>0.86576409960198253</c:v>
                </c:pt>
                <c:pt idx="53">
                  <c:v>0.8698377742758503</c:v>
                </c:pt>
                <c:pt idx="54">
                  <c:v>0.87378737200069856</c:v>
                </c:pt>
                <c:pt idx="55">
                  <c:v>0.87761730315395081</c:v>
                </c:pt>
                <c:pt idx="56">
                  <c:v>0.88133177268482021</c:v>
                </c:pt>
                <c:pt idx="57">
                  <c:v>0.88493479264230224</c:v>
                </c:pt>
                <c:pt idx="58">
                  <c:v>0.88843019374987942</c:v>
                </c:pt>
                <c:pt idx="59">
                  <c:v>0.8918216361138408</c:v>
                </c:pt>
                <c:pt idx="60">
                  <c:v>0.89511261914290607</c:v>
                </c:pt>
                <c:pt idx="61">
                  <c:v>0.89830649074874691</c:v>
                </c:pt>
                <c:pt idx="62">
                  <c:v>0.90140645588986223</c:v>
                </c:pt>
                <c:pt idx="63">
                  <c:v>0.90441558451495041</c:v>
                </c:pt>
                <c:pt idx="64">
                  <c:v>0.90733681895634544</c:v>
                </c:pt>
                <c:pt idx="65">
                  <c:v>0.91017298081912912</c:v>
                </c:pt>
                <c:pt idx="66">
                  <c:v>0.9129267774071308</c:v>
                </c:pt>
                <c:pt idx="67">
                  <c:v>0.91560080772311137</c:v>
                </c:pt>
                <c:pt idx="68">
                  <c:v>0.91819756807693265</c:v>
                </c:pt>
                <c:pt idx="69">
                  <c:v>0.92071945733239102</c:v>
                </c:pt>
                <c:pt idx="70">
                  <c:v>0.92316878182060524</c:v>
                </c:pt>
                <c:pt idx="71">
                  <c:v>0.92554775994533689</c:v>
                </c:pt>
                <c:pt idx="72">
                  <c:v>0.92785852650338119</c:v>
                </c:pt>
                <c:pt idx="73">
                  <c:v>0.93010313674114031</c:v>
                </c:pt>
                <c:pt idx="74">
                  <c:v>0.93228357016667163</c:v>
                </c:pt>
                <c:pt idx="75">
                  <c:v>0.93440173413486216</c:v>
                </c:pt>
                <c:pt idx="76">
                  <c:v>0.93645946722189621</c:v>
                </c:pt>
                <c:pt idx="77">
                  <c:v>0.93845854240384585</c:v>
                </c:pt>
                <c:pt idx="78">
                  <c:v>0.94040067005299488</c:v>
                </c:pt>
                <c:pt idx="79">
                  <c:v>0.94228750076440915</c:v>
                </c:pt>
                <c:pt idx="80">
                  <c:v>0.94412062802426666</c:v>
                </c:pt>
                <c:pt idx="81">
                  <c:v>0.94590159073054925</c:v>
                </c:pt>
                <c:pt idx="82">
                  <c:v>0.94763187557587425</c:v>
                </c:pt>
                <c:pt idx="83">
                  <c:v>0.94931291930148787</c:v>
                </c:pt>
                <c:pt idx="84">
                  <c:v>0.95094611083075831</c:v>
                </c:pt>
                <c:pt idx="85">
                  <c:v>0.9525327932898735</c:v>
                </c:pt>
                <c:pt idx="86">
                  <c:v>0.95407426592288247</c:v>
                </c:pt>
                <c:pt idx="87">
                  <c:v>0.95557178590768355</c:v>
                </c:pt>
                <c:pt idx="88">
                  <c:v>0.95702657007909298</c:v>
                </c:pt>
                <c:pt idx="89">
                  <c:v>0.9584397965646777</c:v>
                </c:pt>
                <c:pt idx="90">
                  <c:v>0.95981260633863341</c:v>
                </c:pt>
                <c:pt idx="91">
                  <c:v>0.96114610469862027</c:v>
                </c:pt>
                <c:pt idx="92">
                  <c:v>0.9624413626701207</c:v>
                </c:pt>
                <c:pt idx="93">
                  <c:v>0.96369941834257333</c:v>
                </c:pt>
                <c:pt idx="94">
                  <c:v>0.96492127814124395</c:v>
                </c:pt>
                <c:pt idx="95">
                  <c:v>0.9661079180385278</c:v>
                </c:pt>
                <c:pt idx="96">
                  <c:v>0.96726028470813097</c:v>
                </c:pt>
                <c:pt idx="97">
                  <c:v>0.96837929662534838</c:v>
                </c:pt>
                <c:pt idx="98">
                  <c:v>0.96946584511644807</c:v>
                </c:pt>
                <c:pt idx="99">
                  <c:v>0.97052079535997093</c:v>
                </c:pt>
                <c:pt idx="100">
                  <c:v>0.97154498734258199</c:v>
                </c:pt>
                <c:pt idx="101">
                  <c:v>0.97253938368150916</c:v>
                </c:pt>
                <c:pt idx="102">
                  <c:v>0.97350495264991965</c:v>
                </c:pt>
                <c:pt idx="103">
                  <c:v>0.97444242053702401</c:v>
                </c:pt>
                <c:pt idx="104">
                  <c:v>0.97535250975503229</c:v>
                </c:pt>
                <c:pt idx="105">
                  <c:v>0.97623592319781616</c:v>
                </c:pt>
                <c:pt idx="106">
                  <c:v>0.97709334488553301</c:v>
                </c:pt>
                <c:pt idx="107">
                  <c:v>0.97792544058325237</c:v>
                </c:pt>
                <c:pt idx="108">
                  <c:v>0.97873285839483992</c:v>
                </c:pt>
                <c:pt idx="109">
                  <c:v>0.97951622933328486</c:v>
                </c:pt>
                <c:pt idx="110">
                  <c:v>0.98027616786858829</c:v>
                </c:pt>
                <c:pt idx="111">
                  <c:v>0.98101327245427172</c:v>
                </c:pt>
                <c:pt idx="112">
                  <c:v>0.9817281260335029</c:v>
                </c:pt>
                <c:pt idx="113">
                  <c:v>0.98242129652578469</c:v>
                </c:pt>
                <c:pt idx="114">
                  <c:v>0.98309333729509985</c:v>
                </c:pt>
                <c:pt idx="115">
                  <c:v>0.98374478760035866</c:v>
                </c:pt>
                <c:pt idx="116">
                  <c:v>0.98437617302894898</c:v>
                </c:pt>
                <c:pt idx="117">
                  <c:v>0.9849880059141497</c:v>
                </c:pt>
                <c:pt idx="118">
                  <c:v>0.98558078573712415</c:v>
                </c:pt>
                <c:pt idx="119">
                  <c:v>0.98615499951417807</c:v>
                </c:pt>
                <c:pt idx="120">
                  <c:v>0.98671112216992829</c:v>
                </c:pt>
                <c:pt idx="121">
                  <c:v>0.98724961689699509</c:v>
                </c:pt>
                <c:pt idx="122">
                  <c:v>0.98777093550280426</c:v>
                </c:pt>
                <c:pt idx="123">
                  <c:v>0.98827551874404984</c:v>
                </c:pt>
                <c:pt idx="124">
                  <c:v>0.98876379664934633</c:v>
                </c:pt>
                <c:pt idx="125">
                  <c:v>0.98923618883057041</c:v>
                </c:pt>
                <c:pt idx="126">
                  <c:v>0.98969310478336692</c:v>
                </c:pt>
                <c:pt idx="127">
                  <c:v>0.99013494417727466</c:v>
                </c:pt>
                <c:pt idx="128">
                  <c:v>0.99056209713590238</c:v>
                </c:pt>
                <c:pt idx="129">
                  <c:v>0.99097494450756429</c:v>
                </c:pt>
                <c:pt idx="130">
                  <c:v>0.9913738581267697</c:v>
                </c:pt>
                <c:pt idx="131">
                  <c:v>0.99175920106693771</c:v>
                </c:pt>
                <c:pt idx="132">
                  <c:v>0.99213132788469272</c:v>
                </c:pt>
                <c:pt idx="133">
                  <c:v>0.99249058485608255</c:v>
                </c:pt>
                <c:pt idx="134">
                  <c:v>0.99283731020504062</c:v>
                </c:pt>
                <c:pt idx="135">
                  <c:v>0.99317183432440348</c:v>
                </c:pt>
                <c:pt idx="136">
                  <c:v>0.9934944799897788</c:v>
                </c:pt>
                <c:pt idx="137">
                  <c:v>0.99380556256654595</c:v>
                </c:pt>
                <c:pt idx="138">
                  <c:v>0.99410539021026101</c:v>
                </c:pt>
                <c:pt idx="139">
                  <c:v>0.99439426406072284</c:v>
                </c:pt>
                <c:pt idx="140">
                  <c:v>0.99467247842994899</c:v>
                </c:pt>
                <c:pt idx="141">
                  <c:v>0.99494032098429919</c:v>
                </c:pt>
                <c:pt idx="142">
                  <c:v>0.99519807292097162</c:v>
                </c:pt>
                <c:pt idx="143">
                  <c:v>0.99544600913909265</c:v>
                </c:pt>
                <c:pt idx="144">
                  <c:v>0.99568439840560685</c:v>
                </c:pt>
                <c:pt idx="145">
                  <c:v>0.99591350351617003</c:v>
                </c:pt>
                <c:pt idx="146">
                  <c:v>0.99613358145123687</c:v>
                </c:pt>
                <c:pt idx="147">
                  <c:v>0.99634488352753114</c:v>
                </c:pt>
                <c:pt idx="148">
                  <c:v>0.99654765554507463</c:v>
                </c:pt>
                <c:pt idx="149">
                  <c:v>0.99674213792994959</c:v>
                </c:pt>
                <c:pt idx="150">
                  <c:v>0.99692856587296053</c:v>
                </c:pt>
                <c:pt idx="151">
                  <c:v>0.99710716946435551</c:v>
                </c:pt>
                <c:pt idx="152">
                  <c:v>0.99727817382476358</c:v>
                </c:pt>
                <c:pt idx="153">
                  <c:v>0.99744179923249865</c:v>
                </c:pt>
                <c:pt idx="154">
                  <c:v>0.99759826124737716</c:v>
                </c:pt>
                <c:pt idx="155">
                  <c:v>0.99774777083119082</c:v>
                </c:pt>
                <c:pt idx="156">
                  <c:v>0.99789053446497522</c:v>
                </c:pt>
                <c:pt idx="157">
                  <c:v>0.99802675426320964</c:v>
                </c:pt>
                <c:pt idx="158">
                  <c:v>0.99815662808508054</c:v>
                </c:pt>
                <c:pt idx="159">
                  <c:v>0.99828034964294277</c:v>
                </c:pt>
                <c:pt idx="160">
                  <c:v>0.99839810860810485</c:v>
                </c:pt>
                <c:pt idx="161">
                  <c:v>0.99851009071407093</c:v>
                </c:pt>
                <c:pt idx="162">
                  <c:v>0.99861647785736474</c:v>
                </c:pt>
                <c:pt idx="163">
                  <c:v>0.99871744819606589</c:v>
                </c:pt>
                <c:pt idx="164">
                  <c:v>0.99881317624618882</c:v>
                </c:pt>
                <c:pt idx="165">
                  <c:v>0.99890383297603513</c:v>
                </c:pt>
                <c:pt idx="166">
                  <c:v>0.99898958589865505</c:v>
                </c:pt>
                <c:pt idx="167">
                  <c:v>0.9990705991625568</c:v>
                </c:pt>
                <c:pt idx="168">
                  <c:v>0.9991470336408097</c:v>
                </c:pt>
                <c:pt idx="169">
                  <c:v>0.99921904701869035</c:v>
                </c:pt>
                <c:pt idx="170">
                  <c:v>0.99928679388003705</c:v>
                </c:pt>
                <c:pt idx="171">
                  <c:v>0.99935042579248023</c:v>
                </c:pt>
                <c:pt idx="172">
                  <c:v>0.99941009139174075</c:v>
                </c:pt>
                <c:pt idx="173">
                  <c:v>0.99946593646519666</c:v>
                </c:pt>
                <c:pt idx="174">
                  <c:v>0.9995181040349479</c:v>
                </c:pt>
                <c:pt idx="175">
                  <c:v>0.9995667344406326</c:v>
                </c:pt>
                <c:pt idx="176">
                  <c:v>0.99961196542228237</c:v>
                </c:pt>
                <c:pt idx="177">
                  <c:v>0.99965393220354881</c:v>
                </c:pt>
                <c:pt idx="178">
                  <c:v>0.99969276757568493</c:v>
                </c:pt>
                <c:pt idx="179">
                  <c:v>0.99972860198273383</c:v>
                </c:pt>
                <c:pt idx="180">
                  <c:v>0.99976156360846169</c:v>
                </c:pt>
                <c:pt idx="181">
                  <c:v>0.99979177846568301</c:v>
                </c:pt>
                <c:pt idx="182">
                  <c:v>0.9998193704887689</c:v>
                </c:pt>
                <c:pt idx="183">
                  <c:v>0.99984446163031426</c:v>
                </c:pt>
                <c:pt idx="184">
                  <c:v>0.99986717196318908</c:v>
                </c:pt>
                <c:pt idx="185">
                  <c:v>0.99988761978952989</c:v>
                </c:pt>
                <c:pt idx="186">
                  <c:v>0.99990592175868132</c:v>
                </c:pt>
                <c:pt idx="187">
                  <c:v>0.99992219299673091</c:v>
                </c:pt>
                <c:pt idx="188">
                  <c:v>0.99993654725117043</c:v>
                </c:pt>
                <c:pt idx="189">
                  <c:v>0.99994909705551793</c:v>
                </c:pt>
                <c:pt idx="190">
                  <c:v>0.99995995392066306</c:v>
                </c:pt>
                <c:pt idx="191">
                  <c:v>0.99996922856266668</c:v>
                </c:pt>
                <c:pt idx="192">
                  <c:v>0.99997703118146342</c:v>
                </c:pt>
                <c:pt idx="193">
                  <c:v>0.99998347181276059</c:v>
                </c:pt>
                <c:pt idx="194">
                  <c:v>0.99998866078915338</c:v>
                </c:pt>
                <c:pt idx="195">
                  <c:v>0.9999927093721197</c:v>
                </c:pt>
                <c:pt idx="196">
                  <c:v>0.99999573066863845</c:v>
                </c:pt>
                <c:pt idx="197">
                  <c:v>0.99999784106449463</c:v>
                </c:pt>
                <c:pt idx="198">
                  <c:v>0.99999916272222089</c:v>
                </c:pt>
                <c:pt idx="199">
                  <c:v>0.99999982878744664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9E7-4C4A-9A88-24323B6E6253}"/>
            </c:ext>
          </c:extLst>
        </c:ser>
        <c:ser>
          <c:idx val="5"/>
          <c:order val="3"/>
          <c:tx>
            <c:v>AUC=0.8855   3-D SWIRL Transformer</c:v>
          </c:tx>
          <c:spPr>
            <a:ln w="12700">
              <a:solidFill>
                <a:srgbClr val="92D050"/>
              </a:solidFill>
              <a:prstDash val="lgDashDotDot"/>
            </a:ln>
          </c:spPr>
          <c:marker>
            <c:symbol val="none"/>
          </c:marker>
          <c:xVal>
            <c:numRef>
              <c:f>Ablation!$A$6:$A$206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Ablation!$G$6:$G$206</c:f>
              <c:numCache>
                <c:formatCode>General</c:formatCode>
                <c:ptCount val="201"/>
                <c:pt idx="0">
                  <c:v>0</c:v>
                </c:pt>
                <c:pt idx="1">
                  <c:v>0.21974527088560702</c:v>
                </c:pt>
                <c:pt idx="2">
                  <c:v>0.29519510944978022</c:v>
                </c:pt>
                <c:pt idx="3">
                  <c:v>0.34782230078261384</c:v>
                </c:pt>
                <c:pt idx="4">
                  <c:v>0.38908585271572887</c:v>
                </c:pt>
                <c:pt idx="5">
                  <c:v>0.42331347889884635</c:v>
                </c:pt>
                <c:pt idx="6">
                  <c:v>0.45267811359607318</c:v>
                </c:pt>
                <c:pt idx="7">
                  <c:v>0.47844666873693226</c:v>
                </c:pt>
                <c:pt idx="8">
                  <c:v>0.50143106879556987</c:v>
                </c:pt>
                <c:pt idx="9">
                  <c:v>0.52218559701166911</c:v>
                </c:pt>
                <c:pt idx="10">
                  <c:v>0.54110878004141183</c:v>
                </c:pt>
                <c:pt idx="11">
                  <c:v>0.5584972852016179</c:v>
                </c:pt>
                <c:pt idx="12">
                  <c:v>0.5745786388846571</c:v>
                </c:pt>
                <c:pt idx="13">
                  <c:v>0.58953158313613241</c:v>
                </c:pt>
                <c:pt idx="14">
                  <c:v>0.60349936497640733</c:v>
                </c:pt>
                <c:pt idx="15">
                  <c:v>0.61659873464047976</c:v>
                </c:pt>
                <c:pt idx="16">
                  <c:v>0.62892622781358098</c:v>
                </c:pt>
                <c:pt idx="17">
                  <c:v>0.64056266754551261</c:v>
                </c:pt>
                <c:pt idx="18">
                  <c:v>0.65157646373243172</c:v>
                </c:pt>
                <c:pt idx="19">
                  <c:v>0.66202607917919298</c:v>
                </c:pt>
                <c:pt idx="20">
                  <c:v>0.67196190479377549</c:v>
                </c:pt>
                <c:pt idx="21">
                  <c:v>0.68142770743595404</c:v>
                </c:pt>
                <c:pt idx="22">
                  <c:v>0.69046176316091912</c:v>
                </c:pt>
                <c:pt idx="23">
                  <c:v>0.69909775515385641</c:v>
                </c:pt>
                <c:pt idx="24">
                  <c:v>0.70736549313488739</c:v>
                </c:pt>
                <c:pt idx="25">
                  <c:v>0.71529149555204208</c:v>
                </c:pt>
                <c:pt idx="26">
                  <c:v>0.72289946507150926</c:v>
                </c:pt>
                <c:pt idx="27">
                  <c:v>0.73021068019545232</c:v>
                </c:pt>
                <c:pt idx="28">
                  <c:v>0.73724432030084786</c:v>
                </c:pt>
                <c:pt idx="29">
                  <c:v>0.74401773734617249</c:v>
                </c:pt>
                <c:pt idx="30">
                  <c:v>0.75054668449817552</c:v>
                </c:pt>
                <c:pt idx="31">
                  <c:v>0.75684550968937225</c:v>
                </c:pt>
                <c:pt idx="32">
                  <c:v>0.76292732042097566</c:v>
                </c:pt>
                <c:pt idx="33">
                  <c:v>0.76880412483022198</c:v>
                </c:pt>
                <c:pt idx="34">
                  <c:v>0.77448695304186455</c:v>
                </c:pt>
                <c:pt idx="35">
                  <c:v>0.77998596204650505</c:v>
                </c:pt>
                <c:pt idx="36">
                  <c:v>0.78531052673918222</c:v>
                </c:pt>
                <c:pt idx="37">
                  <c:v>0.79046931927037223</c:v>
                </c:pt>
                <c:pt idx="38">
                  <c:v>0.79547037847870294</c:v>
                </c:pt>
                <c:pt idx="39">
                  <c:v>0.80032117086808885</c:v>
                </c:pt>
                <c:pt idx="40">
                  <c:v>0.8050286443449155</c:v>
                </c:pt>
                <c:pt idx="41">
                  <c:v>0.80959927573061741</c:v>
                </c:pt>
                <c:pt idx="42">
                  <c:v>0.81403911290171505</c:v>
                </c:pt>
                <c:pt idx="43">
                  <c:v>0.81835381227556414</c:v>
                </c:pt>
                <c:pt idx="44">
                  <c:v>0.82254867224986428</c:v>
                </c:pt>
                <c:pt idx="45">
                  <c:v>0.82662866311274386</c:v>
                </c:pt>
                <c:pt idx="46">
                  <c:v>0.83059845386441156</c:v>
                </c:pt>
                <c:pt idx="47">
                  <c:v>0.83446243632803174</c:v>
                </c:pt>
                <c:pt idx="48">
                  <c:v>0.83822474687438797</c:v>
                </c:pt>
                <c:pt idx="49">
                  <c:v>0.84188928604020041</c:v>
                </c:pt>
                <c:pt idx="50">
                  <c:v>0.84545973628219295</c:v>
                </c:pt>
                <c:pt idx="51">
                  <c:v>0.84893957807698561</c:v>
                </c:pt>
                <c:pt idx="52">
                  <c:v>0.85233210454962216</c:v>
                </c:pt>
                <c:pt idx="53">
                  <c:v>0.85564043479027974</c:v>
                </c:pt>
                <c:pt idx="54">
                  <c:v>0.85886752599877481</c:v>
                </c:pt>
                <c:pt idx="55">
                  <c:v>0.86201618457935514</c:v>
                </c:pt>
                <c:pt idx="56">
                  <c:v>0.86508907629351117</c:v>
                </c:pt>
                <c:pt idx="57">
                  <c:v>0.86808873556579402</c:v>
                </c:pt>
                <c:pt idx="58">
                  <c:v>0.87101757402657853</c:v>
                </c:pt>
                <c:pt idx="59">
                  <c:v>0.8738778883661138</c:v>
                </c:pt>
                <c:pt idx="60">
                  <c:v>0.87667186756584481</c:v>
                </c:pt>
                <c:pt idx="61">
                  <c:v>0.87940159956569375</c:v>
                </c:pt>
                <c:pt idx="62">
                  <c:v>0.8820690774196045</c:v>
                </c:pt>
                <c:pt idx="63">
                  <c:v>0.88467620498605237</c:v>
                </c:pt>
                <c:pt idx="64">
                  <c:v>0.88722480219529976</c:v>
                </c:pt>
                <c:pt idx="65">
                  <c:v>0.88971660993084234</c:v>
                </c:pt>
                <c:pt idx="66">
                  <c:v>0.8921532945586621</c:v>
                </c:pt>
                <c:pt idx="67">
                  <c:v>0.8945364521345206</c:v>
                </c:pt>
                <c:pt idx="68">
                  <c:v>0.89686761231652579</c:v>
                </c:pt>
                <c:pt idx="69">
                  <c:v>0.89914824200753984</c:v>
                </c:pt>
                <c:pt idx="70">
                  <c:v>0.90137974874963478</c:v>
                </c:pt>
                <c:pt idx="71">
                  <c:v>0.90356348389068353</c:v>
                </c:pt>
                <c:pt idx="72">
                  <c:v>0.9057007455412982</c:v>
                </c:pt>
                <c:pt idx="73">
                  <c:v>0.90779278133864172</c:v>
                </c:pt>
                <c:pt idx="74">
                  <c:v>0.90984079103213145</c:v>
                </c:pt>
                <c:pt idx="75">
                  <c:v>0.91184592890470262</c:v>
                </c:pt>
                <c:pt idx="76">
                  <c:v>0.91380930604208488</c:v>
                </c:pt>
                <c:pt idx="77">
                  <c:v>0.91573199246145609</c:v>
                </c:pt>
                <c:pt idx="78">
                  <c:v>0.91761501910985199</c:v>
                </c:pt>
                <c:pt idx="79">
                  <c:v>0.91945937974182235</c:v>
                </c:pt>
                <c:pt idx="80">
                  <c:v>0.92126603268502738</c:v>
                </c:pt>
                <c:pt idx="81">
                  <c:v>0.92303590250174117</c:v>
                </c:pt>
                <c:pt idx="82">
                  <c:v>0.92476988155357098</c:v>
                </c:pt>
                <c:pt idx="83">
                  <c:v>0.92646883147611125</c:v>
                </c:pt>
                <c:pt idx="84">
                  <c:v>0.92813358456970807</c:v>
                </c:pt>
                <c:pt idx="85">
                  <c:v>0.92976494511201846</c:v>
                </c:pt>
                <c:pt idx="86">
                  <c:v>0.93136369059760649</c:v>
                </c:pt>
                <c:pt idx="87">
                  <c:v>0.93293057290940451</c:v>
                </c:pt>
                <c:pt idx="88">
                  <c:v>0.93446631942650671</c:v>
                </c:pt>
                <c:pt idx="89">
                  <c:v>0.93597163407241246</c:v>
                </c:pt>
                <c:pt idx="90">
                  <c:v>0.93744719830753631</c:v>
                </c:pt>
                <c:pt idx="91">
                  <c:v>0.93889367206951335</c:v>
                </c:pt>
                <c:pt idx="92">
                  <c:v>0.94031169466457198</c:v>
                </c:pt>
                <c:pt idx="93">
                  <c:v>0.9417018856130065</c:v>
                </c:pt>
                <c:pt idx="94">
                  <c:v>0.94306484545156499</c:v>
                </c:pt>
                <c:pt idx="95">
                  <c:v>0.94440115649536793</c:v>
                </c:pt>
                <c:pt idx="96">
                  <c:v>0.94571138356178697</c:v>
                </c:pt>
                <c:pt idx="97">
                  <c:v>0.94699607465854685</c:v>
                </c:pt>
                <c:pt idx="98">
                  <c:v>0.94825576163815417</c:v>
                </c:pt>
                <c:pt idx="99">
                  <c:v>0.9494909608206159</c:v>
                </c:pt>
                <c:pt idx="100">
                  <c:v>0.95070217358627429</c:v>
                </c:pt>
                <c:pt idx="101">
                  <c:v>0.95189006333250337</c:v>
                </c:pt>
                <c:pt idx="102">
                  <c:v>0.95305532213145228</c:v>
                </c:pt>
                <c:pt idx="103">
                  <c:v>0.95419836891117948</c:v>
                </c:pt>
                <c:pt idx="104">
                  <c:v>0.9553196302111524</c:v>
                </c:pt>
                <c:pt idx="105">
                  <c:v>0.95641952120058205</c:v>
                </c:pt>
                <c:pt idx="106">
                  <c:v>0.95749844606866175</c:v>
                </c:pt>
                <c:pt idx="107">
                  <c:v>0.95855679839792851</c:v>
                </c:pt>
                <c:pt idx="108">
                  <c:v>0.95959496152161083</c:v>
                </c:pt>
                <c:pt idx="109">
                  <c:v>0.96061330886577001</c:v>
                </c:pt>
                <c:pt idx="110">
                  <c:v>0.96161220427699767</c:v>
                </c:pt>
                <c:pt idx="111">
                  <c:v>0.96259200233638464</c:v>
                </c:pt>
                <c:pt idx="112">
                  <c:v>0.96355304866043612</c:v>
                </c:pt>
                <c:pt idx="113">
                  <c:v>0.96449568018956522</c:v>
                </c:pt>
                <c:pt idx="114">
                  <c:v>0.96542022546476569</c:v>
                </c:pt>
                <c:pt idx="115">
                  <c:v>0.96632700489302426</c:v>
                </c:pt>
                <c:pt idx="116">
                  <c:v>0.96721633100200466</c:v>
                </c:pt>
                <c:pt idx="117">
                  <c:v>0.96808850868450458</c:v>
                </c:pt>
                <c:pt idx="118">
                  <c:v>0.96894383543315588</c:v>
                </c:pt>
                <c:pt idx="119">
                  <c:v>0.96978260156581619</c:v>
                </c:pt>
                <c:pt idx="120">
                  <c:v>0.97060509044207033</c:v>
                </c:pt>
                <c:pt idx="121">
                  <c:v>0.97141157867123984</c:v>
                </c:pt>
                <c:pt idx="122">
                  <c:v>0.97220233631227548</c:v>
                </c:pt>
                <c:pt idx="123">
                  <c:v>0.97297762706588653</c:v>
                </c:pt>
                <c:pt idx="124">
                  <c:v>0.97373770845924035</c:v>
                </c:pt>
                <c:pt idx="125">
                  <c:v>0.97448283202355079</c:v>
                </c:pt>
                <c:pt idx="126">
                  <c:v>0.97521324346485017</c:v>
                </c:pt>
                <c:pt idx="127">
                  <c:v>0.97592918282822849</c:v>
                </c:pt>
                <c:pt idx="128">
                  <c:v>0.97663088465580561</c:v>
                </c:pt>
                <c:pt idx="129">
                  <c:v>0.9773185781386865</c:v>
                </c:pt>
                <c:pt idx="130">
                  <c:v>0.97799248726313626</c:v>
                </c:pt>
                <c:pt idx="131">
                  <c:v>0.97865283095119826</c:v>
                </c:pt>
                <c:pt idx="132">
                  <c:v>0.97929982319596509</c:v>
                </c:pt>
                <c:pt idx="133">
                  <c:v>0.97993367319169922</c:v>
                </c:pt>
                <c:pt idx="134">
                  <c:v>0.98055458545899099</c:v>
                </c:pt>
                <c:pt idx="135">
                  <c:v>0.9811627599651247</c:v>
                </c:pt>
                <c:pt idx="136">
                  <c:v>0.9817583922398192</c:v>
                </c:pt>
                <c:pt idx="137">
                  <c:v>0.98234167348649293</c:v>
                </c:pt>
                <c:pt idx="138">
                  <c:v>0.98291279068919524</c:v>
                </c:pt>
                <c:pt idx="139">
                  <c:v>0.98347192671533656</c:v>
                </c:pt>
                <c:pt idx="140">
                  <c:v>0.98401926041433707</c:v>
                </c:pt>
                <c:pt idx="141">
                  <c:v>0.98455496671230613</c:v>
                </c:pt>
                <c:pt idx="142">
                  <c:v>0.98507921670285326</c:v>
                </c:pt>
                <c:pt idx="143">
                  <c:v>0.98559217773412156</c:v>
                </c:pt>
                <c:pt idx="144">
                  <c:v>0.98609401349212522</c:v>
                </c:pt>
                <c:pt idx="145">
                  <c:v>0.98658488408046141</c:v>
                </c:pt>
                <c:pt idx="146">
                  <c:v>0.98706494609645767</c:v>
                </c:pt>
                <c:pt idx="147">
                  <c:v>0.98753435270380241</c:v>
                </c:pt>
                <c:pt idx="148">
                  <c:v>0.98799325370169866</c:v>
                </c:pt>
                <c:pt idx="149">
                  <c:v>0.988441795590566</c:v>
                </c:pt>
                <c:pt idx="150">
                  <c:v>0.98888012163430394</c:v>
                </c:pt>
                <c:pt idx="151">
                  <c:v>0.98930837191911791</c:v>
                </c:pt>
                <c:pt idx="152">
                  <c:v>0.98972668340889158</c:v>
                </c:pt>
                <c:pt idx="153">
                  <c:v>0.99013518999707606</c:v>
                </c:pt>
                <c:pt idx="154">
                  <c:v>0.99053402255504874</c:v>
                </c:pt>
                <c:pt idx="155">
                  <c:v>0.99092330897687264</c:v>
                </c:pt>
                <c:pt idx="156">
                  <c:v>0.99130317422036995</c:v>
                </c:pt>
                <c:pt idx="157">
                  <c:v>0.99167374034439615</c:v>
                </c:pt>
                <c:pt idx="158">
                  <c:v>0.99203512654217618</c:v>
                </c:pt>
                <c:pt idx="159">
                  <c:v>0.99238744917053212</c:v>
                </c:pt>
                <c:pt idx="160">
                  <c:v>0.99273082177479721</c:v>
                </c:pt>
                <c:pt idx="161">
                  <c:v>0.99306535510917204</c:v>
                </c:pt>
                <c:pt idx="162">
                  <c:v>0.99339115715222981</c:v>
                </c:pt>
                <c:pt idx="163">
                  <c:v>0.99370833311722606</c:v>
                </c:pt>
                <c:pt idx="164">
                  <c:v>0.99401698545680228</c:v>
                </c:pt>
                <c:pt idx="165">
                  <c:v>0.99431721386160188</c:v>
                </c:pt>
                <c:pt idx="166">
                  <c:v>0.99460911525222484</c:v>
                </c:pt>
                <c:pt idx="167">
                  <c:v>0.99489278376384771</c:v>
                </c:pt>
                <c:pt idx="168">
                  <c:v>0.9951683107227054</c:v>
                </c:pt>
                <c:pt idx="169">
                  <c:v>0.99543578461348614</c:v>
                </c:pt>
                <c:pt idx="170">
                  <c:v>0.99569529103650456</c:v>
                </c:pt>
                <c:pt idx="171">
                  <c:v>0.99594691265329938</c:v>
                </c:pt>
                <c:pt idx="172">
                  <c:v>0.9961907291190305</c:v>
                </c:pt>
                <c:pt idx="173">
                  <c:v>0.99642681699971369</c:v>
                </c:pt>
                <c:pt idx="174">
                  <c:v>0.99665524967191721</c:v>
                </c:pt>
                <c:pt idx="175">
                  <c:v>0.99687609720202186</c:v>
                </c:pt>
                <c:pt idx="176">
                  <c:v>0.99708942620149044</c:v>
                </c:pt>
                <c:pt idx="177">
                  <c:v>0.99729529965374986</c:v>
                </c:pt>
                <c:pt idx="178">
                  <c:v>0.99749377670721928</c:v>
                </c:pt>
                <c:pt idx="179">
                  <c:v>0.99768491242761104</c:v>
                </c:pt>
                <c:pt idx="180">
                  <c:v>0.99786875750079984</c:v>
                </c:pt>
                <c:pt idx="181">
                  <c:v>0.99804535787511584</c:v>
                </c:pt>
                <c:pt idx="182">
                  <c:v>0.99821475432863294</c:v>
                </c:pt>
                <c:pt idx="183">
                  <c:v>0.9983769819425492</c:v>
                </c:pt>
                <c:pt idx="184">
                  <c:v>0.99853206945554673</c:v>
                </c:pt>
                <c:pt idx="185">
                  <c:v>0.99868003846527031</c:v>
                </c:pt>
                <c:pt idx="186">
                  <c:v>0.9988209024304906</c:v>
                </c:pt>
                <c:pt idx="187">
                  <c:v>0.99895466540905897</c:v>
                </c:pt>
                <c:pt idx="188">
                  <c:v>0.99908132043900477</c:v>
                </c:pt>
                <c:pt idx="189">
                  <c:v>0.99920084742721949</c:v>
                </c:pt>
                <c:pt idx="190">
                  <c:v>0.99931321034173759</c:v>
                </c:pt>
                <c:pt idx="191">
                  <c:v>0.99941835339039742</c:v>
                </c:pt>
                <c:pt idx="192">
                  <c:v>0.99951619567308947</c:v>
                </c:pt>
                <c:pt idx="193">
                  <c:v>0.99960662343916507</c:v>
                </c:pt>
                <c:pt idx="194">
                  <c:v>0.9996894783930047</c:v>
                </c:pt>
                <c:pt idx="195">
                  <c:v>0.9997645390487131</c:v>
                </c:pt>
                <c:pt idx="196">
                  <c:v>0.99983148879230421</c:v>
                </c:pt>
                <c:pt idx="197">
                  <c:v>0.99988985541685538</c:v>
                </c:pt>
                <c:pt idx="198">
                  <c:v>0.99993887794910563</c:v>
                </c:pt>
                <c:pt idx="199">
                  <c:v>0.99997712411001438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99E7-4C4A-9A88-24323B6E6253}"/>
            </c:ext>
          </c:extLst>
        </c:ser>
        <c:ser>
          <c:idx val="1"/>
          <c:order val="4"/>
          <c:tx>
            <c:v>AUC=0.8862   Reduced 3-D Swin Transformer with aug</c:v>
          </c:tx>
          <c:spPr>
            <a:ln w="12700">
              <a:solidFill>
                <a:srgbClr val="00B0F0"/>
              </a:solidFill>
              <a:prstDash val="sysDot"/>
            </a:ln>
          </c:spPr>
          <c:marker>
            <c:symbol val="none"/>
          </c:marker>
          <c:xVal>
            <c:numRef>
              <c:f>Ablation!$A$6:$A$206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Ablation!$C$6:$C$206</c:f>
              <c:numCache>
                <c:formatCode>General</c:formatCode>
                <c:ptCount val="201"/>
                <c:pt idx="0">
                  <c:v>0</c:v>
                </c:pt>
                <c:pt idx="1">
                  <c:v>0.1358092121644241</c:v>
                </c:pt>
                <c:pt idx="2">
                  <c:v>0.20720229131940973</c:v>
                </c:pt>
                <c:pt idx="3">
                  <c:v>0.26147966950950452</c:v>
                </c:pt>
                <c:pt idx="4">
                  <c:v>0.30617735704985211</c:v>
                </c:pt>
                <c:pt idx="5">
                  <c:v>0.34448972015809909</c:v>
                </c:pt>
                <c:pt idx="6">
                  <c:v>0.37814632019151423</c:v>
                </c:pt>
                <c:pt idx="7">
                  <c:v>0.40821406192420784</c:v>
                </c:pt>
                <c:pt idx="8">
                  <c:v>0.43540787027763872</c:v>
                </c:pt>
                <c:pt idx="9">
                  <c:v>0.4602352491710911</c:v>
                </c:pt>
                <c:pt idx="10">
                  <c:v>0.48307215939526393</c:v>
                </c:pt>
                <c:pt idx="11">
                  <c:v>0.50420672436907699</c:v>
                </c:pt>
                <c:pt idx="12">
                  <c:v>0.52386435389391828</c:v>
                </c:pt>
                <c:pt idx="13">
                  <c:v>0.54222687415139004</c:v>
                </c:pt>
                <c:pt idx="14">
                  <c:v>0.55944268362064276</c:v>
                </c:pt>
                <c:pt idx="15">
                  <c:v>0.57563486904661043</c:v>
                </c:pt>
                <c:pt idx="16">
                  <c:v>0.5909068491049827</c:v>
                </c:pt>
                <c:pt idx="17">
                  <c:v>0.60534649379892902</c:v>
                </c:pt>
                <c:pt idx="18">
                  <c:v>0.61902919554575653</c:v>
                </c:pt>
                <c:pt idx="19">
                  <c:v>0.63202020129416625</c:v>
                </c:pt>
                <c:pt idx="20">
                  <c:v>0.64437641239362431</c:v>
                </c:pt>
                <c:pt idx="21">
                  <c:v>0.65614779376583743</c:v>
                </c:pt>
                <c:pt idx="22">
                  <c:v>0.66737849140987104</c:v>
                </c:pt>
                <c:pt idx="23">
                  <c:v>0.67810772886442372</c:v>
                </c:pt>
                <c:pt idx="24">
                  <c:v>0.68837053386295188</c:v>
                </c:pt>
                <c:pt idx="25">
                  <c:v>0.69819833293091749</c:v>
                </c:pt>
                <c:pt idx="26">
                  <c:v>0.70761944213029637</c:v>
                </c:pt>
                <c:pt idx="27">
                  <c:v>0.71665947529589347</c:v>
                </c:pt>
                <c:pt idx="28">
                  <c:v>0.7253416861056865</c:v>
                </c:pt>
                <c:pt idx="29">
                  <c:v>0.73368725663221224</c:v>
                </c:pt>
                <c:pt idx="30">
                  <c:v>0.74171554225935821</c:v>
                </c:pt>
                <c:pt idx="31">
                  <c:v>0.74944428076061598</c:v>
                </c:pt>
                <c:pt idx="32">
                  <c:v>0.75688977173995897</c:v>
                </c:pt>
                <c:pt idx="33">
                  <c:v>0.76406703140689525</c:v>
                </c:pt>
                <c:pt idx="34">
                  <c:v>0.77098992670077426</c:v>
                </c:pt>
                <c:pt idx="35">
                  <c:v>0.77767129202930541</c:v>
                </c:pt>
                <c:pt idx="36">
                  <c:v>0.78412303129336858</c:v>
                </c:pt>
                <c:pt idx="37">
                  <c:v>0.79035620739820511</c:v>
                </c:pt>
                <c:pt idx="38">
                  <c:v>0.79638112107277625</c:v>
                </c:pt>
                <c:pt idx="39">
                  <c:v>0.80220738051389695</c:v>
                </c:pt>
                <c:pt idx="40">
                  <c:v>0.8078439631240848</c:v>
                </c:pt>
                <c:pt idx="41">
                  <c:v>0.81329927040993444</c:v>
                </c:pt>
                <c:pt idx="42">
                  <c:v>0.81858117694193944</c:v>
                </c:pt>
                <c:pt idx="43">
                  <c:v>0.82369707413986459</c:v>
                </c:pt>
                <c:pt idx="44">
                  <c:v>0.82865390953438911</c:v>
                </c:pt>
                <c:pt idx="45">
                  <c:v>0.83345822206130626</c:v>
                </c:pt>
                <c:pt idx="46">
                  <c:v>0.83811617386561499</c:v>
                </c:pt>
                <c:pt idx="47">
                  <c:v>0.84263357902652336</c:v>
                </c:pt>
                <c:pt idx="48">
                  <c:v>0.84701592955847171</c:v>
                </c:pt>
                <c:pt idx="49">
                  <c:v>0.85126841899596628</c:v>
                </c:pt>
                <c:pt idx="50">
                  <c:v>0.85539596382981598</c:v>
                </c:pt>
                <c:pt idx="51">
                  <c:v>0.85940322302810424</c:v>
                </c:pt>
                <c:pt idx="52">
                  <c:v>0.86329461584592548</c:v>
                </c:pt>
                <c:pt idx="53">
                  <c:v>0.86707433810276935</c:v>
                </c:pt>
                <c:pt idx="54">
                  <c:v>0.87074637708480962</c:v>
                </c:pt>
                <c:pt idx="55">
                  <c:v>0.87431452521066921</c:v>
                </c:pt>
                <c:pt idx="56">
                  <c:v>0.87778239258307533</c:v>
                </c:pt>
                <c:pt idx="57">
                  <c:v>0.88115341853478291</c:v>
                </c:pt>
                <c:pt idx="58">
                  <c:v>0.88443088226494138</c:v>
                </c:pt>
                <c:pt idx="59">
                  <c:v>0.88761791265142231</c:v>
                </c:pt>
                <c:pt idx="60">
                  <c:v>0.89071749731531502</c:v>
                </c:pt>
                <c:pt idx="61">
                  <c:v>0.89373249100563146</c:v>
                </c:pt>
                <c:pt idx="62">
                  <c:v>0.89666562336508404</c:v>
                </c:pt>
                <c:pt idx="63">
                  <c:v>0.89951950613149145</c:v>
                </c:pt>
                <c:pt idx="64">
                  <c:v>0.90229663982378461</c:v>
                </c:pt>
                <c:pt idx="65">
                  <c:v>0.90499941995666777</c:v>
                </c:pt>
                <c:pt idx="66">
                  <c:v>0.90763014282361532</c:v>
                </c:pt>
                <c:pt idx="67">
                  <c:v>0.91019101088401677</c:v>
                </c:pt>
                <c:pt idx="68">
                  <c:v>0.91268413778683455</c:v>
                </c:pt>
                <c:pt idx="69">
                  <c:v>0.91511155306006886</c:v>
                </c:pt>
                <c:pt idx="70">
                  <c:v>0.9174752064925894</c:v>
                </c:pt>
                <c:pt idx="71">
                  <c:v>0.91977697223243804</c:v>
                </c:pt>
                <c:pt idx="72">
                  <c:v>0.92201865262352356</c:v>
                </c:pt>
                <c:pt idx="73">
                  <c:v>0.9242019818006566</c:v>
                </c:pt>
                <c:pt idx="74">
                  <c:v>0.92632862906110991</c:v>
                </c:pt>
                <c:pt idx="75">
                  <c:v>0.92840020202930373</c:v>
                </c:pt>
                <c:pt idx="76">
                  <c:v>0.93041824962977815</c:v>
                </c:pt>
                <c:pt idx="77">
                  <c:v>0.93238426488233361</c:v>
                </c:pt>
                <c:pt idx="78">
                  <c:v>0.93429968753204684</c:v>
                </c:pt>
                <c:pt idx="79">
                  <c:v>0.93616590652581722</c:v>
                </c:pt>
                <c:pt idx="80">
                  <c:v>0.93798426234614707</c:v>
                </c:pt>
                <c:pt idx="81">
                  <c:v>0.93975604921198808</c:v>
                </c:pt>
                <c:pt idx="82">
                  <c:v>0.94148251715570175</c:v>
                </c:pt>
                <c:pt idx="83">
                  <c:v>0.94316487398446947</c:v>
                </c:pt>
                <c:pt idx="84">
                  <c:v>0.9448042871338298</c:v>
                </c:pt>
                <c:pt idx="85">
                  <c:v>0.94640188542043746</c:v>
                </c:pt>
                <c:pt idx="86">
                  <c:v>0.9479587607005876</c:v>
                </c:pt>
                <c:pt idx="87">
                  <c:v>0.94947596944056256</c:v>
                </c:pt>
                <c:pt idx="88">
                  <c:v>0.9509545342044029</c:v>
                </c:pt>
                <c:pt idx="89">
                  <c:v>0.95239544506429052</c:v>
                </c:pt>
                <c:pt idx="90">
                  <c:v>0.953799660938357</c:v>
                </c:pt>
                <c:pt idx="91">
                  <c:v>0.95516811086037778</c:v>
                </c:pt>
                <c:pt idx="92">
                  <c:v>0.95650169518549877</c:v>
                </c:pt>
                <c:pt idx="93">
                  <c:v>0.95780128673584664</c:v>
                </c:pt>
                <c:pt idx="94">
                  <c:v>0.95906773188960437</c:v>
                </c:pt>
                <c:pt idx="95">
                  <c:v>0.96030185161688808</c:v>
                </c:pt>
                <c:pt idx="96">
                  <c:v>0.96150444246553002</c:v>
                </c:pt>
                <c:pt idx="97">
                  <c:v>0.96267627749966433</c:v>
                </c:pt>
                <c:pt idx="98">
                  <c:v>0.96381810719381744</c:v>
                </c:pt>
                <c:pt idx="99">
                  <c:v>0.96493066028502195</c:v>
                </c:pt>
                <c:pt idx="100">
                  <c:v>0.96601464458531483</c:v>
                </c:pt>
                <c:pt idx="101">
                  <c:v>0.96707090409143859</c:v>
                </c:pt>
                <c:pt idx="102">
                  <c:v>0.96810029673194775</c:v>
                </c:pt>
                <c:pt idx="103">
                  <c:v>0.96910342936051797</c:v>
                </c:pt>
                <c:pt idx="104">
                  <c:v>0.97008090947586645</c:v>
                </c:pt>
                <c:pt idx="105">
                  <c:v>0.97103332849170065</c:v>
                </c:pt>
                <c:pt idx="106">
                  <c:v>0.97196126227988855</c:v>
                </c:pt>
                <c:pt idx="107">
                  <c:v>0.97286527169112025</c:v>
                </c:pt>
                <c:pt idx="108">
                  <c:v>0.97374590305417974</c:v>
                </c:pt>
                <c:pt idx="109">
                  <c:v>0.97460368865488334</c:v>
                </c:pt>
                <c:pt idx="110">
                  <c:v>0.97543914719567937</c:v>
                </c:pt>
                <c:pt idx="111">
                  <c:v>0.97625278423684714</c:v>
                </c:pt>
                <c:pt idx="112">
                  <c:v>0.97704509262018113</c:v>
                </c:pt>
                <c:pt idx="113">
                  <c:v>0.977816552875996</c:v>
                </c:pt>
                <c:pt idx="114">
                  <c:v>0.97856763361424204</c:v>
                </c:pt>
                <c:pt idx="115">
                  <c:v>0.97929879190047797</c:v>
                </c:pt>
                <c:pt idx="116">
                  <c:v>0.9800104736174059</c:v>
                </c:pt>
                <c:pt idx="117">
                  <c:v>0.98070311381263753</c:v>
                </c:pt>
                <c:pt idx="118">
                  <c:v>0.9813771370333213</c:v>
                </c:pt>
                <c:pt idx="119">
                  <c:v>0.98203295764823106</c:v>
                </c:pt>
                <c:pt idx="120">
                  <c:v>0.9826709801578829</c:v>
                </c:pt>
                <c:pt idx="121">
                  <c:v>0.98329159949321576</c:v>
                </c:pt>
                <c:pt idx="122">
                  <c:v>0.98389520130334773</c:v>
                </c:pt>
                <c:pt idx="123">
                  <c:v>0.98448216223289065</c:v>
                </c:pt>
                <c:pt idx="124">
                  <c:v>0.98505285018928168</c:v>
                </c:pt>
                <c:pt idx="125">
                  <c:v>0.9856076246005685</c:v>
                </c:pt>
                <c:pt idx="126">
                  <c:v>0.98614683666406144</c:v>
                </c:pt>
                <c:pt idx="127">
                  <c:v>0.98667082958624697</c:v>
                </c:pt>
                <c:pt idx="128">
                  <c:v>0.98717993881433674</c:v>
                </c:pt>
                <c:pt idx="129">
                  <c:v>0.98767449225980786</c:v>
                </c:pt>
                <c:pt idx="130">
                  <c:v>0.98815481051427423</c:v>
                </c:pt>
                <c:pt idx="131">
                  <c:v>0.9886212070580116</c:v>
                </c:pt>
                <c:pt idx="132">
                  <c:v>0.98907398846144334</c:v>
                </c:pt>
                <c:pt idx="133">
                  <c:v>0.9895134545798816</c:v>
                </c:pt>
                <c:pt idx="134">
                  <c:v>0.98993989874180255</c:v>
                </c:pt>
                <c:pt idx="135">
                  <c:v>0.99035360793092231</c:v>
                </c:pt>
                <c:pt idx="136">
                  <c:v>0.99075486296233073</c:v>
                </c:pt>
                <c:pt idx="137">
                  <c:v>0.99114393865292305</c:v>
                </c:pt>
                <c:pt idx="138">
                  <c:v>0.99152110398636562</c:v>
                </c:pt>
                <c:pt idx="139">
                  <c:v>0.9918866222728161</c:v>
                </c:pt>
                <c:pt idx="140">
                  <c:v>0.99224075130361178</c:v>
                </c:pt>
                <c:pt idx="141">
                  <c:v>0.99258374350113132</c:v>
                </c:pt>
                <c:pt idx="142">
                  <c:v>0.99291584606402317</c:v>
                </c:pt>
                <c:pt idx="143">
                  <c:v>0.99323730110799069</c:v>
                </c:pt>
                <c:pt idx="144">
                  <c:v>0.99354834580231322</c:v>
                </c:pt>
                <c:pt idx="145">
                  <c:v>0.99384921250227465</c:v>
                </c:pt>
                <c:pt idx="146">
                  <c:v>0.99414012887766967</c:v>
                </c:pt>
                <c:pt idx="147">
                  <c:v>0.99442131803754397</c:v>
                </c:pt>
                <c:pt idx="148">
                  <c:v>0.99469299865132577</c:v>
                </c:pt>
                <c:pt idx="149">
                  <c:v>0.99495538506649672</c:v>
                </c:pt>
                <c:pt idx="150">
                  <c:v>0.99520868742294644</c:v>
                </c:pt>
                <c:pt idx="151">
                  <c:v>0.99545311176415108</c:v>
                </c:pt>
                <c:pt idx="152">
                  <c:v>0.99568886014531055</c:v>
                </c:pt>
                <c:pt idx="153">
                  <c:v>0.99591613073857632</c:v>
                </c:pt>
                <c:pt idx="154">
                  <c:v>0.99613511793549869</c:v>
                </c:pt>
                <c:pt idx="155">
                  <c:v>0.99634601244681786</c:v>
                </c:pt>
                <c:pt idx="156">
                  <c:v>0.9965490013997218</c:v>
                </c:pt>
                <c:pt idx="157">
                  <c:v>0.99674426843269226</c:v>
                </c:pt>
                <c:pt idx="158">
                  <c:v>0.99693199378805597</c:v>
                </c:pt>
                <c:pt idx="159">
                  <c:v>0.99711235440236001</c:v>
                </c:pt>
                <c:pt idx="160">
                  <c:v>0.99728552399468706</c:v>
                </c:pt>
                <c:pt idx="161">
                  <c:v>0.9974516731530273</c:v>
                </c:pt>
                <c:pt idx="162">
                  <c:v>0.99761096941882477</c:v>
                </c:pt>
                <c:pt idx="163">
                  <c:v>0.9977635773698138</c:v>
                </c:pt>
                <c:pt idx="164">
                  <c:v>0.99790965870126769</c:v>
                </c:pt>
                <c:pt idx="165">
                  <c:v>0.99804937230578006</c:v>
                </c:pt>
                <c:pt idx="166">
                  <c:v>0.9981828743517055</c:v>
                </c:pt>
                <c:pt idx="167">
                  <c:v>0.99831031836038953</c:v>
                </c:pt>
                <c:pt idx="168">
                  <c:v>0.99843185528232481</c:v>
                </c:pt>
                <c:pt idx="169">
                  <c:v>0.99854763357237575</c:v>
                </c:pt>
                <c:pt idx="170">
                  <c:v>0.99865779926422571</c:v>
                </c:pt>
                <c:pt idx="171">
                  <c:v>0.9987624960442093</c:v>
                </c:pt>
                <c:pt idx="172">
                  <c:v>0.99886186532470755</c:v>
                </c:pt>
                <c:pt idx="173">
                  <c:v>0.99895604631729895</c:v>
                </c:pt>
                <c:pt idx="174">
                  <c:v>0.99904517610587973</c:v>
                </c:pt>
                <c:pt idx="175">
                  <c:v>0.99912938971999143</c:v>
                </c:pt>
                <c:pt idx="176">
                  <c:v>0.99920882020862201</c:v>
                </c:pt>
                <c:pt idx="177">
                  <c:v>0.99928359871478245</c:v>
                </c:pt>
                <c:pt idx="178">
                  <c:v>0.99935385455120751</c:v>
                </c:pt>
                <c:pt idx="179">
                  <c:v>0.999419715277578</c:v>
                </c:pt>
                <c:pt idx="180">
                  <c:v>0.99948130677973435</c:v>
                </c:pt>
                <c:pt idx="181">
                  <c:v>0.99953875335142917</c:v>
                </c:pt>
                <c:pt idx="182">
                  <c:v>0.99959217777927378</c:v>
                </c:pt>
                <c:pt idx="183">
                  <c:v>0.99964170143166131</c:v>
                </c:pt>
                <c:pt idx="184">
                  <c:v>0.99968744435261747</c:v>
                </c:pt>
                <c:pt idx="185">
                  <c:v>0.99972952536173953</c:v>
                </c:pt>
                <c:pt idx="186">
                  <c:v>0.99976806216165903</c:v>
                </c:pt>
                <c:pt idx="187">
                  <c:v>0.99980317145481989</c:v>
                </c:pt>
                <c:pt idx="188">
                  <c:v>0.99983496907182701</c:v>
                </c:pt>
                <c:pt idx="189">
                  <c:v>0.99986357011423765</c:v>
                </c:pt>
                <c:pt idx="190">
                  <c:v>0.99988908911547558</c:v>
                </c:pt>
                <c:pt idx="191">
                  <c:v>0.99991164022461165</c:v>
                </c:pt>
                <c:pt idx="192">
                  <c:v>0.999931337419116</c:v>
                </c:pt>
                <c:pt idx="193">
                  <c:v>0.9999482947543038</c:v>
                </c:pt>
                <c:pt idx="194">
                  <c:v>0.99996262665868774</c:v>
                </c:pt>
                <c:pt idx="195">
                  <c:v>0.99997444828420234</c:v>
                </c:pt>
                <c:pt idx="196">
                  <c:v>0.99998387591199989</c:v>
                </c:pt>
                <c:pt idx="197">
                  <c:v>0.99999102737261136</c:v>
                </c:pt>
                <c:pt idx="198">
                  <c:v>0.999996022240216</c:v>
                </c:pt>
                <c:pt idx="199">
                  <c:v>0.99999898037796642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9E7-4C4A-9A88-24323B6E6253}"/>
            </c:ext>
          </c:extLst>
        </c:ser>
        <c:ser>
          <c:idx val="4"/>
          <c:order val="5"/>
          <c:tx>
            <c:v>AUC=0.8668   3-D Swin Transformer with aug</c:v>
          </c:tx>
          <c:spPr>
            <a:ln w="12700">
              <a:solidFill>
                <a:srgbClr val="0070C0"/>
              </a:solidFill>
              <a:prstDash val="dashDot"/>
            </a:ln>
          </c:spPr>
          <c:marker>
            <c:symbol val="none"/>
          </c:marker>
          <c:xVal>
            <c:numRef>
              <c:f>Ablation!$A$6:$A$206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Ablation!$F$6:$F$206</c:f>
              <c:numCache>
                <c:formatCode>General</c:formatCode>
                <c:ptCount val="201"/>
                <c:pt idx="0">
                  <c:v>0</c:v>
                </c:pt>
                <c:pt idx="1">
                  <c:v>9.2104644810550557E-2</c:v>
                </c:pt>
                <c:pt idx="2">
                  <c:v>0.1508999636421498</c:v>
                </c:pt>
                <c:pt idx="3">
                  <c:v>0.19833170226378635</c:v>
                </c:pt>
                <c:pt idx="4">
                  <c:v>0.23889725121227612</c:v>
                </c:pt>
                <c:pt idx="5">
                  <c:v>0.27464916475337192</c:v>
                </c:pt>
                <c:pt idx="6">
                  <c:v>0.30675551466058321</c:v>
                </c:pt>
                <c:pt idx="7">
                  <c:v>0.33596479499502641</c:v>
                </c:pt>
                <c:pt idx="8">
                  <c:v>0.36279432575618081</c:v>
                </c:pt>
                <c:pt idx="9">
                  <c:v>0.38762105121564117</c:v>
                </c:pt>
                <c:pt idx="10">
                  <c:v>0.4107305968116825</c:v>
                </c:pt>
                <c:pt idx="11">
                  <c:v>0.43234603667100713</c:v>
                </c:pt>
                <c:pt idx="12">
                  <c:v>0.45264584131477187</c:v>
                </c:pt>
                <c:pt idx="13">
                  <c:v>0.47177563310228759</c:v>
                </c:pt>
                <c:pt idx="14">
                  <c:v>0.48985619430776822</c:v>
                </c:pt>
                <c:pt idx="15">
                  <c:v>0.50698938383224568</c:v>
                </c:pt>
                <c:pt idx="16">
                  <c:v>0.52326089709684931</c:v>
                </c:pt>
                <c:pt idx="17">
                  <c:v>0.53874532983874301</c:v>
                </c:pt>
                <c:pt idx="18">
                  <c:v>0.55350715439756815</c:v>
                </c:pt>
                <c:pt idx="19">
                  <c:v>0.56760273956055862</c:v>
                </c:pt>
                <c:pt idx="20">
                  <c:v>0.58108172123887758</c:v>
                </c:pt>
                <c:pt idx="21">
                  <c:v>0.59398808587288632</c:v>
                </c:pt>
                <c:pt idx="22">
                  <c:v>0.60636103746523795</c:v>
                </c:pt>
                <c:pt idx="23">
                  <c:v>0.61823569921819788</c:v>
                </c:pt>
                <c:pt idx="24">
                  <c:v>0.62964368705388196</c:v>
                </c:pt>
                <c:pt idx="25">
                  <c:v>0.64061358269788549</c:v>
                </c:pt>
                <c:pt idx="26">
                  <c:v>0.65117132716518988</c:v>
                </c:pt>
                <c:pt idx="27">
                  <c:v>0.6613405505345028</c:v>
                </c:pt>
                <c:pt idx="28">
                  <c:v>0.6711428502610024</c:v>
                </c:pt>
                <c:pt idx="29">
                  <c:v>0.68059802757322996</c:v>
                </c:pt>
                <c:pt idx="30">
                  <c:v>0.68972428946482967</c:v>
                </c:pt>
                <c:pt idx="31">
                  <c:v>0.69853842224363483</c:v>
                </c:pt>
                <c:pt idx="32">
                  <c:v>0.70705594141081907</c:v>
                </c:pt>
                <c:pt idx="33">
                  <c:v>0.71529122171996184</c:v>
                </c:pt>
                <c:pt idx="34">
                  <c:v>0.72325761054375315</c:v>
                </c:pt>
                <c:pt idx="35">
                  <c:v>0.73096752710646129</c:v>
                </c:pt>
                <c:pt idx="36">
                  <c:v>0.73843254968756022</c:v>
                </c:pt>
                <c:pt idx="37">
                  <c:v>0.7456634925395158</c:v>
                </c:pt>
                <c:pt idx="38">
                  <c:v>0.75267047397071907</c:v>
                </c:pt>
                <c:pt idx="39">
                  <c:v>0.7594629768077652</c:v>
                </c:pt>
                <c:pt idx="40">
                  <c:v>0.7660499022581323</c:v>
                </c:pt>
                <c:pt idx="41">
                  <c:v>0.772439618035895</c:v>
                </c:pt>
                <c:pt idx="42">
                  <c:v>0.77864000148247914</c:v>
                </c:pt>
                <c:pt idx="43">
                  <c:v>0.78465847830620417</c:v>
                </c:pt>
                <c:pt idx="44">
                  <c:v>0.79050205747423841</c:v>
                </c:pt>
                <c:pt idx="45">
                  <c:v>0.79617736271519002</c:v>
                </c:pt>
                <c:pt idx="46">
                  <c:v>0.8016906610272414</c:v>
                </c:pt>
                <c:pt idx="47">
                  <c:v>0.8070478885333251</c:v>
                </c:pt>
                <c:pt idx="48">
                  <c:v>0.81225467397961215</c:v>
                </c:pt>
                <c:pt idx="49">
                  <c:v>0.81731636013516518</c:v>
                </c:pt>
                <c:pt idx="50">
                  <c:v>0.82223802331781715</c:v>
                </c:pt>
                <c:pt idx="51">
                  <c:v>0.82702449124330246</c:v>
                </c:pt>
                <c:pt idx="52">
                  <c:v>0.83168035937057483</c:v>
                </c:pt>
                <c:pt idx="53">
                  <c:v>0.83621000589551098</c:v>
                </c:pt>
                <c:pt idx="54">
                  <c:v>0.84061760552728693</c:v>
                </c:pt>
                <c:pt idx="55">
                  <c:v>0.84490714216618734</c:v>
                </c:pt>
                <c:pt idx="56">
                  <c:v>0.84908242058813377</c:v>
                </c:pt>
                <c:pt idx="57">
                  <c:v>0.85314707722946892</c:v>
                </c:pt>
                <c:pt idx="58">
                  <c:v>0.85710459015528717</c:v>
                </c:pt>
                <c:pt idx="59">
                  <c:v>0.86095828828561882</c:v>
                </c:pt>
                <c:pt idx="60">
                  <c:v>0.86471135994590709</c:v>
                </c:pt>
                <c:pt idx="61">
                  <c:v>0.86836686080128522</c:v>
                </c:pt>
                <c:pt idx="62">
                  <c:v>0.87192772122805795</c:v>
                </c:pt>
                <c:pt idx="63">
                  <c:v>0.87539675317040411</c:v>
                </c:pt>
                <c:pt idx="64">
                  <c:v>0.87877665652553494</c:v>
                </c:pt>
                <c:pt idx="65">
                  <c:v>0.88207002509632226</c:v>
                </c:pt>
                <c:pt idx="66">
                  <c:v>0.88527935214663955</c:v>
                </c:pt>
                <c:pt idx="67">
                  <c:v>0.88840703559131717</c:v>
                </c:pt>
                <c:pt idx="68">
                  <c:v>0.89145538284962644</c:v>
                </c:pt>
                <c:pt idx="69">
                  <c:v>0.89442661538853507</c:v>
                </c:pt>
                <c:pt idx="70">
                  <c:v>0.89732287297960012</c:v>
                </c:pt>
                <c:pt idx="71">
                  <c:v>0.90014621769121006</c:v>
                </c:pt>
                <c:pt idx="72">
                  <c:v>0.90289863763598088</c:v>
                </c:pt>
                <c:pt idx="73">
                  <c:v>0.90558205049137375</c:v>
                </c:pt>
                <c:pt idx="74">
                  <c:v>0.90819830681005187</c:v>
                </c:pt>
                <c:pt idx="75">
                  <c:v>0.91074919313508773</c:v>
                </c:pt>
                <c:pt idx="76">
                  <c:v>0.91323643493386664</c:v>
                </c:pt>
                <c:pt idx="77">
                  <c:v>0.91566169936338682</c:v>
                </c:pt>
                <c:pt idx="78">
                  <c:v>0.9180265978786174</c:v>
                </c:pt>
                <c:pt idx="79">
                  <c:v>0.92033268869463369</c:v>
                </c:pt>
                <c:pt idx="80">
                  <c:v>0.92258147911239874</c:v>
                </c:pt>
                <c:pt idx="81">
                  <c:v>0.92477442771727825</c:v>
                </c:pt>
                <c:pt idx="82">
                  <c:v>0.92691294645867262</c:v>
                </c:pt>
                <c:pt idx="83">
                  <c:v>0.92899840261850264</c:v>
                </c:pt>
                <c:pt idx="84">
                  <c:v>0.93103212067570251</c:v>
                </c:pt>
                <c:pt idx="85">
                  <c:v>0.93301538407333029</c:v>
                </c:pt>
                <c:pt idx="86">
                  <c:v>0.93494943689442034</c:v>
                </c:pt>
                <c:pt idx="87">
                  <c:v>0.93683548545225093</c:v>
                </c:pt>
                <c:pt idx="88">
                  <c:v>0.93867469980029006</c:v>
                </c:pt>
                <c:pt idx="89">
                  <c:v>0.94046821516670143</c:v>
                </c:pt>
                <c:pt idx="90">
                  <c:v>0.9422171333179501</c:v>
                </c:pt>
                <c:pt idx="91">
                  <c:v>0.94392252385572761</c:v>
                </c:pt>
                <c:pt idx="92">
                  <c:v>0.94558542545112068</c:v>
                </c:pt>
                <c:pt idx="93">
                  <c:v>0.94720684701968183</c:v>
                </c:pt>
                <c:pt idx="94">
                  <c:v>0.94878776884080929</c:v>
                </c:pt>
                <c:pt idx="95">
                  <c:v>0.95032914362461396</c:v>
                </c:pt>
                <c:pt idx="96">
                  <c:v>0.95183189752924202</c:v>
                </c:pt>
                <c:pt idx="97">
                  <c:v>0.95329693113142266</c:v>
                </c:pt>
                <c:pt idx="98">
                  <c:v>0.9547251203528333</c:v>
                </c:pt>
                <c:pt idx="99">
                  <c:v>0.95611731734470295</c:v>
                </c:pt>
                <c:pt idx="100">
                  <c:v>0.95747435133292558</c:v>
                </c:pt>
                <c:pt idx="101">
                  <c:v>0.9587972252610435</c:v>
                </c:pt>
                <c:pt idx="102">
                  <c:v>0.96008696281419204</c:v>
                </c:pt>
                <c:pt idx="103">
                  <c:v>0.96134427609872386</c:v>
                </c:pt>
                <c:pt idx="104">
                  <c:v>0.96256988061957327</c:v>
                </c:pt>
                <c:pt idx="105">
                  <c:v>0.96376447420949796</c:v>
                </c:pt>
                <c:pt idx="106">
                  <c:v>0.96492873759337894</c:v>
                </c:pt>
                <c:pt idx="107">
                  <c:v>0.96606333493021757</c:v>
                </c:pt>
                <c:pt idx="108">
                  <c:v>0.96716891433389895</c:v>
                </c:pt>
                <c:pt idx="109">
                  <c:v>0.9682461083737347</c:v>
                </c:pt>
                <c:pt idx="110">
                  <c:v>0.96929553455573403</c:v>
                </c:pt>
                <c:pt idx="111">
                  <c:v>0.9703177957855097</c:v>
                </c:pt>
                <c:pt idx="112">
                  <c:v>0.9713134808136662</c:v>
                </c:pt>
                <c:pt idx="113">
                  <c:v>0.97228316466447939</c:v>
                </c:pt>
                <c:pt idx="114">
                  <c:v>0.97322740904862937</c:v>
                </c:pt>
                <c:pt idx="115">
                  <c:v>0.97414676276070788</c:v>
                </c:pt>
                <c:pt idx="116">
                  <c:v>0.97504176206218629</c:v>
                </c:pt>
                <c:pt idx="117">
                  <c:v>0.97591293105049237</c:v>
                </c:pt>
                <c:pt idx="118">
                  <c:v>0.97676078201480954</c:v>
                </c:pt>
                <c:pt idx="119">
                  <c:v>0.97758581577918413</c:v>
                </c:pt>
                <c:pt idx="120">
                  <c:v>0.97838852203349369</c:v>
                </c:pt>
                <c:pt idx="121">
                  <c:v>0.97916937965280215</c:v>
                </c:pt>
                <c:pt idx="122">
                  <c:v>0.97992885700560284</c:v>
                </c:pt>
                <c:pt idx="123">
                  <c:v>0.98066741225142362</c:v>
                </c:pt>
                <c:pt idx="124">
                  <c:v>0.98138549362824634</c:v>
                </c:pt>
                <c:pt idx="125">
                  <c:v>0.98208353973017104</c:v>
                </c:pt>
                <c:pt idx="126">
                  <c:v>0.98276197977573432</c:v>
                </c:pt>
                <c:pt idx="127">
                  <c:v>0.98342123386727109</c:v>
                </c:pt>
                <c:pt idx="128">
                  <c:v>0.98406171324169311</c:v>
                </c:pt>
                <c:pt idx="129">
                  <c:v>0.98468382051303593</c:v>
                </c:pt>
                <c:pt idx="130">
                  <c:v>0.98528794990711566</c:v>
                </c:pt>
                <c:pt idx="131">
                  <c:v>0.98587448748861506</c:v>
                </c:pt>
                <c:pt idx="132">
                  <c:v>0.98644381138090953</c:v>
                </c:pt>
                <c:pt idx="133">
                  <c:v>0.98699629197892558</c:v>
                </c:pt>
                <c:pt idx="134">
                  <c:v>0.98753229215531479</c:v>
                </c:pt>
                <c:pt idx="135">
                  <c:v>0.98805216746021152</c:v>
                </c:pt>
                <c:pt idx="136">
                  <c:v>0.98855626631483262</c:v>
                </c:pt>
                <c:pt idx="137">
                  <c:v>0.98904493019916595</c:v>
                </c:pt>
                <c:pt idx="138">
                  <c:v>0.98951849383398505</c:v>
                </c:pt>
                <c:pt idx="139">
                  <c:v>0.98997728535741591</c:v>
                </c:pt>
                <c:pt idx="140">
                  <c:v>0.99042162649627563</c:v>
                </c:pt>
                <c:pt idx="141">
                  <c:v>0.99085183273239086</c:v>
                </c:pt>
                <c:pt idx="142">
                  <c:v>0.99126821346409921</c:v>
                </c:pt>
                <c:pt idx="143">
                  <c:v>0.99167107216312655</c:v>
                </c:pt>
                <c:pt idx="144">
                  <c:v>0.99206070652702805</c:v>
                </c:pt>
                <c:pt idx="145">
                  <c:v>0.9924374086273744</c:v>
                </c:pt>
                <c:pt idx="146">
                  <c:v>0.99280146505385625</c:v>
                </c:pt>
                <c:pt idx="147">
                  <c:v>0.99315315705447738</c:v>
                </c:pt>
                <c:pt idx="148">
                  <c:v>0.99349276067199965</c:v>
                </c:pt>
                <c:pt idx="149">
                  <c:v>0.99382054687680055</c:v>
                </c:pt>
                <c:pt idx="150">
                  <c:v>0.9941367816962966</c:v>
                </c:pt>
                <c:pt idx="151">
                  <c:v>0.99444172634108507</c:v>
                </c:pt>
                <c:pt idx="152">
                  <c:v>0.99473563732795189</c:v>
                </c:pt>
                <c:pt idx="153">
                  <c:v>0.99501876659989141</c:v>
                </c:pt>
                <c:pt idx="154">
                  <c:v>0.99529136164328003</c:v>
                </c:pt>
                <c:pt idx="155">
                  <c:v>0.99555366560234571</c:v>
                </c:pt>
                <c:pt idx="156">
                  <c:v>0.9958059173910726</c:v>
                </c:pt>
                <c:pt idx="157">
                  <c:v>0.99604835180268103</c:v>
                </c:pt>
                <c:pt idx="158">
                  <c:v>0.99628119961682082</c:v>
                </c:pt>
                <c:pt idx="159">
                  <c:v>0.99650468770461964</c:v>
                </c:pt>
                <c:pt idx="160">
                  <c:v>0.99671903913172588</c:v>
                </c:pt>
                <c:pt idx="161">
                  <c:v>0.99692447325949196</c:v>
                </c:pt>
                <c:pt idx="162">
                  <c:v>0.99712120584444353</c:v>
                </c:pt>
                <c:pt idx="163">
                  <c:v>0.99730944913618769</c:v>
                </c:pt>
                <c:pt idx="164">
                  <c:v>0.99748941197391661</c:v>
                </c:pt>
                <c:pt idx="165">
                  <c:v>0.99766129988167151</c:v>
                </c:pt>
                <c:pt idx="166">
                  <c:v>0.9978253151625408</c:v>
                </c:pt>
                <c:pt idx="167">
                  <c:v>0.99798165699197583</c:v>
                </c:pt>
                <c:pt idx="168">
                  <c:v>0.99813052151042392</c:v>
                </c:pt>
                <c:pt idx="169">
                  <c:v>0.99827210191548921</c:v>
                </c:pt>
                <c:pt idx="170">
                  <c:v>0.99840658855385789</c:v>
                </c:pt>
                <c:pt idx="171">
                  <c:v>0.99853416901324243</c:v>
                </c:pt>
                <c:pt idx="172">
                  <c:v>0.99865502821462904</c:v>
                </c:pt>
                <c:pt idx="173">
                  <c:v>0.99876934850515076</c:v>
                </c:pt>
                <c:pt idx="174">
                  <c:v>0.99887730975194355</c:v>
                </c:pt>
                <c:pt idx="175">
                  <c:v>0.99897908943739933</c:v>
                </c:pt>
                <c:pt idx="176">
                  <c:v>0.99907486275629032</c:v>
                </c:pt>
                <c:pt idx="177">
                  <c:v>0.99916480271531349</c:v>
                </c:pt>
                <c:pt idx="178">
                  <c:v>0.99924908023570436</c:v>
                </c:pt>
                <c:pt idx="179">
                  <c:v>0.99932786425968101</c:v>
                </c:pt>
                <c:pt idx="180">
                  <c:v>0.99940132186163488</c:v>
                </c:pt>
                <c:pt idx="181">
                  <c:v>0.99946961836517045</c:v>
                </c:pt>
                <c:pt idx="182">
                  <c:v>0.99953291746733985</c:v>
                </c:pt>
                <c:pt idx="183">
                  <c:v>0.99959138137173154</c:v>
                </c:pt>
                <c:pt idx="184">
                  <c:v>0.99964517093248717</c:v>
                </c:pt>
                <c:pt idx="185">
                  <c:v>0.99969444581186417</c:v>
                </c:pt>
                <c:pt idx="186">
                  <c:v>0.99973936465470248</c:v>
                </c:pt>
                <c:pt idx="187">
                  <c:v>0.99978008528416595</c:v>
                </c:pt>
                <c:pt idx="188">
                  <c:v>0.99981676492454252</c:v>
                </c:pt>
                <c:pt idx="189">
                  <c:v>0.99984956045890572</c:v>
                </c:pt>
                <c:pt idx="190">
                  <c:v>0.99987862873239508</c:v>
                </c:pt>
                <c:pt idx="191">
                  <c:v>0.99990412691631181</c:v>
                </c:pt>
                <c:pt idx="192">
                  <c:v>0.9999262129551304</c:v>
                </c:pt>
                <c:pt idx="193">
                  <c:v>0.99994504612967583</c:v>
                </c:pt>
                <c:pt idx="194">
                  <c:v>0.99996078778857522</c:v>
                </c:pt>
                <c:pt idx="195">
                  <c:v>0.99997360233385912</c:v>
                </c:pt>
                <c:pt idx="196">
                  <c:v>0.99998365861143557</c:v>
                </c:pt>
                <c:pt idx="197">
                  <c:v>0.99999113199355993</c:v>
                </c:pt>
                <c:pt idx="198">
                  <c:v>0.9999962077637724</c:v>
                </c:pt>
                <c:pt idx="199">
                  <c:v>0.99999908730923037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9E7-4C4A-9A88-24323B6E6253}"/>
            </c:ext>
          </c:extLst>
        </c:ser>
        <c:ser>
          <c:idx val="6"/>
          <c:order val="6"/>
          <c:tx>
            <c:v>AUC=0.7930   Reduced 3-D Swin Transformer</c:v>
          </c:tx>
          <c:spPr>
            <a:ln w="12700">
              <a:solidFill>
                <a:srgbClr val="7030A0"/>
              </a:solidFill>
              <a:prstDash val="dash"/>
            </a:ln>
          </c:spPr>
          <c:marker>
            <c:symbol val="none"/>
          </c:marker>
          <c:xVal>
            <c:numRef>
              <c:f>Ablation!$A$6:$A$206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Ablation!$H$6:$H$206</c:f>
              <c:numCache>
                <c:formatCode>General</c:formatCode>
                <c:ptCount val="201"/>
                <c:pt idx="0">
                  <c:v>0</c:v>
                </c:pt>
                <c:pt idx="1">
                  <c:v>5.5773601420886242E-2</c:v>
                </c:pt>
                <c:pt idx="2">
                  <c:v>9.3346875547584363E-2</c:v>
                </c:pt>
                <c:pt idx="3">
                  <c:v>0.1249143746805244</c:v>
                </c:pt>
                <c:pt idx="4">
                  <c:v>0.15281421247050492</c:v>
                </c:pt>
                <c:pt idx="5">
                  <c:v>0.17810861980630191</c:v>
                </c:pt>
                <c:pt idx="6">
                  <c:v>0.20140276214597233</c:v>
                </c:pt>
                <c:pt idx="7">
                  <c:v>0.22308572226235643</c:v>
                </c:pt>
                <c:pt idx="8">
                  <c:v>0.24342760801354446</c:v>
                </c:pt>
                <c:pt idx="9">
                  <c:v>0.26262622363023691</c:v>
                </c:pt>
                <c:pt idx="10">
                  <c:v>0.28083225723557487</c:v>
                </c:pt>
                <c:pt idx="11">
                  <c:v>0.29816404962026544</c:v>
                </c:pt>
                <c:pt idx="12">
                  <c:v>0.31471681371167187</c:v>
                </c:pt>
                <c:pt idx="13">
                  <c:v>0.33056867964165254</c:v>
                </c:pt>
                <c:pt idx="14">
                  <c:v>0.3457848186522946</c:v>
                </c:pt>
                <c:pt idx="15">
                  <c:v>0.3604203498878033</c:v>
                </c:pt>
                <c:pt idx="16">
                  <c:v>0.37452244630865317</c:v>
                </c:pt>
                <c:pt idx="17">
                  <c:v>0.38813189649278373</c:v>
                </c:pt>
                <c:pt idx="18">
                  <c:v>0.40128428651798048</c:v>
                </c:pt>
                <c:pt idx="19">
                  <c:v>0.41401091021620939</c:v>
                </c:pt>
                <c:pt idx="20">
                  <c:v>0.42633948116157355</c:v>
                </c:pt>
                <c:pt idx="21">
                  <c:v>0.43829469727295794</c:v>
                </c:pt>
                <c:pt idx="22">
                  <c:v>0.44989869406189015</c:v>
                </c:pt>
                <c:pt idx="23">
                  <c:v>0.46117141251691507</c:v>
                </c:pt>
                <c:pt idx="24">
                  <c:v>0.47213090068772051</c:v>
                </c:pt>
                <c:pt idx="25">
                  <c:v>0.48279356316188288</c:v>
                </c:pt>
                <c:pt idx="26">
                  <c:v>0.49317436914554558</c:v>
                </c:pt>
                <c:pt idx="27">
                  <c:v>0.50328732312044666</c:v>
                </c:pt>
                <c:pt idx="28">
                  <c:v>0.5131443689719335</c:v>
                </c:pt>
                <c:pt idx="29">
                  <c:v>0.52275740074929478</c:v>
                </c:pt>
                <c:pt idx="30">
                  <c:v>0.53213714753636698</c:v>
                </c:pt>
                <c:pt idx="31">
                  <c:v>0.54129354970592347</c:v>
                </c:pt>
                <c:pt idx="32">
                  <c:v>0.55023584003382986</c:v>
                </c:pt>
                <c:pt idx="33">
                  <c:v>0.55897261419886135</c:v>
                </c:pt>
                <c:pt idx="34">
                  <c:v>0.56751189233955968</c:v>
                </c:pt>
                <c:pt idx="35">
                  <c:v>0.57586117303415985</c:v>
                </c:pt>
                <c:pt idx="36">
                  <c:v>0.58402748082733136</c:v>
                </c:pt>
                <c:pt idx="37">
                  <c:v>0.59201740823387872</c:v>
                </c:pt>
                <c:pt idx="38">
                  <c:v>0.59983715299365059</c:v>
                </c:pt>
                <c:pt idx="39">
                  <c:v>0.60749255122568013</c:v>
                </c:pt>
                <c:pt idx="40">
                  <c:v>0.61498910702664156</c:v>
                </c:pt>
                <c:pt idx="41">
                  <c:v>0.62233201897434642</c:v>
                </c:pt>
                <c:pt idx="42">
                  <c:v>0.62952620392745051</c:v>
                </c:pt>
                <c:pt idx="43">
                  <c:v>0.63657631845490892</c:v>
                </c:pt>
                <c:pt idx="44">
                  <c:v>0.64348677818075217</c:v>
                </c:pt>
                <c:pt idx="45">
                  <c:v>0.65026177528959983</c:v>
                </c:pt>
                <c:pt idx="46">
                  <c:v>0.65690529440462364</c:v>
                </c:pt>
                <c:pt idx="47">
                  <c:v>0.6634211270212147</c:v>
                </c:pt>
                <c:pt idx="48">
                  <c:v>0.6698128846555057</c:v>
                </c:pt>
                <c:pt idx="49">
                  <c:v>0.67608401084642444</c:v>
                </c:pt>
                <c:pt idx="50">
                  <c:v>0.68223779213244395</c:v>
                </c:pt>
                <c:pt idx="51">
                  <c:v>0.68827736810924445</c:v>
                </c:pt>
                <c:pt idx="52">
                  <c:v>0.69420574066162122</c:v>
                </c:pt>
                <c:pt idx="53">
                  <c:v>0.70002578245188807</c:v>
                </c:pt>
                <c:pt idx="54">
                  <c:v>0.70574024473744124</c:v>
                </c:pt>
                <c:pt idx="55">
                  <c:v>0.71135176458183758</c:v>
                </c:pt>
                <c:pt idx="56">
                  <c:v>0.71686287151650463</c:v>
                </c:pt>
                <c:pt idx="57">
                  <c:v>0.72227599370391438</c:v>
                </c:pt>
                <c:pt idx="58">
                  <c:v>0.72759346364752897</c:v>
                </c:pt>
                <c:pt idx="59">
                  <c:v>0.73281752348901374</c:v>
                </c:pt>
                <c:pt idx="60">
                  <c:v>0.73795032992896759</c:v>
                </c:pt>
                <c:pt idx="61">
                  <c:v>0.74299395880368446</c:v>
                </c:pt>
                <c:pt idx="62">
                  <c:v>0.74795040934718116</c:v>
                </c:pt>
                <c:pt idx="63">
                  <c:v>0.7528216081647966</c:v>
                </c:pt>
                <c:pt idx="64">
                  <c:v>0.75760941294210105</c:v>
                </c:pt>
                <c:pt idx="65">
                  <c:v>0.76231561591055708</c:v>
                </c:pt>
                <c:pt idx="66">
                  <c:v>0.76694194708933661</c:v>
                </c:pt>
                <c:pt idx="67">
                  <c:v>0.77149007732088193</c:v>
                </c:pt>
                <c:pt idx="68">
                  <c:v>0.77596162111617795</c:v>
                </c:pt>
                <c:pt idx="69">
                  <c:v>0.78035813932424802</c:v>
                </c:pt>
                <c:pt idx="70">
                  <c:v>0.78468114163909453</c:v>
                </c:pt>
                <c:pt idx="71">
                  <c:v>0.78893208895612488</c:v>
                </c:pt>
                <c:pt idx="72">
                  <c:v>0.79311239558906932</c:v>
                </c:pt>
                <c:pt idx="73">
                  <c:v>0.79722343135744311</c:v>
                </c:pt>
                <c:pt idx="74">
                  <c:v>0.80126652355375683</c:v>
                </c:pt>
                <c:pt idx="75">
                  <c:v>0.80524295879891206</c:v>
                </c:pt>
                <c:pt idx="76">
                  <c:v>0.8091539847935183</c:v>
                </c:pt>
                <c:pt idx="77">
                  <c:v>0.81300081197224572</c:v>
                </c:pt>
                <c:pt idx="78">
                  <c:v>0.81678461506775113</c:v>
                </c:pt>
                <c:pt idx="79">
                  <c:v>0.82050653459019607</c:v>
                </c:pt>
                <c:pt idx="80">
                  <c:v>0.82416767822790815</c:v>
                </c:pt>
                <c:pt idx="81">
                  <c:v>0.82776912217430798</c:v>
                </c:pt>
                <c:pt idx="82">
                  <c:v>0.83131191238582569</c:v>
                </c:pt>
                <c:pt idx="83">
                  <c:v>0.83479706577518442</c:v>
                </c:pt>
                <c:pt idx="84">
                  <c:v>0.83822557134409603</c:v>
                </c:pt>
                <c:pt idx="85">
                  <c:v>0.84159839125911429</c:v>
                </c:pt>
                <c:pt idx="86">
                  <c:v>0.84491646187412783</c:v>
                </c:pt>
                <c:pt idx="87">
                  <c:v>0.84818069470270951</c:v>
                </c:pt>
                <c:pt idx="88">
                  <c:v>0.85139197734332739</c:v>
                </c:pt>
                <c:pt idx="89">
                  <c:v>0.85455117436019534</c:v>
                </c:pt>
                <c:pt idx="90">
                  <c:v>0.85765912812235745</c:v>
                </c:pt>
                <c:pt idx="91">
                  <c:v>0.86071665960342081</c:v>
                </c:pt>
                <c:pt idx="92">
                  <c:v>0.86372456914418194</c:v>
                </c:pt>
                <c:pt idx="93">
                  <c:v>0.86668363718024899</c:v>
                </c:pt>
                <c:pt idx="94">
                  <c:v>0.86959462493661188</c:v>
                </c:pt>
                <c:pt idx="95">
                  <c:v>0.87245827509099527</c:v>
                </c:pt>
                <c:pt idx="96">
                  <c:v>0.87527531240769829</c:v>
                </c:pt>
                <c:pt idx="97">
                  <c:v>0.87804644434352352</c:v>
                </c:pt>
                <c:pt idx="98">
                  <c:v>0.880772361627292</c:v>
                </c:pt>
                <c:pt idx="99">
                  <c:v>0.88345373881434242</c:v>
                </c:pt>
                <c:pt idx="100">
                  <c:v>0.88609123481733543</c:v>
                </c:pt>
                <c:pt idx="101">
                  <c:v>0.88868587928468079</c:v>
                </c:pt>
                <c:pt idx="102">
                  <c:v>0.8912387851231196</c:v>
                </c:pt>
                <c:pt idx="103">
                  <c:v>0.89375048488707853</c:v>
                </c:pt>
                <c:pt idx="104">
                  <c:v>0.89622154128753861</c:v>
                </c:pt>
                <c:pt idx="105">
                  <c:v>0.89865250525400864</c:v>
                </c:pt>
                <c:pt idx="106">
                  <c:v>0.90104391627059044</c:v>
                </c:pt>
                <c:pt idx="107">
                  <c:v>0.90339630269917481</c:v>
                </c:pt>
                <c:pt idx="108">
                  <c:v>0.90571018209035259</c:v>
                </c:pt>
                <c:pt idx="109">
                  <c:v>0.90798606148259386</c:v>
                </c:pt>
                <c:pt idx="110">
                  <c:v>0.9102244376902151</c:v>
                </c:pt>
                <c:pt idx="111">
                  <c:v>0.91242579758062903</c:v>
                </c:pt>
                <c:pt idx="112">
                  <c:v>0.91459061834133792</c:v>
                </c:pt>
                <c:pt idx="113">
                  <c:v>0.91671936773711504</c:v>
                </c:pt>
                <c:pt idx="114">
                  <c:v>0.91881250435778306</c:v>
                </c:pt>
                <c:pt idx="115">
                  <c:v>0.92087047785698628</c:v>
                </c:pt>
                <c:pt idx="116">
                  <c:v>0.92289372918232482</c:v>
                </c:pt>
                <c:pt idx="117">
                  <c:v>0.92488269079720253</c:v>
                </c:pt>
                <c:pt idx="118">
                  <c:v>0.92683778689471896</c:v>
                </c:pt>
                <c:pt idx="119">
                  <c:v>0.92875943360391833</c:v>
                </c:pt>
                <c:pt idx="120">
                  <c:v>0.9306480391886931</c:v>
                </c:pt>
                <c:pt idx="121">
                  <c:v>0.93250400423961854</c:v>
                </c:pt>
                <c:pt idx="122">
                  <c:v>0.93432772185898594</c:v>
                </c:pt>
                <c:pt idx="123">
                  <c:v>0.93611957783928068</c:v>
                </c:pt>
                <c:pt idx="124">
                  <c:v>0.93787995083534237</c:v>
                </c:pt>
                <c:pt idx="125">
                  <c:v>0.93960921253042762</c:v>
                </c:pt>
                <c:pt idx="126">
                  <c:v>0.94130772779638427</c:v>
                </c:pt>
                <c:pt idx="127">
                  <c:v>0.94297585484813284</c:v>
                </c:pt>
                <c:pt idx="128">
                  <c:v>0.94461394539264187</c:v>
                </c:pt>
                <c:pt idx="129">
                  <c:v>0.94622234477256584</c:v>
                </c:pt>
                <c:pt idx="130">
                  <c:v>0.94780139210471115</c:v>
                </c:pt>
                <c:pt idx="131">
                  <c:v>0.94935142041347753</c:v>
                </c:pt>
                <c:pt idx="132">
                  <c:v>0.95087275675941663</c:v>
                </c:pt>
                <c:pt idx="133">
                  <c:v>0.9523657223630364</c:v>
                </c:pt>
                <c:pt idx="134">
                  <c:v>0.95383063272396995</c:v>
                </c:pt>
                <c:pt idx="135">
                  <c:v>0.95526779773561787</c:v>
                </c:pt>
                <c:pt idx="136">
                  <c:v>0.95667752179536181</c:v>
                </c:pt>
                <c:pt idx="137">
                  <c:v>0.9580601039104385</c:v>
                </c:pt>
                <c:pt idx="138">
                  <c:v>0.95941583779955064</c:v>
                </c:pt>
                <c:pt idx="139">
                  <c:v>0.96074501199028228</c:v>
                </c:pt>
                <c:pt idx="140">
                  <c:v>0.96204790991237454</c:v>
                </c:pt>
                <c:pt idx="141">
                  <c:v>0.96332480998690795</c:v>
                </c:pt>
                <c:pt idx="142">
                  <c:v>0.96457598571142311</c:v>
                </c:pt>
                <c:pt idx="143">
                  <c:v>0.96580170574100221</c:v>
                </c:pt>
                <c:pt idx="144">
                  <c:v>0.9670022339653207</c:v>
                </c:pt>
                <c:pt idx="145">
                  <c:v>0.9681778295816621</c:v>
                </c:pt>
                <c:pt idx="146">
                  <c:v>0.96932874716388007</c:v>
                </c:pt>
                <c:pt idx="147">
                  <c:v>0.97045523672726874</c:v>
                </c:pt>
                <c:pt idx="148">
                  <c:v>0.97155754378929415</c:v>
                </c:pt>
                <c:pt idx="149">
                  <c:v>0.97263590942611433</c:v>
                </c:pt>
                <c:pt idx="150">
                  <c:v>0.97369057032479833</c:v>
                </c:pt>
                <c:pt idx="151">
                  <c:v>0.97472175883113399</c:v>
                </c:pt>
                <c:pt idx="152">
                  <c:v>0.97572970299288697</c:v>
                </c:pt>
                <c:pt idx="153">
                  <c:v>0.97671462659834718</c:v>
                </c:pt>
                <c:pt idx="154">
                  <c:v>0.97767674920997061</c:v>
                </c:pt>
                <c:pt idx="155">
                  <c:v>0.97861628619288488</c:v>
                </c:pt>
                <c:pt idx="156">
                  <c:v>0.97953344873799519</c:v>
                </c:pt>
                <c:pt idx="157">
                  <c:v>0.98042844387937578</c:v>
                </c:pt>
                <c:pt idx="158">
                  <c:v>0.98130147450558725</c:v>
                </c:pt>
                <c:pt idx="159">
                  <c:v>0.98215273936449932</c:v>
                </c:pt>
                <c:pt idx="160">
                  <c:v>0.98298243306113275</c:v>
                </c:pt>
                <c:pt idx="161">
                  <c:v>0.9837907460479568</c:v>
                </c:pt>
                <c:pt idx="162">
                  <c:v>0.98457786460698959</c:v>
                </c:pt>
                <c:pt idx="163">
                  <c:v>0.98534397082294389</c:v>
                </c:pt>
                <c:pt idx="164">
                  <c:v>0.98608924254653707</c:v>
                </c:pt>
                <c:pt idx="165">
                  <c:v>0.98681385334694172</c:v>
                </c:pt>
                <c:pt idx="166">
                  <c:v>0.98751797245218031</c:v>
                </c:pt>
                <c:pt idx="167">
                  <c:v>0.98820176467606391</c:v>
                </c:pt>
                <c:pt idx="168">
                  <c:v>0.98886539033003362</c:v>
                </c:pt>
                <c:pt idx="169">
                  <c:v>0.98950900511796891</c:v>
                </c:pt>
                <c:pt idx="170">
                  <c:v>0.99013276001167227</c:v>
                </c:pt>
                <c:pt idx="171">
                  <c:v>0.99073680110431506</c:v>
                </c:pt>
                <c:pt idx="172">
                  <c:v>0.99132126943859511</c:v>
                </c:pt>
                <c:pt idx="173">
                  <c:v>0.99188630080571816</c:v>
                </c:pt>
                <c:pt idx="174">
                  <c:v>0.99243202551050314</c:v>
                </c:pt>
                <c:pt idx="175">
                  <c:v>0.99295856809691574</c:v>
                </c:pt>
                <c:pt idx="176">
                  <c:v>0.99346604702706476</c:v>
                </c:pt>
                <c:pt idx="177">
                  <c:v>0.99395457430509548</c:v>
                </c:pt>
                <c:pt idx="178">
                  <c:v>0.99442425503535725</c:v>
                </c:pt>
                <c:pt idx="179">
                  <c:v>0.99487518690156096</c:v>
                </c:pt>
                <c:pt idx="180">
                  <c:v>0.99530745955016198</c:v>
                </c:pt>
                <c:pt idx="181">
                  <c:v>0.9957211538566022</c:v>
                </c:pt>
                <c:pt idx="182">
                  <c:v>0.9961163410468693</c:v>
                </c:pt>
                <c:pt idx="183">
                  <c:v>0.99649308163845574</c:v>
                </c:pt>
                <c:pt idx="184">
                  <c:v>0.99685142415323058</c:v>
                </c:pt>
                <c:pt idx="185">
                  <c:v>0.99719140353852165</c:v>
                </c:pt>
                <c:pt idx="186">
                  <c:v>0.99751303920951873</c:v>
                </c:pt>
                <c:pt idx="187">
                  <c:v>0.99781633259226965</c:v>
                </c:pt>
                <c:pt idx="188">
                  <c:v>0.99810126399596688</c:v>
                </c:pt>
                <c:pt idx="189">
                  <c:v>0.99836778856557551</c:v>
                </c:pt>
                <c:pt idx="190">
                  <c:v>0.99861583094290574</c:v>
                </c:pt>
                <c:pt idx="191">
                  <c:v>0.99884527806244483</c:v>
                </c:pt>
                <c:pt idx="192">
                  <c:v>0.99905596916282091</c:v>
                </c:pt>
                <c:pt idx="193">
                  <c:v>0.99924768147282339</c:v>
                </c:pt>
                <c:pt idx="194">
                  <c:v>0.9994201088402288</c:v>
                </c:pt>
                <c:pt idx="195">
                  <c:v>0.99957282811031933</c:v>
                </c:pt>
                <c:pt idx="196">
                  <c:v>0.99970524244234049</c:v>
                </c:pt>
                <c:pt idx="197">
                  <c:v>0.99981647608093382</c:v>
                </c:pt>
                <c:pt idx="198">
                  <c:v>0.99990514848545842</c:v>
                </c:pt>
                <c:pt idx="199">
                  <c:v>0.99996874981468764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99E7-4C4A-9A88-24323B6E6253}"/>
            </c:ext>
          </c:extLst>
        </c:ser>
        <c:ser>
          <c:idx val="7"/>
          <c:order val="7"/>
          <c:tx>
            <c:v>AUC=0.8282   3-D Swin Transformer</c:v>
          </c:tx>
          <c:spPr>
            <a:ln w="12700">
              <a:solidFill>
                <a:schemeClr val="accent3"/>
              </a:solidFill>
              <a:prstDash val="lgDash"/>
            </a:ln>
          </c:spPr>
          <c:marker>
            <c:symbol val="none"/>
          </c:marker>
          <c:xVal>
            <c:numRef>
              <c:f>Ablation!$A$6:$A$206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Ablation!$I$6:$I$206</c:f>
              <c:numCache>
                <c:formatCode>General</c:formatCode>
                <c:ptCount val="201"/>
                <c:pt idx="0">
                  <c:v>0</c:v>
                </c:pt>
                <c:pt idx="1">
                  <c:v>7.5586819138841507E-2</c:v>
                </c:pt>
                <c:pt idx="2">
                  <c:v>0.12307931188225926</c:v>
                </c:pt>
                <c:pt idx="3">
                  <c:v>0.16180734584585357</c:v>
                </c:pt>
                <c:pt idx="4">
                  <c:v>0.19531259344438145</c:v>
                </c:pt>
                <c:pt idx="5">
                  <c:v>0.22517464629700221</c:v>
                </c:pt>
                <c:pt idx="6">
                  <c:v>0.25228111159191918</c:v>
                </c:pt>
                <c:pt idx="7">
                  <c:v>0.27719624745153398</c:v>
                </c:pt>
                <c:pt idx="8">
                  <c:v>0.300307978906036</c:v>
                </c:pt>
                <c:pt idx="9">
                  <c:v>0.32189795435743962</c:v>
                </c:pt>
                <c:pt idx="10">
                  <c:v>0.34217907530936009</c:v>
                </c:pt>
                <c:pt idx="11">
                  <c:v>0.36131735807116788</c:v>
                </c:pt>
                <c:pt idx="12">
                  <c:v>0.37944550019925372</c:v>
                </c:pt>
                <c:pt idx="13">
                  <c:v>0.39667172749251467</c:v>
                </c:pt>
                <c:pt idx="14">
                  <c:v>0.4130857989838615</c:v>
                </c:pt>
                <c:pt idx="15">
                  <c:v>0.42876321975263726</c:v>
                </c:pt>
                <c:pt idx="16">
                  <c:v>0.44376827954828102</c:v>
                </c:pt>
                <c:pt idx="17">
                  <c:v>0.45815629691296</c:v>
                </c:pt>
                <c:pt idx="18">
                  <c:v>0.47197531068400878</c:v>
                </c:pt>
                <c:pt idx="19">
                  <c:v>0.485267377832377</c:v>
                </c:pt>
                <c:pt idx="20">
                  <c:v>0.49806958495581788</c:v>
                </c:pt>
                <c:pt idx="21">
                  <c:v>0.51041510692618264</c:v>
                </c:pt>
                <c:pt idx="22">
                  <c:v>0.52233265967767206</c:v>
                </c:pt>
                <c:pt idx="23">
                  <c:v>0.53384891034380855</c:v>
                </c:pt>
                <c:pt idx="24">
                  <c:v>0.54498762905885401</c:v>
                </c:pt>
                <c:pt idx="25">
                  <c:v>0.55577033798419928</c:v>
                </c:pt>
                <c:pt idx="26">
                  <c:v>0.56621660262673168</c:v>
                </c:pt>
                <c:pt idx="27">
                  <c:v>0.57634427578608616</c:v>
                </c:pt>
                <c:pt idx="28">
                  <c:v>0.58616970329886198</c:v>
                </c:pt>
                <c:pt idx="29">
                  <c:v>0.59570789870827789</c:v>
                </c:pt>
                <c:pt idx="30">
                  <c:v>0.60497269245707641</c:v>
                </c:pt>
                <c:pt idx="31">
                  <c:v>0.61397686003992513</c:v>
                </c:pt>
                <c:pt idx="32">
                  <c:v>0.6227322326608794</c:v>
                </c:pt>
                <c:pt idx="33">
                  <c:v>0.63124979325200448</c:v>
                </c:pt>
                <c:pt idx="34">
                  <c:v>0.639539760170734</c:v>
                </c:pt>
                <c:pt idx="35">
                  <c:v>0.6476116604694595</c:v>
                </c:pt>
                <c:pt idx="36">
                  <c:v>0.65547439429426646</c:v>
                </c:pt>
                <c:pt idx="37">
                  <c:v>0.66313629170068866</c:v>
                </c:pt>
                <c:pt idx="38">
                  <c:v>0.67060516295779271</c:v>
                </c:pt>
                <c:pt idx="39">
                  <c:v>0.67788834323651992</c:v>
                </c:pt>
                <c:pt idx="40">
                  <c:v>0.68499273243526737</c:v>
                </c:pt>
                <c:pt idx="41">
                  <c:v>0.69192483077856637</c:v>
                </c:pt>
                <c:pt idx="42">
                  <c:v>0.69869077072820729</c:v>
                </c:pt>
                <c:pt idx="43">
                  <c:v>0.70529634566623467</c:v>
                </c:pt>
                <c:pt idx="44">
                  <c:v>0.71174703574274245</c:v>
                </c:pt>
                <c:pt idx="45">
                  <c:v>0.71804803122580418</c:v>
                </c:pt>
                <c:pt idx="46">
                  <c:v>0.72420425364420615</c:v>
                </c:pt>
                <c:pt idx="47">
                  <c:v>0.73022037497430103</c:v>
                </c:pt>
                <c:pt idx="48">
                  <c:v>0.73610083508901014</c:v>
                </c:pt>
                <c:pt idx="49">
                  <c:v>0.74184985765869405</c:v>
                </c:pt>
                <c:pt idx="50">
                  <c:v>0.74747146466951253</c:v>
                </c:pt>
                <c:pt idx="51">
                  <c:v>0.75296948970423883</c:v>
                </c:pt>
                <c:pt idx="52">
                  <c:v>0.75834759011279163</c:v>
                </c:pt>
                <c:pt idx="53">
                  <c:v>0.76360925818448977</c:v>
                </c:pt>
                <c:pt idx="54">
                  <c:v>0.76875783142086307</c:v>
                </c:pt>
                <c:pt idx="55">
                  <c:v>0.77379650199644046</c:v>
                </c:pt>
                <c:pt idx="56">
                  <c:v>0.77872832548502657</c:v>
                </c:pt>
                <c:pt idx="57">
                  <c:v>0.78355622892034194</c:v>
                </c:pt>
                <c:pt idx="58">
                  <c:v>0.78828301825236924</c:v>
                </c:pt>
                <c:pt idx="59">
                  <c:v>0.79291138525414362</c:v>
                </c:pt>
                <c:pt idx="60">
                  <c:v>0.79744391392794267</c:v>
                </c:pt>
                <c:pt idx="61">
                  <c:v>0.80188308645472928</c:v>
                </c:pt>
                <c:pt idx="62">
                  <c:v>0.80623128872622341</c:v>
                </c:pt>
                <c:pt idx="63">
                  <c:v>0.81049081549500668</c:v>
                </c:pt>
                <c:pt idx="64">
                  <c:v>0.8146638751745543</c:v>
                </c:pt>
                <c:pt idx="65">
                  <c:v>0.81875259431798186</c:v>
                </c:pt>
                <c:pt idx="66">
                  <c:v>0.82275902180152027</c:v>
                </c:pt>
                <c:pt idx="67">
                  <c:v>0.82668513273627353</c:v>
                </c:pt>
                <c:pt idx="68">
                  <c:v>0.83053283212961959</c:v>
                </c:pt>
                <c:pt idx="69">
                  <c:v>0.83430395831564219</c:v>
                </c:pt>
                <c:pt idx="70">
                  <c:v>0.8380002861722371</c:v>
                </c:pt>
                <c:pt idx="71">
                  <c:v>0.84162353014094893</c:v>
                </c:pt>
                <c:pt idx="72">
                  <c:v>0.84517534706418707</c:v>
                </c:pt>
                <c:pt idx="73">
                  <c:v>0.8486573388531955</c:v>
                </c:pt>
                <c:pt idx="74">
                  <c:v>0.85207105499900304</c:v>
                </c:pt>
                <c:pt idx="75">
                  <c:v>0.85541799493754966</c:v>
                </c:pt>
                <c:pt idx="76">
                  <c:v>0.85869961027924624</c:v>
                </c:pt>
                <c:pt idx="77">
                  <c:v>0.86191730691238599</c:v>
                </c:pt>
                <c:pt idx="78">
                  <c:v>0.86507244698905494</c:v>
                </c:pt>
                <c:pt idx="79">
                  <c:v>0.86816635080149651</c:v>
                </c:pt>
                <c:pt idx="80">
                  <c:v>0.8712002985562548</c:v>
                </c:pt>
                <c:pt idx="81">
                  <c:v>0.87417553205284959</c:v>
                </c:pt>
                <c:pt idx="82">
                  <c:v>0.87709325627320855</c:v>
                </c:pt>
                <c:pt idx="83">
                  <c:v>0.87995464088761211</c:v>
                </c:pt>
                <c:pt idx="84">
                  <c:v>0.88276082168246828</c:v>
                </c:pt>
                <c:pt idx="85">
                  <c:v>0.88551290191484056</c:v>
                </c:pt>
                <c:pt idx="86">
                  <c:v>0.88821195359828553</c:v>
                </c:pt>
                <c:pt idx="87">
                  <c:v>0.89085901872422824</c:v>
                </c:pt>
                <c:pt idx="88">
                  <c:v>0.89345511042279702</c:v>
                </c:pt>
                <c:pt idx="89">
                  <c:v>0.89600121406675948</c:v>
                </c:pt>
                <c:pt idx="90">
                  <c:v>0.898498288321945</c:v>
                </c:pt>
                <c:pt idx="91">
                  <c:v>0.90094726614730447</c:v>
                </c:pt>
                <c:pt idx="92">
                  <c:v>0.90334905574753865</c:v>
                </c:pt>
                <c:pt idx="93">
                  <c:v>0.90570454148102819</c:v>
                </c:pt>
                <c:pt idx="94">
                  <c:v>0.90801458472561392</c:v>
                </c:pt>
                <c:pt idx="95">
                  <c:v>0.91028002470460312</c:v>
                </c:pt>
                <c:pt idx="96">
                  <c:v>0.91250167927522574</c:v>
                </c:pt>
                <c:pt idx="97">
                  <c:v>0.91468034568161383</c:v>
                </c:pt>
                <c:pt idx="98">
                  <c:v>0.91681680127424614</c:v>
                </c:pt>
                <c:pt idx="99">
                  <c:v>0.91891180419767449</c:v>
                </c:pt>
                <c:pt idx="100">
                  <c:v>0.92096609404823493</c:v>
                </c:pt>
                <c:pt idx="101">
                  <c:v>0.92298069163951058</c:v>
                </c:pt>
                <c:pt idx="102">
                  <c:v>0.92495667237761614</c:v>
                </c:pt>
                <c:pt idx="103">
                  <c:v>0.9268946540736388</c:v>
                </c:pt>
                <c:pt idx="104">
                  <c:v>0.92879527286306185</c:v>
                </c:pt>
                <c:pt idx="105">
                  <c:v>0.93065915076635986</c:v>
                </c:pt>
                <c:pt idx="106">
                  <c:v>0.93248689611745594</c:v>
                </c:pt>
                <c:pt idx="107">
                  <c:v>0.93427910397559588</c:v>
                </c:pt>
                <c:pt idx="108">
                  <c:v>0.93603635652142003</c:v>
                </c:pt>
                <c:pt idx="109">
                  <c:v>0.93775922343797546</c:v>
                </c:pt>
                <c:pt idx="110">
                  <c:v>0.93944826227736067</c:v>
                </c:pt>
                <c:pt idx="111">
                  <c:v>0.94110401881366856</c:v>
                </c:pt>
                <c:pt idx="112">
                  <c:v>0.94272702738284508</c:v>
                </c:pt>
                <c:pt idx="113">
                  <c:v>0.94431781121005798</c:v>
                </c:pt>
                <c:pt idx="114">
                  <c:v>0.94587688272513093</c:v>
                </c:pt>
                <c:pt idx="115">
                  <c:v>0.94740474386657125</c:v>
                </c:pt>
                <c:pt idx="116">
                  <c:v>0.94890188637469342</c:v>
                </c:pt>
                <c:pt idx="117">
                  <c:v>0.95036879207431002</c:v>
                </c:pt>
                <c:pt idx="118">
                  <c:v>0.95180593314744122</c:v>
                </c:pt>
                <c:pt idx="119">
                  <c:v>0.95321377239646798</c:v>
                </c:pt>
                <c:pt idx="120">
                  <c:v>0.95459276349813305</c:v>
                </c:pt>
                <c:pt idx="121">
                  <c:v>0.9559433512487745</c:v>
                </c:pt>
                <c:pt idx="122">
                  <c:v>0.9572659718011538</c:v>
                </c:pt>
                <c:pt idx="123">
                  <c:v>0.95856105289322691</c:v>
                </c:pt>
                <c:pt idx="124">
                  <c:v>0.95982901406918342</c:v>
                </c:pt>
                <c:pt idx="125">
                  <c:v>0.96107026689306918</c:v>
                </c:pt>
                <c:pt idx="126">
                  <c:v>0.96228521515528598</c:v>
                </c:pt>
                <c:pt idx="127">
                  <c:v>0.96347425507225182</c:v>
                </c:pt>
                <c:pt idx="128">
                  <c:v>0.96463777547948915</c:v>
                </c:pt>
                <c:pt idx="129">
                  <c:v>0.96577615801839489</c:v>
                </c:pt>
                <c:pt idx="130">
                  <c:v>0.96688977731693526</c:v>
                </c:pt>
                <c:pt idx="131">
                  <c:v>0.96797900116449576</c:v>
                </c:pt>
                <c:pt idx="132">
                  <c:v>0.96904419068110359</c:v>
                </c:pt>
                <c:pt idx="133">
                  <c:v>0.97008570048123199</c:v>
                </c:pt>
                <c:pt idx="134">
                  <c:v>0.97110387883238292</c:v>
                </c:pt>
                <c:pt idx="135">
                  <c:v>0.97209906780863675</c:v>
                </c:pt>
                <c:pt idx="136">
                  <c:v>0.97307160343934618</c:v>
                </c:pt>
                <c:pt idx="137">
                  <c:v>0.97402181585314385</c:v>
                </c:pt>
                <c:pt idx="138">
                  <c:v>0.97495002941742381</c:v>
                </c:pt>
                <c:pt idx="139">
                  <c:v>0.97585656287344891</c:v>
                </c:pt>
                <c:pt idx="140">
                  <c:v>0.97674172946722626</c:v>
                </c:pt>
                <c:pt idx="141">
                  <c:v>0.97760583707628834</c:v>
                </c:pt>
                <c:pt idx="142">
                  <c:v>0.97844918833250594</c:v>
                </c:pt>
                <c:pt idx="143">
                  <c:v>0.97927208074105176</c:v>
                </c:pt>
                <c:pt idx="144">
                  <c:v>0.98007480679563075</c:v>
                </c:pt>
                <c:pt idx="145">
                  <c:v>0.98085765409007719</c:v>
                </c:pt>
                <c:pt idx="146">
                  <c:v>0.98162090542641978</c:v>
                </c:pt>
                <c:pt idx="147">
                  <c:v>0.98236483891950166</c:v>
                </c:pt>
                <c:pt idx="148">
                  <c:v>0.98308972809823936</c:v>
                </c:pt>
                <c:pt idx="149">
                  <c:v>0.98379584200359271</c:v>
                </c:pt>
                <c:pt idx="150">
                  <c:v>0.98448344528331433</c:v>
                </c:pt>
                <c:pt idx="151">
                  <c:v>0.98515279828353397</c:v>
                </c:pt>
                <c:pt idx="152">
                  <c:v>0.98580415713722735</c:v>
                </c:pt>
                <c:pt idx="153">
                  <c:v>0.98643777384961007</c:v>
                </c:pt>
                <c:pt idx="154">
                  <c:v>0.98705389638048435</c:v>
                </c:pt>
                <c:pt idx="155">
                  <c:v>0.98765276872355767</c:v>
                </c:pt>
                <c:pt idx="156">
                  <c:v>0.98823463098274145</c:v>
                </c:pt>
                <c:pt idx="157">
                  <c:v>0.98879971944542122</c:v>
                </c:pt>
                <c:pt idx="158">
                  <c:v>0.98934826665268083</c:v>
                </c:pt>
                <c:pt idx="159">
                  <c:v>0.98988050146644069</c:v>
                </c:pt>
                <c:pt idx="160">
                  <c:v>0.9903966491334576</c:v>
                </c:pt>
                <c:pt idx="161">
                  <c:v>0.99089693134610957</c:v>
                </c:pt>
                <c:pt idx="162">
                  <c:v>0.99138156629986574</c:v>
                </c:pt>
                <c:pt idx="163">
                  <c:v>0.99185076874731537</c:v>
                </c:pt>
                <c:pt idx="164">
                  <c:v>0.99230475004859542</c:v>
                </c:pt>
                <c:pt idx="165">
                  <c:v>0.99274371821802143</c:v>
                </c:pt>
                <c:pt idx="166">
                  <c:v>0.99316787796668027</c:v>
                </c:pt>
                <c:pt idx="167">
                  <c:v>0.99357743074069071</c:v>
                </c:pt>
                <c:pt idx="168">
                  <c:v>0.99397257475477663</c:v>
                </c:pt>
                <c:pt idx="169">
                  <c:v>0.99435350502072062</c:v>
                </c:pt>
                <c:pt idx="170">
                  <c:v>0.99472041337017458</c:v>
                </c:pt>
                <c:pt idx="171">
                  <c:v>0.99507348847119426</c:v>
                </c:pt>
                <c:pt idx="172">
                  <c:v>0.99541291583772529</c:v>
                </c:pt>
                <c:pt idx="173">
                  <c:v>0.9957388778311026</c:v>
                </c:pt>
                <c:pt idx="174">
                  <c:v>0.99605155365241493</c:v>
                </c:pt>
                <c:pt idx="175">
                  <c:v>0.99635111932432174</c:v>
                </c:pt>
                <c:pt idx="176">
                  <c:v>0.99663774766057922</c:v>
                </c:pt>
                <c:pt idx="177">
                  <c:v>0.99691160822110969</c:v>
                </c:pt>
                <c:pt idx="178">
                  <c:v>0.99717286724990239</c:v>
                </c:pt>
                <c:pt idx="179">
                  <c:v>0.99742168759232686</c:v>
                </c:pt>
                <c:pt idx="180">
                  <c:v>0.99765822858751363</c:v>
                </c:pt>
                <c:pt idx="181">
                  <c:v>0.9978826459302188</c:v>
                </c:pt>
                <c:pt idx="182">
                  <c:v>0.99809509149493536</c:v>
                </c:pt>
                <c:pt idx="183">
                  <c:v>0.99829571311274679</c:v>
                </c:pt>
                <c:pt idx="184">
                  <c:v>0.99848465428828914</c:v>
                </c:pt>
                <c:pt idx="185">
                  <c:v>0.99866205383977669</c:v>
                </c:pt>
                <c:pt idx="186">
                  <c:v>0.99882804543872539</c:v>
                </c:pt>
                <c:pt idx="187">
                  <c:v>0.99898275701674666</c:v>
                </c:pt>
                <c:pt idx="188">
                  <c:v>0.99912630999291163</c:v>
                </c:pt>
                <c:pt idx="189">
                  <c:v>0.99925881825382079</c:v>
                </c:pt>
                <c:pt idx="190">
                  <c:v>0.99938038678461172</c:v>
                </c:pt>
                <c:pt idx="191">
                  <c:v>0.99949110979338163</c:v>
                </c:pt>
                <c:pt idx="192">
                  <c:v>0.9995910680758926</c:v>
                </c:pt>
                <c:pt idx="193">
                  <c:v>0.9996803251951154</c:v>
                </c:pt>
                <c:pt idx="194">
                  <c:v>0.99975892172011405</c:v>
                </c:pt>
                <c:pt idx="195">
                  <c:v>0.99982686608671711</c:v>
                </c:pt>
                <c:pt idx="196">
                  <c:v>0.99988411908765118</c:v>
                </c:pt>
                <c:pt idx="197">
                  <c:v>0.99993056495197419</c:v>
                </c:pt>
                <c:pt idx="198">
                  <c:v>0.99996594918232307</c:v>
                </c:pt>
                <c:pt idx="199">
                  <c:v>0.99998970740144943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99E7-4C4A-9A88-24323B6E62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55640848"/>
        <c:axId val="1"/>
      </c:scatterChart>
      <c:valAx>
        <c:axId val="2055640848"/>
        <c:scaling>
          <c:orientation val="minMax"/>
          <c:max val="1"/>
        </c:scaling>
        <c:delete val="0"/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 dirty="0"/>
                  <a:t>False Position Fraction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+mj-lt"/>
                <a:ea typeface="新細明體"/>
                <a:cs typeface="新細明體"/>
              </a:defRPr>
            </a:pPr>
            <a:endParaRPr lang="zh-TW"/>
          </a:p>
        </c:txPr>
        <c:crossAx val="1"/>
        <c:crosses val="autoZero"/>
        <c:crossBetween val="midCat"/>
        <c:majorUnit val="0.1"/>
      </c:valAx>
      <c:valAx>
        <c:axId val="1"/>
        <c:scaling>
          <c:orientation val="minMax"/>
          <c:max val="1"/>
        </c:scaling>
        <c:delete val="0"/>
        <c:axPos val="l"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/>
                  <a:t>True Position Fraction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055640848"/>
        <c:crosses val="autoZero"/>
        <c:crossBetween val="midCat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24047619047619048"/>
          <c:y val="0.45716685414323199"/>
          <c:w val="0.74285714285714277"/>
          <c:h val="0.36428571428571421"/>
        </c:manualLayout>
      </c:layout>
      <c:overlay val="0"/>
      <c:spPr>
        <a:ln>
          <a:noFill/>
          <a:prstDash val="sysDash"/>
        </a:ln>
      </c:spPr>
    </c:legend>
    <c:plotVisOnly val="1"/>
    <c:dispBlanksAs val="gap"/>
    <c:showDLblsOverMax val="0"/>
  </c:chart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zh-TW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6.2392950881139858E-2"/>
          <c:y val="8.0952380952380956E-2"/>
          <c:w val="0.83333333333333337"/>
          <c:h val="0.83333333333333337"/>
        </c:manualLayout>
      </c:layout>
      <c:scatterChart>
        <c:scatterStyle val="lineMarker"/>
        <c:varyColors val="0"/>
        <c:ser>
          <c:idx val="0"/>
          <c:order val="0"/>
          <c:tx>
            <c:v>AUC=0.9401   Proposed 3-D SWIRL Transformer</c:v>
          </c:tx>
          <c:spPr>
            <a:ln w="12700">
              <a:solidFill>
                <a:srgbClr val="FF0000"/>
              </a:solidFill>
              <a:prstDash val="solid"/>
            </a:ln>
          </c:spPr>
          <c:marker>
            <c:symbol val="none"/>
          </c:marker>
          <c:xVal>
            <c:numRef>
              <c:f>'3D'!$A$6:$A$206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'3D'!$B$6:$B$206</c:f>
              <c:numCache>
                <c:formatCode>General</c:formatCode>
                <c:ptCount val="201"/>
                <c:pt idx="0">
                  <c:v>0</c:v>
                </c:pt>
                <c:pt idx="1">
                  <c:v>0.44389833657872496</c:v>
                </c:pt>
                <c:pt idx="2">
                  <c:v>0.5278111919223718</c:v>
                </c:pt>
                <c:pt idx="3">
                  <c:v>0.57998223620885159</c:v>
                </c:pt>
                <c:pt idx="4">
                  <c:v>0.61798559387726293</c:v>
                </c:pt>
                <c:pt idx="5">
                  <c:v>0.64783363482791967</c:v>
                </c:pt>
                <c:pt idx="6">
                  <c:v>0.67234980265461108</c:v>
                </c:pt>
                <c:pt idx="7">
                  <c:v>0.69309744227033798</c:v>
                </c:pt>
                <c:pt idx="8">
                  <c:v>0.71103651383590094</c:v>
                </c:pt>
                <c:pt idx="9">
                  <c:v>0.72680024388321995</c:v>
                </c:pt>
                <c:pt idx="10">
                  <c:v>0.74082896363672024</c:v>
                </c:pt>
                <c:pt idx="11">
                  <c:v>0.7534415505115426</c:v>
                </c:pt>
                <c:pt idx="12">
                  <c:v>0.76487649147021208</c:v>
                </c:pt>
                <c:pt idx="13">
                  <c:v>0.77531689197160569</c:v>
                </c:pt>
                <c:pt idx="14">
                  <c:v>0.78490643409933603</c:v>
                </c:pt>
                <c:pt idx="15">
                  <c:v>0.79375995807092858</c:v>
                </c:pt>
                <c:pt idx="16">
                  <c:v>0.80197070836543261</c:v>
                </c:pt>
                <c:pt idx="17">
                  <c:v>0.80961543383563483</c:v>
                </c:pt>
                <c:pt idx="18">
                  <c:v>0.81675806330231404</c:v>
                </c:pt>
                <c:pt idx="19">
                  <c:v>0.82345240969320532</c:v>
                </c:pt>
                <c:pt idx="20">
                  <c:v>0.8297441958833246</c:v>
                </c:pt>
                <c:pt idx="21">
                  <c:v>0.83567259697401286</c:v>
                </c:pt>
                <c:pt idx="22">
                  <c:v>0.84127143140893956</c:v>
                </c:pt>
                <c:pt idx="23">
                  <c:v>0.84657009282277396</c:v>
                </c:pt>
                <c:pt idx="24">
                  <c:v>0.85159428759938816</c:v>
                </c:pt>
                <c:pt idx="25">
                  <c:v>0.85636662485733539</c:v>
                </c:pt>
                <c:pt idx="26">
                  <c:v>0.86090709296511547</c:v>
                </c:pt>
                <c:pt idx="27">
                  <c:v>0.86523344782598421</c:v>
                </c:pt>
                <c:pt idx="28">
                  <c:v>0.86936153184997367</c:v>
                </c:pt>
                <c:pt idx="29">
                  <c:v>0.87330553795763799</c:v>
                </c:pt>
                <c:pt idx="30">
                  <c:v>0.87707822960925363</c:v>
                </c:pt>
                <c:pt idx="31">
                  <c:v>0.88069112536881955</c:v>
                </c:pt>
                <c:pt idx="32">
                  <c:v>0.88415465464987486</c:v>
                </c:pt>
                <c:pt idx="33">
                  <c:v>0.8874782898798621</c:v>
                </c:pt>
                <c:pt idx="34">
                  <c:v>0.89067065924160949</c:v>
                </c:pt>
                <c:pt idx="35">
                  <c:v>0.89373964331895406</c:v>
                </c:pt>
                <c:pt idx="36">
                  <c:v>0.89669245832684141</c:v>
                </c:pt>
                <c:pt idx="37">
                  <c:v>0.89953572809940441</c:v>
                </c:pt>
                <c:pt idx="38">
                  <c:v>0.90227554660940001</c:v>
                </c:pt>
                <c:pt idx="39">
                  <c:v>0.90491753247431439</c:v>
                </c:pt>
                <c:pt idx="40">
                  <c:v>0.90746687664998082</c:v>
                </c:pt>
                <c:pt idx="41">
                  <c:v>0.90992838430771805</c:v>
                </c:pt>
                <c:pt idx="42">
                  <c:v>0.91230651172515009</c:v>
                </c:pt>
                <c:pt idx="43">
                  <c:v>0.91460539888586356</c:v>
                </c:pt>
                <c:pt idx="44">
                  <c:v>0.91682889837257875</c:v>
                </c:pt>
                <c:pt idx="45">
                  <c:v>0.91898060104765489</c:v>
                </c:pt>
                <c:pt idx="46">
                  <c:v>0.92106385893968346</c:v>
                </c:pt>
                <c:pt idx="47">
                  <c:v>0.92308180569262221</c:v>
                </c:pt>
                <c:pt idx="48">
                  <c:v>0.92503737488199089</c:v>
                </c:pt>
                <c:pt idx="49">
                  <c:v>0.92693331645919597</c:v>
                </c:pt>
                <c:pt idx="50">
                  <c:v>0.92877221154853262</c:v>
                </c:pt>
                <c:pt idx="51">
                  <c:v>0.93055648579062811</c:v>
                </c:pt>
                <c:pt idx="52">
                  <c:v>0.93228842140002488</c:v>
                </c:pt>
                <c:pt idx="53">
                  <c:v>0.93397016808247613</c:v>
                </c:pt>
                <c:pt idx="54">
                  <c:v>0.93560375293867071</c:v>
                </c:pt>
                <c:pt idx="55">
                  <c:v>0.9371910894649873</c:v>
                </c:pt>
                <c:pt idx="56">
                  <c:v>0.93873398574806544</c:v>
                </c:pt>
                <c:pt idx="57">
                  <c:v>0.94023415193809945</c:v>
                </c:pt>
                <c:pt idx="58">
                  <c:v>0.94169320707552107</c:v>
                </c:pt>
                <c:pt idx="59">
                  <c:v>0.94311268533688319</c:v>
                </c:pt>
                <c:pt idx="60">
                  <c:v>0.94449404175807916</c:v>
                </c:pt>
                <c:pt idx="61">
                  <c:v>0.94583865748636731</c:v>
                </c:pt>
                <c:pt idx="62">
                  <c:v>0.94714784460685653</c:v>
                </c:pt>
                <c:pt idx="63">
                  <c:v>0.94842285058403886</c:v>
                </c:pt>
                <c:pt idx="64">
                  <c:v>0.94966486235451619</c:v>
                </c:pt>
                <c:pt idx="65">
                  <c:v>0.95087501010317454</c:v>
                </c:pt>
                <c:pt idx="66">
                  <c:v>0.95205437075163835</c:v>
                </c:pt>
                <c:pt idx="67">
                  <c:v>0.95320397118482347</c:v>
                </c:pt>
                <c:pt idx="68">
                  <c:v>0.95432479123875069</c:v>
                </c:pt>
                <c:pt idx="69">
                  <c:v>0.9554177664704292</c:v>
                </c:pt>
                <c:pt idx="70">
                  <c:v>0.95648379072853673</c:v>
                </c:pt>
                <c:pt idx="71">
                  <c:v>0.95752371854177853</c:v>
                </c:pt>
                <c:pt idx="72">
                  <c:v>0.95853836734016085</c:v>
                </c:pt>
                <c:pt idx="73">
                  <c:v>0.95952851952295526</c:v>
                </c:pt>
                <c:pt idx="74">
                  <c:v>0.96049492438582518</c:v>
                </c:pt>
                <c:pt idx="75">
                  <c:v>0.96143829991841923</c:v>
                </c:pt>
                <c:pt idx="76">
                  <c:v>0.96235933448269484</c:v>
                </c:pt>
                <c:pt idx="77">
                  <c:v>0.96325868838130102</c:v>
                </c:pt>
                <c:pt idx="78">
                  <c:v>0.96413699532451114</c:v>
                </c:pt>
                <c:pt idx="79">
                  <c:v>0.96499486380344157</c:v>
                </c:pt>
                <c:pt idx="80">
                  <c:v>0.96583287837661502</c:v>
                </c:pt>
                <c:pt idx="81">
                  <c:v>0.96665160087631763</c:v>
                </c:pt>
                <c:pt idx="82">
                  <c:v>0.96745157154064343</c:v>
                </c:pt>
                <c:pt idx="83">
                  <c:v>0.96823331007662639</c:v>
                </c:pt>
                <c:pt idx="84">
                  <c:v>0.96899731665940514</c:v>
                </c:pt>
                <c:pt idx="85">
                  <c:v>0.96974407287195985</c:v>
                </c:pt>
                <c:pt idx="86">
                  <c:v>0.9704740425895898</c:v>
                </c:pt>
                <c:pt idx="87">
                  <c:v>0.97118767281296248</c:v>
                </c:pt>
                <c:pt idx="88">
                  <c:v>0.97188539445326205</c:v>
                </c:pt>
                <c:pt idx="89">
                  <c:v>0.97256762307268385</c:v>
                </c:pt>
                <c:pt idx="90">
                  <c:v>0.9732347595832711</c:v>
                </c:pt>
                <c:pt idx="91">
                  <c:v>0.97388719090685616</c:v>
                </c:pt>
                <c:pt idx="92">
                  <c:v>0.97452529059865978</c:v>
                </c:pt>
                <c:pt idx="93">
                  <c:v>0.97514941943690869</c:v>
                </c:pt>
                <c:pt idx="94">
                  <c:v>0.97575992598065353</c:v>
                </c:pt>
                <c:pt idx="95">
                  <c:v>0.97635714709781085</c:v>
                </c:pt>
                <c:pt idx="96">
                  <c:v>0.97694140846530142</c:v>
                </c:pt>
                <c:pt idx="97">
                  <c:v>0.97751302504302473</c:v>
                </c:pt>
                <c:pt idx="98">
                  <c:v>0.97807230152328184</c:v>
                </c:pt>
                <c:pt idx="99">
                  <c:v>0.97861953275714675</c:v>
                </c:pt>
                <c:pt idx="100">
                  <c:v>0.97915500415917767</c:v>
                </c:pt>
                <c:pt idx="101">
                  <c:v>0.97967906983056741</c:v>
                </c:pt>
                <c:pt idx="102">
                  <c:v>0.9801920932470255</c:v>
                </c:pt>
                <c:pt idx="103">
                  <c:v>0.98069431473908231</c:v>
                </c:pt>
                <c:pt idx="104">
                  <c:v>0.98118597575825051</c:v>
                </c:pt>
                <c:pt idx="105">
                  <c:v>0.98166731059436463</c:v>
                </c:pt>
                <c:pt idx="106">
                  <c:v>0.98213854664302114</c:v>
                </c:pt>
                <c:pt idx="107">
                  <c:v>0.98259990466073854</c:v>
                </c:pt>
                <c:pt idx="108">
                  <c:v>0.9830515990084997</c:v>
                </c:pt>
                <c:pt idx="109">
                  <c:v>0.98349383788429612</c:v>
                </c:pt>
                <c:pt idx="110">
                  <c:v>0.98392682354525585</c:v>
                </c:pt>
                <c:pt idx="111">
                  <c:v>0.98435075251990101</c:v>
                </c:pt>
                <c:pt idx="112">
                  <c:v>0.9847658158110465</c:v>
                </c:pt>
                <c:pt idx="113">
                  <c:v>0.98517219908982223</c:v>
                </c:pt>
                <c:pt idx="114">
                  <c:v>0.9855700828812709</c:v>
                </c:pt>
                <c:pt idx="115">
                  <c:v>0.98595964274194692</c:v>
                </c:pt>
                <c:pt idx="116">
                  <c:v>0.98634104942991607</c:v>
                </c:pt>
                <c:pt idx="117">
                  <c:v>0.98671446906753424</c:v>
                </c:pt>
                <c:pt idx="118">
                  <c:v>0.9870800632973582</c:v>
                </c:pt>
                <c:pt idx="119">
                  <c:v>0.98743798943152317</c:v>
                </c:pt>
                <c:pt idx="120">
                  <c:v>0.98778840059490258</c:v>
                </c:pt>
                <c:pt idx="121">
                  <c:v>0.98813144586234603</c:v>
                </c:pt>
                <c:pt idx="122">
                  <c:v>0.98846727039027515</c:v>
                </c:pt>
                <c:pt idx="123">
                  <c:v>0.98879601554290264</c:v>
                </c:pt>
                <c:pt idx="124">
                  <c:v>0.98911781901332119</c:v>
                </c:pt>
                <c:pt idx="125">
                  <c:v>0.98943281493969981</c:v>
                </c:pt>
                <c:pt idx="126">
                  <c:v>0.98974113401680774</c:v>
                </c:pt>
                <c:pt idx="127">
                  <c:v>0.99004290360307468</c:v>
                </c:pt>
                <c:pt idx="128">
                  <c:v>0.99033824782338753</c:v>
                </c:pt>
                <c:pt idx="129">
                  <c:v>0.99062728766780717</c:v>
                </c:pt>
                <c:pt idx="130">
                  <c:v>0.9909101410863832</c:v>
                </c:pt>
                <c:pt idx="131">
                  <c:v>0.99118692308023304</c:v>
                </c:pt>
                <c:pt idx="132">
                  <c:v>0.99145774578903978</c:v>
                </c:pt>
                <c:pt idx="133">
                  <c:v>0.99172271857512073</c:v>
                </c:pt>
                <c:pt idx="134">
                  <c:v>0.99198194810420171</c:v>
                </c:pt>
                <c:pt idx="135">
                  <c:v>0.99223553842303214</c:v>
                </c:pt>
                <c:pt idx="136">
                  <c:v>0.99248359103396211</c:v>
                </c:pt>
                <c:pt idx="137">
                  <c:v>0.99272620496659947</c:v>
                </c:pt>
                <c:pt idx="138">
                  <c:v>0.99296347684665465</c:v>
                </c:pt>
                <c:pt idx="139">
                  <c:v>0.99319550096207687</c:v>
                </c:pt>
                <c:pt idx="140">
                  <c:v>0.99342236932657757</c:v>
                </c:pt>
                <c:pt idx="141">
                  <c:v>0.99364417174062891</c:v>
                </c:pt>
                <c:pt idx="142">
                  <c:v>0.99386099585002263</c:v>
                </c:pt>
                <c:pt idx="143">
                  <c:v>0.99407292720206464</c:v>
                </c:pt>
                <c:pt idx="144">
                  <c:v>0.99428004929947811</c:v>
                </c:pt>
                <c:pt idx="145">
                  <c:v>0.99448244365207794</c:v>
                </c:pt>
                <c:pt idx="146">
                  <c:v>0.99468018982627748</c:v>
                </c:pt>
                <c:pt idx="147">
                  <c:v>0.99487336549247996</c:v>
                </c:pt>
                <c:pt idx="148">
                  <c:v>0.99506204647040186</c:v>
                </c:pt>
                <c:pt idx="149">
                  <c:v>0.99524630677236769</c:v>
                </c:pt>
                <c:pt idx="150">
                  <c:v>0.99542621864461256</c:v>
                </c:pt>
                <c:pt idx="151">
                  <c:v>0.99560185260661882</c:v>
                </c:pt>
                <c:pt idx="152">
                  <c:v>0.99577327748850741</c:v>
                </c:pt>
                <c:pt idx="153">
                  <c:v>0.99594056046649693</c:v>
                </c:pt>
                <c:pt idx="154">
                  <c:v>0.99610376709643655</c:v>
                </c:pt>
                <c:pt idx="155">
                  <c:v>0.99626296134540748</c:v>
                </c:pt>
                <c:pt idx="156">
                  <c:v>0.9964182056213815</c:v>
                </c:pt>
                <c:pt idx="157">
                  <c:v>0.99656956080091197</c:v>
                </c:pt>
                <c:pt idx="158">
                  <c:v>0.99671708625482269</c:v>
                </c:pt>
                <c:pt idx="159">
                  <c:v>0.99686083987184659</c:v>
                </c:pt>
                <c:pt idx="160">
                  <c:v>0.99700087808015136</c:v>
                </c:pt>
                <c:pt idx="161">
                  <c:v>0.99713725586667223</c:v>
                </c:pt>
                <c:pt idx="162">
                  <c:v>0.99727002679415422</c:v>
                </c:pt>
                <c:pt idx="163">
                  <c:v>0.99739924301578153</c:v>
                </c:pt>
                <c:pt idx="164">
                  <c:v>0.99752495528724949</c:v>
                </c:pt>
                <c:pt idx="165">
                  <c:v>0.99764721297610093</c:v>
                </c:pt>
                <c:pt idx="166">
                  <c:v>0.99776606406811474</c:v>
                </c:pt>
                <c:pt idx="167">
                  <c:v>0.99788155517049437</c:v>
                </c:pt>
                <c:pt idx="168">
                  <c:v>0.99799373151154902</c:v>
                </c:pt>
                <c:pt idx="169">
                  <c:v>0.99810263693650492</c:v>
                </c:pt>
                <c:pt idx="170">
                  <c:v>0.99820831389900855</c:v>
                </c:pt>
                <c:pt idx="171">
                  <c:v>0.99831080344779466</c:v>
                </c:pt>
                <c:pt idx="172">
                  <c:v>0.99841014520788507</c:v>
                </c:pt>
                <c:pt idx="173">
                  <c:v>0.99850637735554915</c:v>
                </c:pt>
                <c:pt idx="174">
                  <c:v>0.99859953658608991</c:v>
                </c:pt>
                <c:pt idx="175">
                  <c:v>0.99868965807331145</c:v>
                </c:pt>
                <c:pt idx="176">
                  <c:v>0.99877677541925936</c:v>
                </c:pt>
                <c:pt idx="177">
                  <c:v>0.99886092059249043</c:v>
                </c:pt>
                <c:pt idx="178">
                  <c:v>0.99894212385269354</c:v>
                </c:pt>
                <c:pt idx="179">
                  <c:v>0.99902041365892391</c:v>
                </c:pt>
                <c:pt idx="180">
                  <c:v>0.99909581655797064</c:v>
                </c:pt>
                <c:pt idx="181">
                  <c:v>0.99916835704839957</c:v>
                </c:pt>
                <c:pt idx="182">
                  <c:v>0.99923805741448479</c:v>
                </c:pt>
                <c:pt idx="183">
                  <c:v>0.9993049375224371</c:v>
                </c:pt>
                <c:pt idx="184">
                  <c:v>0.99936901456882565</c:v>
                </c:pt>
                <c:pt idx="185">
                  <c:v>0.9994303027675453</c:v>
                </c:pt>
                <c:pt idx="186">
                  <c:v>0.99948881295657965</c:v>
                </c:pt>
                <c:pt idx="187">
                  <c:v>0.9995445520983095</c:v>
                </c:pt>
                <c:pt idx="188">
                  <c:v>0.99959752263580803</c:v>
                </c:pt>
                <c:pt idx="189">
                  <c:v>0.9996477216500621</c:v>
                </c:pt>
                <c:pt idx="190">
                  <c:v>0.99969513973506918</c:v>
                </c:pt>
                <c:pt idx="191">
                  <c:v>0.99973975946134719</c:v>
                </c:pt>
                <c:pt idx="192">
                  <c:v>0.99978155321801787</c:v>
                </c:pt>
                <c:pt idx="193">
                  <c:v>0.99982048007704638</c:v>
                </c:pt>
                <c:pt idx="194">
                  <c:v>0.99985648103850167</c:v>
                </c:pt>
                <c:pt idx="195">
                  <c:v>0.99988947141725593</c:v>
                </c:pt>
                <c:pt idx="196">
                  <c:v>0.9999193277384244</c:v>
                </c:pt>
                <c:pt idx="197">
                  <c:v>0.99994586278342523</c:v>
                </c:pt>
                <c:pt idx="198">
                  <c:v>0.99996877022245745</c:v>
                </c:pt>
                <c:pt idx="199">
                  <c:v>0.99998746388046522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E87-40C0-900C-2F957E58D2B8}"/>
            </c:ext>
          </c:extLst>
        </c:ser>
        <c:ser>
          <c:idx val="1"/>
          <c:order val="1"/>
          <c:tx>
            <c:v>AUC=0.8862   3-D Swin Transformer</c:v>
          </c:tx>
          <c:spPr>
            <a:ln w="12700">
              <a:solidFill>
                <a:schemeClr val="accent2"/>
              </a:solidFill>
              <a:prstDash val="sysDash"/>
            </a:ln>
          </c:spPr>
          <c:marker>
            <c:symbol val="none"/>
          </c:marker>
          <c:xVal>
            <c:numRef>
              <c:f>'3D'!$A$6:$A$206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'3D'!$C$6:$C$206</c:f>
              <c:numCache>
                <c:formatCode>General</c:formatCode>
                <c:ptCount val="201"/>
                <c:pt idx="0">
                  <c:v>0</c:v>
                </c:pt>
                <c:pt idx="1">
                  <c:v>0.1358092121644241</c:v>
                </c:pt>
                <c:pt idx="2">
                  <c:v>0.20720229131940973</c:v>
                </c:pt>
                <c:pt idx="3">
                  <c:v>0.26147966950950452</c:v>
                </c:pt>
                <c:pt idx="4">
                  <c:v>0.30617735704985211</c:v>
                </c:pt>
                <c:pt idx="5">
                  <c:v>0.34448972015809909</c:v>
                </c:pt>
                <c:pt idx="6">
                  <c:v>0.37814632019151423</c:v>
                </c:pt>
                <c:pt idx="7">
                  <c:v>0.40821406192420784</c:v>
                </c:pt>
                <c:pt idx="8">
                  <c:v>0.43540787027763872</c:v>
                </c:pt>
                <c:pt idx="9">
                  <c:v>0.4602352491710911</c:v>
                </c:pt>
                <c:pt idx="10">
                  <c:v>0.48307215939526393</c:v>
                </c:pt>
                <c:pt idx="11">
                  <c:v>0.50420672436907699</c:v>
                </c:pt>
                <c:pt idx="12">
                  <c:v>0.52386435389391828</c:v>
                </c:pt>
                <c:pt idx="13">
                  <c:v>0.54222687415139004</c:v>
                </c:pt>
                <c:pt idx="14">
                  <c:v>0.55944268362064276</c:v>
                </c:pt>
                <c:pt idx="15">
                  <c:v>0.57563486904661043</c:v>
                </c:pt>
                <c:pt idx="16">
                  <c:v>0.5909068491049827</c:v>
                </c:pt>
                <c:pt idx="17">
                  <c:v>0.60534649379892902</c:v>
                </c:pt>
                <c:pt idx="18">
                  <c:v>0.61902919554575653</c:v>
                </c:pt>
                <c:pt idx="19">
                  <c:v>0.63202020129416625</c:v>
                </c:pt>
                <c:pt idx="20">
                  <c:v>0.64437641239362431</c:v>
                </c:pt>
                <c:pt idx="21">
                  <c:v>0.65614779376583743</c:v>
                </c:pt>
                <c:pt idx="22">
                  <c:v>0.66737849140987104</c:v>
                </c:pt>
                <c:pt idx="23">
                  <c:v>0.67810772886442372</c:v>
                </c:pt>
                <c:pt idx="24">
                  <c:v>0.68837053386295188</c:v>
                </c:pt>
                <c:pt idx="25">
                  <c:v>0.69819833293091749</c:v>
                </c:pt>
                <c:pt idx="26">
                  <c:v>0.70761944213029637</c:v>
                </c:pt>
                <c:pt idx="27">
                  <c:v>0.71665947529589347</c:v>
                </c:pt>
                <c:pt idx="28">
                  <c:v>0.7253416861056865</c:v>
                </c:pt>
                <c:pt idx="29">
                  <c:v>0.73368725663221224</c:v>
                </c:pt>
                <c:pt idx="30">
                  <c:v>0.74171554225935821</c:v>
                </c:pt>
                <c:pt idx="31">
                  <c:v>0.74944428076061598</c:v>
                </c:pt>
                <c:pt idx="32">
                  <c:v>0.75688977173995897</c:v>
                </c:pt>
                <c:pt idx="33">
                  <c:v>0.76406703140689525</c:v>
                </c:pt>
                <c:pt idx="34">
                  <c:v>0.77098992670077426</c:v>
                </c:pt>
                <c:pt idx="35">
                  <c:v>0.77767129202930541</c:v>
                </c:pt>
                <c:pt idx="36">
                  <c:v>0.78412303129336858</c:v>
                </c:pt>
                <c:pt idx="37">
                  <c:v>0.79035620739820511</c:v>
                </c:pt>
                <c:pt idx="38">
                  <c:v>0.79638112107277625</c:v>
                </c:pt>
                <c:pt idx="39">
                  <c:v>0.80220738051389695</c:v>
                </c:pt>
                <c:pt idx="40">
                  <c:v>0.8078439631240848</c:v>
                </c:pt>
                <c:pt idx="41">
                  <c:v>0.81329927040993444</c:v>
                </c:pt>
                <c:pt idx="42">
                  <c:v>0.81858117694193944</c:v>
                </c:pt>
                <c:pt idx="43">
                  <c:v>0.82369707413986459</c:v>
                </c:pt>
                <c:pt idx="44">
                  <c:v>0.82865390953438911</c:v>
                </c:pt>
                <c:pt idx="45">
                  <c:v>0.83345822206130626</c:v>
                </c:pt>
                <c:pt idx="46">
                  <c:v>0.83811617386561499</c:v>
                </c:pt>
                <c:pt idx="47">
                  <c:v>0.84263357902652336</c:v>
                </c:pt>
                <c:pt idx="48">
                  <c:v>0.84701592955847171</c:v>
                </c:pt>
                <c:pt idx="49">
                  <c:v>0.85126841899596628</c:v>
                </c:pt>
                <c:pt idx="50">
                  <c:v>0.85539596382981598</c:v>
                </c:pt>
                <c:pt idx="51">
                  <c:v>0.85940322302810424</c:v>
                </c:pt>
                <c:pt idx="52">
                  <c:v>0.86329461584592548</c:v>
                </c:pt>
                <c:pt idx="53">
                  <c:v>0.86707433810276935</c:v>
                </c:pt>
                <c:pt idx="54">
                  <c:v>0.87074637708480962</c:v>
                </c:pt>
                <c:pt idx="55">
                  <c:v>0.87431452521066921</c:v>
                </c:pt>
                <c:pt idx="56">
                  <c:v>0.87778239258307533</c:v>
                </c:pt>
                <c:pt idx="57">
                  <c:v>0.88115341853478291</c:v>
                </c:pt>
                <c:pt idx="58">
                  <c:v>0.88443088226494138</c:v>
                </c:pt>
                <c:pt idx="59">
                  <c:v>0.88761791265142231</c:v>
                </c:pt>
                <c:pt idx="60">
                  <c:v>0.89071749731531502</c:v>
                </c:pt>
                <c:pt idx="61">
                  <c:v>0.89373249100563146</c:v>
                </c:pt>
                <c:pt idx="62">
                  <c:v>0.89666562336508404</c:v>
                </c:pt>
                <c:pt idx="63">
                  <c:v>0.89951950613149145</c:v>
                </c:pt>
                <c:pt idx="64">
                  <c:v>0.90229663982378461</c:v>
                </c:pt>
                <c:pt idx="65">
                  <c:v>0.90499941995666777</c:v>
                </c:pt>
                <c:pt idx="66">
                  <c:v>0.90763014282361532</c:v>
                </c:pt>
                <c:pt idx="67">
                  <c:v>0.91019101088401677</c:v>
                </c:pt>
                <c:pt idx="68">
                  <c:v>0.91268413778683455</c:v>
                </c:pt>
                <c:pt idx="69">
                  <c:v>0.91511155306006886</c:v>
                </c:pt>
                <c:pt idx="70">
                  <c:v>0.9174752064925894</c:v>
                </c:pt>
                <c:pt idx="71">
                  <c:v>0.91977697223243804</c:v>
                </c:pt>
                <c:pt idx="72">
                  <c:v>0.92201865262352356</c:v>
                </c:pt>
                <c:pt idx="73">
                  <c:v>0.9242019818006566</c:v>
                </c:pt>
                <c:pt idx="74">
                  <c:v>0.92632862906110991</c:v>
                </c:pt>
                <c:pt idx="75">
                  <c:v>0.92840020202930373</c:v>
                </c:pt>
                <c:pt idx="76">
                  <c:v>0.93041824962977815</c:v>
                </c:pt>
                <c:pt idx="77">
                  <c:v>0.93238426488233361</c:v>
                </c:pt>
                <c:pt idx="78">
                  <c:v>0.93429968753204684</c:v>
                </c:pt>
                <c:pt idx="79">
                  <c:v>0.93616590652581722</c:v>
                </c:pt>
                <c:pt idx="80">
                  <c:v>0.93798426234614707</c:v>
                </c:pt>
                <c:pt idx="81">
                  <c:v>0.93975604921198808</c:v>
                </c:pt>
                <c:pt idx="82">
                  <c:v>0.94148251715570175</c:v>
                </c:pt>
                <c:pt idx="83">
                  <c:v>0.94316487398446947</c:v>
                </c:pt>
                <c:pt idx="84">
                  <c:v>0.9448042871338298</c:v>
                </c:pt>
                <c:pt idx="85">
                  <c:v>0.94640188542043746</c:v>
                </c:pt>
                <c:pt idx="86">
                  <c:v>0.9479587607005876</c:v>
                </c:pt>
                <c:pt idx="87">
                  <c:v>0.94947596944056256</c:v>
                </c:pt>
                <c:pt idx="88">
                  <c:v>0.9509545342044029</c:v>
                </c:pt>
                <c:pt idx="89">
                  <c:v>0.95239544506429052</c:v>
                </c:pt>
                <c:pt idx="90">
                  <c:v>0.953799660938357</c:v>
                </c:pt>
                <c:pt idx="91">
                  <c:v>0.95516811086037778</c:v>
                </c:pt>
                <c:pt idx="92">
                  <c:v>0.95650169518549877</c:v>
                </c:pt>
                <c:pt idx="93">
                  <c:v>0.95780128673584664</c:v>
                </c:pt>
                <c:pt idx="94">
                  <c:v>0.95906773188960437</c:v>
                </c:pt>
                <c:pt idx="95">
                  <c:v>0.96030185161688808</c:v>
                </c:pt>
                <c:pt idx="96">
                  <c:v>0.96150444246553002</c:v>
                </c:pt>
                <c:pt idx="97">
                  <c:v>0.96267627749966433</c:v>
                </c:pt>
                <c:pt idx="98">
                  <c:v>0.96381810719381744</c:v>
                </c:pt>
                <c:pt idx="99">
                  <c:v>0.96493066028502195</c:v>
                </c:pt>
                <c:pt idx="100">
                  <c:v>0.96601464458531483</c:v>
                </c:pt>
                <c:pt idx="101">
                  <c:v>0.96707090409143859</c:v>
                </c:pt>
                <c:pt idx="102">
                  <c:v>0.96810029673194775</c:v>
                </c:pt>
                <c:pt idx="103">
                  <c:v>0.96910342936051797</c:v>
                </c:pt>
                <c:pt idx="104">
                  <c:v>0.97008090947586645</c:v>
                </c:pt>
                <c:pt idx="105">
                  <c:v>0.97103332849170065</c:v>
                </c:pt>
                <c:pt idx="106">
                  <c:v>0.97196126227988855</c:v>
                </c:pt>
                <c:pt idx="107">
                  <c:v>0.97286527169112025</c:v>
                </c:pt>
                <c:pt idx="108">
                  <c:v>0.97374590305417974</c:v>
                </c:pt>
                <c:pt idx="109">
                  <c:v>0.97460368865488334</c:v>
                </c:pt>
                <c:pt idx="110">
                  <c:v>0.97543914719567937</c:v>
                </c:pt>
                <c:pt idx="111">
                  <c:v>0.97625278423684714</c:v>
                </c:pt>
                <c:pt idx="112">
                  <c:v>0.97704509262018113</c:v>
                </c:pt>
                <c:pt idx="113">
                  <c:v>0.977816552875996</c:v>
                </c:pt>
                <c:pt idx="114">
                  <c:v>0.97856763361424204</c:v>
                </c:pt>
                <c:pt idx="115">
                  <c:v>0.97929879190047797</c:v>
                </c:pt>
                <c:pt idx="116">
                  <c:v>0.9800104736174059</c:v>
                </c:pt>
                <c:pt idx="117">
                  <c:v>0.98070311381263753</c:v>
                </c:pt>
                <c:pt idx="118">
                  <c:v>0.9813771370333213</c:v>
                </c:pt>
                <c:pt idx="119">
                  <c:v>0.98203295764823106</c:v>
                </c:pt>
                <c:pt idx="120">
                  <c:v>0.9826709801578829</c:v>
                </c:pt>
                <c:pt idx="121">
                  <c:v>0.98329159949321576</c:v>
                </c:pt>
                <c:pt idx="122">
                  <c:v>0.98389520130334773</c:v>
                </c:pt>
                <c:pt idx="123">
                  <c:v>0.98448216223289065</c:v>
                </c:pt>
                <c:pt idx="124">
                  <c:v>0.98505285018928168</c:v>
                </c:pt>
                <c:pt idx="125">
                  <c:v>0.9856076246005685</c:v>
                </c:pt>
                <c:pt idx="126">
                  <c:v>0.98614683666406144</c:v>
                </c:pt>
                <c:pt idx="127">
                  <c:v>0.98667082958624697</c:v>
                </c:pt>
                <c:pt idx="128">
                  <c:v>0.98717993881433674</c:v>
                </c:pt>
                <c:pt idx="129">
                  <c:v>0.98767449225980786</c:v>
                </c:pt>
                <c:pt idx="130">
                  <c:v>0.98815481051427423</c:v>
                </c:pt>
                <c:pt idx="131">
                  <c:v>0.9886212070580116</c:v>
                </c:pt>
                <c:pt idx="132">
                  <c:v>0.98907398846144334</c:v>
                </c:pt>
                <c:pt idx="133">
                  <c:v>0.9895134545798816</c:v>
                </c:pt>
                <c:pt idx="134">
                  <c:v>0.98993989874180255</c:v>
                </c:pt>
                <c:pt idx="135">
                  <c:v>0.99035360793092231</c:v>
                </c:pt>
                <c:pt idx="136">
                  <c:v>0.99075486296233073</c:v>
                </c:pt>
                <c:pt idx="137">
                  <c:v>0.99114393865292305</c:v>
                </c:pt>
                <c:pt idx="138">
                  <c:v>0.99152110398636562</c:v>
                </c:pt>
                <c:pt idx="139">
                  <c:v>0.9918866222728161</c:v>
                </c:pt>
                <c:pt idx="140">
                  <c:v>0.99224075130361178</c:v>
                </c:pt>
                <c:pt idx="141">
                  <c:v>0.99258374350113132</c:v>
                </c:pt>
                <c:pt idx="142">
                  <c:v>0.99291584606402317</c:v>
                </c:pt>
                <c:pt idx="143">
                  <c:v>0.99323730110799069</c:v>
                </c:pt>
                <c:pt idx="144">
                  <c:v>0.99354834580231322</c:v>
                </c:pt>
                <c:pt idx="145">
                  <c:v>0.99384921250227465</c:v>
                </c:pt>
                <c:pt idx="146">
                  <c:v>0.99414012887766967</c:v>
                </c:pt>
                <c:pt idx="147">
                  <c:v>0.99442131803754397</c:v>
                </c:pt>
                <c:pt idx="148">
                  <c:v>0.99469299865132577</c:v>
                </c:pt>
                <c:pt idx="149">
                  <c:v>0.99495538506649672</c:v>
                </c:pt>
                <c:pt idx="150">
                  <c:v>0.99520868742294644</c:v>
                </c:pt>
                <c:pt idx="151">
                  <c:v>0.99545311176415108</c:v>
                </c:pt>
                <c:pt idx="152">
                  <c:v>0.99568886014531055</c:v>
                </c:pt>
                <c:pt idx="153">
                  <c:v>0.99591613073857632</c:v>
                </c:pt>
                <c:pt idx="154">
                  <c:v>0.99613511793549869</c:v>
                </c:pt>
                <c:pt idx="155">
                  <c:v>0.99634601244681786</c:v>
                </c:pt>
                <c:pt idx="156">
                  <c:v>0.9965490013997218</c:v>
                </c:pt>
                <c:pt idx="157">
                  <c:v>0.99674426843269226</c:v>
                </c:pt>
                <c:pt idx="158">
                  <c:v>0.99693199378805597</c:v>
                </c:pt>
                <c:pt idx="159">
                  <c:v>0.99711235440236001</c:v>
                </c:pt>
                <c:pt idx="160">
                  <c:v>0.99728552399468706</c:v>
                </c:pt>
                <c:pt idx="161">
                  <c:v>0.9974516731530273</c:v>
                </c:pt>
                <c:pt idx="162">
                  <c:v>0.99761096941882477</c:v>
                </c:pt>
                <c:pt idx="163">
                  <c:v>0.9977635773698138</c:v>
                </c:pt>
                <c:pt idx="164">
                  <c:v>0.99790965870126769</c:v>
                </c:pt>
                <c:pt idx="165">
                  <c:v>0.99804937230578006</c:v>
                </c:pt>
                <c:pt idx="166">
                  <c:v>0.9981828743517055</c:v>
                </c:pt>
                <c:pt idx="167">
                  <c:v>0.99831031836038953</c:v>
                </c:pt>
                <c:pt idx="168">
                  <c:v>0.99843185528232481</c:v>
                </c:pt>
                <c:pt idx="169">
                  <c:v>0.99854763357237575</c:v>
                </c:pt>
                <c:pt idx="170">
                  <c:v>0.99865779926422571</c:v>
                </c:pt>
                <c:pt idx="171">
                  <c:v>0.9987624960442093</c:v>
                </c:pt>
                <c:pt idx="172">
                  <c:v>0.99886186532470755</c:v>
                </c:pt>
                <c:pt idx="173">
                  <c:v>0.99895604631729895</c:v>
                </c:pt>
                <c:pt idx="174">
                  <c:v>0.99904517610587973</c:v>
                </c:pt>
                <c:pt idx="175">
                  <c:v>0.99912938971999143</c:v>
                </c:pt>
                <c:pt idx="176">
                  <c:v>0.99920882020862201</c:v>
                </c:pt>
                <c:pt idx="177">
                  <c:v>0.99928359871478245</c:v>
                </c:pt>
                <c:pt idx="178">
                  <c:v>0.99935385455120751</c:v>
                </c:pt>
                <c:pt idx="179">
                  <c:v>0.999419715277578</c:v>
                </c:pt>
                <c:pt idx="180">
                  <c:v>0.99948130677973435</c:v>
                </c:pt>
                <c:pt idx="181">
                  <c:v>0.99953875335142917</c:v>
                </c:pt>
                <c:pt idx="182">
                  <c:v>0.99959217777927378</c:v>
                </c:pt>
                <c:pt idx="183">
                  <c:v>0.99964170143166131</c:v>
                </c:pt>
                <c:pt idx="184">
                  <c:v>0.99968744435261747</c:v>
                </c:pt>
                <c:pt idx="185">
                  <c:v>0.99972952536173953</c:v>
                </c:pt>
                <c:pt idx="186">
                  <c:v>0.99976806216165903</c:v>
                </c:pt>
                <c:pt idx="187">
                  <c:v>0.99980317145481989</c:v>
                </c:pt>
                <c:pt idx="188">
                  <c:v>0.99983496907182701</c:v>
                </c:pt>
                <c:pt idx="189">
                  <c:v>0.99986357011423765</c:v>
                </c:pt>
                <c:pt idx="190">
                  <c:v>0.99988908911547558</c:v>
                </c:pt>
                <c:pt idx="191">
                  <c:v>0.99991164022461165</c:v>
                </c:pt>
                <c:pt idx="192">
                  <c:v>0.999931337419116</c:v>
                </c:pt>
                <c:pt idx="193">
                  <c:v>0.9999482947543038</c:v>
                </c:pt>
                <c:pt idx="194">
                  <c:v>0.99996262665868774</c:v>
                </c:pt>
                <c:pt idx="195">
                  <c:v>0.99997444828420234</c:v>
                </c:pt>
                <c:pt idx="196">
                  <c:v>0.99998387591199989</c:v>
                </c:pt>
                <c:pt idx="197">
                  <c:v>0.99999102737261136</c:v>
                </c:pt>
                <c:pt idx="198">
                  <c:v>0.999996022240216</c:v>
                </c:pt>
                <c:pt idx="199">
                  <c:v>0.99999898037796642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E87-40C0-900C-2F957E58D2B8}"/>
            </c:ext>
          </c:extLst>
        </c:ser>
        <c:ser>
          <c:idx val="7"/>
          <c:order val="2"/>
          <c:tx>
            <c:v>AUC=0.9122   3-D Res-CapsNet</c:v>
          </c:tx>
          <c:spPr>
            <a:ln w="12700">
              <a:solidFill>
                <a:schemeClr val="accent4"/>
              </a:solidFill>
              <a:prstDash val="lgDashDot"/>
            </a:ln>
          </c:spPr>
          <c:marker>
            <c:symbol val="none"/>
          </c:marker>
          <c:xVal>
            <c:numRef>
              <c:f>'3D'!$A$6:$A$206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'3D'!$I$6:$I$206</c:f>
              <c:numCache>
                <c:formatCode>General</c:formatCode>
                <c:ptCount val="201"/>
                <c:pt idx="0">
                  <c:v>0</c:v>
                </c:pt>
                <c:pt idx="1">
                  <c:v>0.31378970493664671</c:v>
                </c:pt>
                <c:pt idx="2">
                  <c:v>0.39652499423242049</c:v>
                </c:pt>
                <c:pt idx="3">
                  <c:v>0.45113109387224404</c:v>
                </c:pt>
                <c:pt idx="4">
                  <c:v>0.49246191838652326</c:v>
                </c:pt>
                <c:pt idx="5">
                  <c:v>0.52586197313690763</c:v>
                </c:pt>
                <c:pt idx="6">
                  <c:v>0.55392700015464413</c:v>
                </c:pt>
                <c:pt idx="7">
                  <c:v>0.57813345112518744</c:v>
                </c:pt>
                <c:pt idx="8">
                  <c:v>0.59940746485212726</c:v>
                </c:pt>
                <c:pt idx="9">
                  <c:v>0.61837127467847297</c:v>
                </c:pt>
                <c:pt idx="10">
                  <c:v>0.63546456738276014</c:v>
                </c:pt>
                <c:pt idx="11">
                  <c:v>0.65101033377232542</c:v>
                </c:pt>
                <c:pt idx="12">
                  <c:v>0.6652532691197357</c:v>
                </c:pt>
                <c:pt idx="13">
                  <c:v>0.67838346481906697</c:v>
                </c:pt>
                <c:pt idx="14">
                  <c:v>0.69055170435229207</c:v>
                </c:pt>
                <c:pt idx="15">
                  <c:v>0.70187971528676207</c:v>
                </c:pt>
                <c:pt idx="16">
                  <c:v>0.71246725972791491</c:v>
                </c:pt>
                <c:pt idx="17">
                  <c:v>0.72239717106426982</c:v>
                </c:pt>
                <c:pt idx="18">
                  <c:v>0.73173901528638452</c:v>
                </c:pt>
                <c:pt idx="19">
                  <c:v>0.74055180648966557</c:v>
                </c:pt>
                <c:pt idx="20">
                  <c:v>0.74888605679408915</c:v>
                </c:pt>
                <c:pt idx="21">
                  <c:v>0.75678534825166111</c:v>
                </c:pt>
                <c:pt idx="22">
                  <c:v>0.76428755518504521</c:v>
                </c:pt>
                <c:pt idx="23">
                  <c:v>0.77142580671595384</c:v>
                </c:pt>
                <c:pt idx="24">
                  <c:v>0.77822925336040116</c:v>
                </c:pt>
                <c:pt idx="25">
                  <c:v>0.78472368390154734</c:v>
                </c:pt>
                <c:pt idx="26">
                  <c:v>0.79093202647162775</c:v>
                </c:pt>
                <c:pt idx="27">
                  <c:v>0.79687475909809147</c:v>
                </c:pt>
                <c:pt idx="28">
                  <c:v>0.80257024874576843</c:v>
                </c:pt>
                <c:pt idx="29">
                  <c:v>0.80803503336136595</c:v>
                </c:pt>
                <c:pt idx="30">
                  <c:v>0.81328405809380999</c:v>
                </c:pt>
                <c:pt idx="31">
                  <c:v>0.818330874380788</c:v>
                </c:pt>
                <c:pt idx="32">
                  <c:v>0.82318780872163633</c:v>
                </c:pt>
                <c:pt idx="33">
                  <c:v>0.82786610653397008</c:v>
                </c:pt>
                <c:pt idx="34">
                  <c:v>0.83237605539897308</c:v>
                </c:pt>
                <c:pt idx="35">
                  <c:v>0.83672709115405397</c:v>
                </c:pt>
                <c:pt idx="36">
                  <c:v>0.84092788963075704</c:v>
                </c:pt>
                <c:pt idx="37">
                  <c:v>0.84498644631581743</c:v>
                </c:pt>
                <c:pt idx="38">
                  <c:v>0.84891014580112956</c:v>
                </c:pt>
                <c:pt idx="39">
                  <c:v>0.85270582255954497</c:v>
                </c:pt>
                <c:pt idx="40">
                  <c:v>0.85637981431934707</c:v>
                </c:pt>
                <c:pt idx="41">
                  <c:v>0.85993800909691498</c:v>
                </c:pt>
                <c:pt idx="42">
                  <c:v>0.86338588677376005</c:v>
                </c:pt>
                <c:pt idx="43">
                  <c:v>0.86672855596252973</c:v>
                </c:pt>
                <c:pt idx="44">
                  <c:v>0.86997078679033013</c:v>
                </c:pt>
                <c:pt idx="45">
                  <c:v>0.87311704013179625</c:v>
                </c:pt>
                <c:pt idx="46">
                  <c:v>0.87617149374484815</c:v>
                </c:pt>
                <c:pt idx="47">
                  <c:v>0.87913806569587938</c:v>
                </c:pt>
                <c:pt idx="48">
                  <c:v>0.88202043540579034</c:v>
                </c:pt>
                <c:pt idx="49">
                  <c:v>0.88482206260183027</c:v>
                </c:pt>
                <c:pt idx="50">
                  <c:v>0.88754620442107468</c:v>
                </c:pt>
                <c:pt idx="51">
                  <c:v>0.89019593087826554</c:v>
                </c:pt>
                <c:pt idx="52">
                  <c:v>0.8927741388826439</c:v>
                </c:pt>
                <c:pt idx="53">
                  <c:v>0.89528356496448858</c:v>
                </c:pt>
                <c:pt idx="54">
                  <c:v>0.89772679685163514</c:v>
                </c:pt>
                <c:pt idx="55">
                  <c:v>0.90010628401873305</c:v>
                </c:pt>
                <c:pt idx="56">
                  <c:v>0.9024243473169502</c:v>
                </c:pt>
                <c:pt idx="57">
                  <c:v>0.90468318777885059</c:v>
                </c:pt>
                <c:pt idx="58">
                  <c:v>0.90688489468196209</c:v>
                </c:pt>
                <c:pt idx="59">
                  <c:v>0.90903145294482479</c:v>
                </c:pt>
                <c:pt idx="60">
                  <c:v>0.9111247499208649</c:v>
                </c:pt>
                <c:pt idx="61">
                  <c:v>0.91316658164808362</c:v>
                </c:pt>
                <c:pt idx="62">
                  <c:v>0.915158658606124</c:v>
                </c:pt>
                <c:pt idx="63">
                  <c:v>0.91710261102665858</c:v>
                </c:pt>
                <c:pt idx="64">
                  <c:v>0.91899999379810693</c:v>
                </c:pt>
                <c:pt idx="65">
                  <c:v>0.9208522910013629</c:v>
                </c:pt>
                <c:pt idx="66">
                  <c:v>0.92266092010938772</c:v>
                </c:pt>
                <c:pt idx="67">
                  <c:v>0.92442723588016007</c:v>
                </c:pt>
                <c:pt idx="68">
                  <c:v>0.92615253396949293</c:v>
                </c:pt>
                <c:pt idx="69">
                  <c:v>0.92783805428758614</c:v>
                </c:pt>
                <c:pt idx="70">
                  <c:v>0.92948498412084335</c:v>
                </c:pt>
                <c:pt idx="71">
                  <c:v>0.93109446103839422</c:v>
                </c:pt>
                <c:pt idx="72">
                  <c:v>0.9326675756009104</c:v>
                </c:pt>
                <c:pt idx="73">
                  <c:v>0.93420537388764613</c:v>
                </c:pt>
                <c:pt idx="74">
                  <c:v>0.93570885985615537</c:v>
                </c:pt>
                <c:pt idx="75">
                  <c:v>0.93717899754781131</c:v>
                </c:pt>
                <c:pt idx="76">
                  <c:v>0.93861671315106809</c:v>
                </c:pt>
                <c:pt idx="77">
                  <c:v>0.94002289693333829</c:v>
                </c:pt>
                <c:pt idx="78">
                  <c:v>0.94139840505140093</c:v>
                </c:pt>
                <c:pt idx="79">
                  <c:v>0.94274406124939103</c:v>
                </c:pt>
                <c:pt idx="80">
                  <c:v>0.9440606584526442</c:v>
                </c:pt>
                <c:pt idx="81">
                  <c:v>0.94534896026496906</c:v>
                </c:pt>
                <c:pt idx="82">
                  <c:v>0.9466097023762805</c:v>
                </c:pt>
                <c:pt idx="83">
                  <c:v>0.94784359388695716</c:v>
                </c:pt>
                <c:pt idx="84">
                  <c:v>0.94905131855476221</c:v>
                </c:pt>
                <c:pt idx="85">
                  <c:v>0.95023353596969462</c:v>
                </c:pt>
                <c:pt idx="86">
                  <c:v>0.9513908826617089</c:v>
                </c:pt>
                <c:pt idx="87">
                  <c:v>0.95252397314585047</c:v>
                </c:pt>
                <c:pt idx="88">
                  <c:v>0.9536334009089984</c:v>
                </c:pt>
                <c:pt idx="89">
                  <c:v>0.95471973934208254</c:v>
                </c:pt>
                <c:pt idx="90">
                  <c:v>0.95578354262134635</c:v>
                </c:pt>
                <c:pt idx="91">
                  <c:v>0.95682534654195772</c:v>
                </c:pt>
                <c:pt idx="92">
                  <c:v>0.95784566930702053</c:v>
                </c:pt>
                <c:pt idx="93">
                  <c:v>0.95884501227481589</c:v>
                </c:pt>
                <c:pt idx="94">
                  <c:v>0.95982386066689374</c:v>
                </c:pt>
                <c:pt idx="95">
                  <c:v>0.96078268423944524</c:v>
                </c:pt>
                <c:pt idx="96">
                  <c:v>0.96172193792021277</c:v>
                </c:pt>
                <c:pt idx="97">
                  <c:v>0.96264206241303196</c:v>
                </c:pt>
                <c:pt idx="98">
                  <c:v>0.96354348477195728</c:v>
                </c:pt>
                <c:pt idx="99">
                  <c:v>0.96442661894678039</c:v>
                </c:pt>
                <c:pt idx="100">
                  <c:v>0.96529186630163277</c:v>
                </c:pt>
                <c:pt idx="101">
                  <c:v>0.9661397419586224</c:v>
                </c:pt>
                <c:pt idx="102">
                  <c:v>0.96697077931172293</c:v>
                </c:pt>
                <c:pt idx="103">
                  <c:v>0.96778531501445153</c:v>
                </c:pt>
                <c:pt idx="104">
                  <c:v>0.96858368963811103</c:v>
                </c:pt>
                <c:pt idx="105">
                  <c:v>0.96936623418467782</c:v>
                </c:pt>
                <c:pt idx="106">
                  <c:v>0.97013327042905184</c:v>
                </c:pt>
                <c:pt idx="107">
                  <c:v>0.97088511124606547</c:v>
                </c:pt>
                <c:pt idx="108">
                  <c:v>0.97162206092304571</c:v>
                </c:pt>
                <c:pt idx="109">
                  <c:v>0.97234441545868333</c:v>
                </c:pt>
                <c:pt idx="110">
                  <c:v>0.97305246284891023</c:v>
                </c:pt>
                <c:pt idx="111">
                  <c:v>0.973746483360448</c:v>
                </c:pt>
                <c:pt idx="112">
                  <c:v>0.97442674979264965</c:v>
                </c:pt>
                <c:pt idx="113">
                  <c:v>0.97509352772821856</c:v>
                </c:pt>
                <c:pt idx="114">
                  <c:v>0.97574707577335629</c:v>
                </c:pt>
                <c:pt idx="115">
                  <c:v>0.97638764578785697</c:v>
                </c:pt>
                <c:pt idx="116">
                  <c:v>0.97701548310563502</c:v>
                </c:pt>
                <c:pt idx="117">
                  <c:v>0.97763082674614865</c:v>
                </c:pt>
                <c:pt idx="118">
                  <c:v>0.97823390961714962</c:v>
                </c:pt>
                <c:pt idx="119">
                  <c:v>0.97882495870916986</c:v>
                </c:pt>
                <c:pt idx="120">
                  <c:v>0.97940419528212874</c:v>
                </c:pt>
                <c:pt idx="121">
                  <c:v>0.97997183504442564</c:v>
                </c:pt>
                <c:pt idx="122">
                  <c:v>0.98052808832485994</c:v>
                </c:pt>
                <c:pt idx="123">
                  <c:v>0.98107316023770241</c:v>
                </c:pt>
                <c:pt idx="124">
                  <c:v>0.98160725084122402</c:v>
                </c:pt>
                <c:pt idx="125">
                  <c:v>0.98213055528996884</c:v>
                </c:pt>
                <c:pt idx="126">
                  <c:v>0.9826432639810464</c:v>
                </c:pt>
                <c:pt idx="127">
                  <c:v>0.98314556269469655</c:v>
                </c:pt>
                <c:pt idx="128">
                  <c:v>0.98363763272937388</c:v>
                </c:pt>
                <c:pt idx="129">
                  <c:v>0.98411965103157673</c:v>
                </c:pt>
                <c:pt idx="130">
                  <c:v>0.98459179032063937</c:v>
                </c:pt>
                <c:pt idx="131">
                  <c:v>0.98505421920869052</c:v>
                </c:pt>
                <c:pt idx="132">
                  <c:v>0.98550710231596972</c:v>
                </c:pt>
                <c:pt idx="133">
                  <c:v>0.98595060038168314</c:v>
                </c:pt>
                <c:pt idx="134">
                  <c:v>0.9863848703705691</c:v>
                </c:pt>
                <c:pt idx="135">
                  <c:v>0.98681006557533291</c:v>
                </c:pt>
                <c:pt idx="136">
                  <c:v>0.98722633571510177</c:v>
                </c:pt>
                <c:pt idx="137">
                  <c:v>0.98763382703003988</c:v>
                </c:pt>
                <c:pt idx="138">
                  <c:v>0.98803268237225628</c:v>
                </c:pt>
                <c:pt idx="139">
                  <c:v>0.9884230412931273</c:v>
                </c:pt>
                <c:pt idx="140">
                  <c:v>0.98880504012714787</c:v>
                </c:pt>
                <c:pt idx="141">
                  <c:v>0.98917881207241698</c:v>
                </c:pt>
                <c:pt idx="142">
                  <c:v>0.98954448726785571</c:v>
                </c:pt>
                <c:pt idx="143">
                  <c:v>0.98990219286724357</c:v>
                </c:pt>
                <c:pt idx="144">
                  <c:v>0.99025205311015674</c:v>
                </c:pt>
                <c:pt idx="145">
                  <c:v>0.9905941893898782</c:v>
                </c:pt>
                <c:pt idx="146">
                  <c:v>0.99092872031834323</c:v>
                </c:pt>
                <c:pt idx="147">
                  <c:v>0.99125576178817632</c:v>
                </c:pt>
                <c:pt idx="148">
                  <c:v>0.99157542703186352</c:v>
                </c:pt>
                <c:pt idx="149">
                  <c:v>0.99188782667809772</c:v>
                </c:pt>
                <c:pt idx="150">
                  <c:v>0.9921930688053231</c:v>
                </c:pt>
                <c:pt idx="151">
                  <c:v>0.99249125899249513</c:v>
                </c:pt>
                <c:pt idx="152">
                  <c:v>0.99278250036706095</c:v>
                </c:pt>
                <c:pt idx="153">
                  <c:v>0.99306689365015355</c:v>
                </c:pt>
                <c:pt idx="154">
                  <c:v>0.99334453719898008</c:v>
                </c:pt>
                <c:pt idx="155">
                  <c:v>0.99361552704637002</c:v>
                </c:pt>
                <c:pt idx="156">
                  <c:v>0.99387995693743392</c:v>
                </c:pt>
                <c:pt idx="157">
                  <c:v>0.99413791836326471</c:v>
                </c:pt>
                <c:pt idx="158">
                  <c:v>0.99438950059159537</c:v>
                </c:pt>
                <c:pt idx="159">
                  <c:v>0.99463479069430405</c:v>
                </c:pt>
                <c:pt idx="160">
                  <c:v>0.99487387357163082</c:v>
                </c:pt>
                <c:pt idx="161">
                  <c:v>0.99510683197294403</c:v>
                </c:pt>
                <c:pt idx="162">
                  <c:v>0.99533374651385942</c:v>
                </c:pt>
                <c:pt idx="163">
                  <c:v>0.99555469568947474</c:v>
                </c:pt>
                <c:pt idx="164">
                  <c:v>0.99576975588344074</c:v>
                </c:pt>
                <c:pt idx="165">
                  <c:v>0.99597900137253392</c:v>
                </c:pt>
                <c:pt idx="166">
                  <c:v>0.99618250432633282</c:v>
                </c:pt>
                <c:pt idx="167">
                  <c:v>0.99638033480152877</c:v>
                </c:pt>
                <c:pt idx="168">
                  <c:v>0.99657256073030798</c:v>
                </c:pt>
                <c:pt idx="169">
                  <c:v>0.99675924790213888</c:v>
                </c:pt>
                <c:pt idx="170">
                  <c:v>0.99694045993816593</c:v>
                </c:pt>
                <c:pt idx="171">
                  <c:v>0.99711625825725547</c:v>
                </c:pt>
                <c:pt idx="172">
                  <c:v>0.99728670203254322</c:v>
                </c:pt>
                <c:pt idx="173">
                  <c:v>0.99745184813709731</c:v>
                </c:pt>
                <c:pt idx="174">
                  <c:v>0.99761175107700983</c:v>
                </c:pt>
                <c:pt idx="175">
                  <c:v>0.99776646290986204</c:v>
                </c:pt>
                <c:pt idx="176">
                  <c:v>0.99791603314603383</c:v>
                </c:pt>
                <c:pt idx="177">
                  <c:v>0.99806050862973406</c:v>
                </c:pt>
                <c:pt idx="178">
                  <c:v>0.99819993339585322</c:v>
                </c:pt>
                <c:pt idx="179">
                  <c:v>0.99833434849774005</c:v>
                </c:pt>
                <c:pt idx="180">
                  <c:v>0.99846379179969214</c:v>
                </c:pt>
                <c:pt idx="181">
                  <c:v>0.99858829772619473</c:v>
                </c:pt>
                <c:pt idx="182">
                  <c:v>0.99870789695759399</c:v>
                </c:pt>
                <c:pt idx="183">
                  <c:v>0.99882261605867173</c:v>
                </c:pt>
                <c:pt idx="184">
                  <c:v>0.99893247702212828</c:v>
                </c:pt>
                <c:pt idx="185">
                  <c:v>0.9990374967026826</c:v>
                </c:pt>
                <c:pt idx="186">
                  <c:v>0.99913768610844444</c:v>
                </c:pt>
                <c:pt idx="187">
                  <c:v>0.99923304950289715</c:v>
                </c:pt>
                <c:pt idx="188">
                  <c:v>0.99932358325078663</c:v>
                </c:pt>
                <c:pt idx="189">
                  <c:v>0.99940927431018256</c:v>
                </c:pt>
                <c:pt idx="190">
                  <c:v>0.99949009822341417</c:v>
                </c:pt>
                <c:pt idx="191">
                  <c:v>0.99956601637743647</c:v>
                </c:pt>
                <c:pt idx="192">
                  <c:v>0.9996369721620354</c:v>
                </c:pt>
                <c:pt idx="193">
                  <c:v>0.99970288539526897</c:v>
                </c:pt>
                <c:pt idx="194">
                  <c:v>0.99976364388286887</c:v>
                </c:pt>
                <c:pt idx="195">
                  <c:v>0.99981908992280932</c:v>
                </c:pt>
                <c:pt idx="196">
                  <c:v>0.99986899711184585</c:v>
                </c:pt>
                <c:pt idx="197">
                  <c:v>0.99991302625584177</c:v>
                </c:pt>
                <c:pt idx="198">
                  <c:v>0.99995062774258936</c:v>
                </c:pt>
                <c:pt idx="199">
                  <c:v>0.99998075888626659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E87-40C0-900C-2F957E58D2B8}"/>
            </c:ext>
          </c:extLst>
        </c:ser>
        <c:ser>
          <c:idx val="2"/>
          <c:order val="3"/>
          <c:tx>
            <c:v>AUC=0.9364   3-D ResNeSt</c:v>
          </c:tx>
          <c:spPr>
            <a:ln w="12700">
              <a:solidFill>
                <a:srgbClr val="92D050"/>
              </a:solidFill>
              <a:prstDash val="lgDashDotDot"/>
            </a:ln>
          </c:spPr>
          <c:marker>
            <c:symbol val="none"/>
          </c:marker>
          <c:xVal>
            <c:numRef>
              <c:f>'3D'!$A$6:$A$206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'3D'!$D$6:$D$206</c:f>
              <c:numCache>
                <c:formatCode>General</c:formatCode>
                <c:ptCount val="201"/>
                <c:pt idx="0">
                  <c:v>0</c:v>
                </c:pt>
                <c:pt idx="1">
                  <c:v>0.42912543828952404</c:v>
                </c:pt>
                <c:pt idx="2">
                  <c:v>0.51274842438604573</c:v>
                </c:pt>
                <c:pt idx="3">
                  <c:v>0.56507647467230315</c:v>
                </c:pt>
                <c:pt idx="4">
                  <c:v>0.60336223217070306</c:v>
                </c:pt>
                <c:pt idx="5">
                  <c:v>0.63353505820202383</c:v>
                </c:pt>
                <c:pt idx="6">
                  <c:v>0.65838827288739621</c:v>
                </c:pt>
                <c:pt idx="7">
                  <c:v>0.67947245572832315</c:v>
                </c:pt>
                <c:pt idx="8">
                  <c:v>0.69774175534222793</c:v>
                </c:pt>
                <c:pt idx="9">
                  <c:v>0.71382673005607533</c:v>
                </c:pt>
                <c:pt idx="10">
                  <c:v>0.72816657766575554</c:v>
                </c:pt>
                <c:pt idx="11">
                  <c:v>0.74107982809446415</c:v>
                </c:pt>
                <c:pt idx="12">
                  <c:v>0.75280503276464783</c:v>
                </c:pt>
                <c:pt idx="13">
                  <c:v>0.76352557698245704</c:v>
                </c:pt>
                <c:pt idx="14">
                  <c:v>0.77338553092341478</c:v>
                </c:pt>
                <c:pt idx="15">
                  <c:v>0.78250017133091354</c:v>
                </c:pt>
                <c:pt idx="16">
                  <c:v>0.79096319386526603</c:v>
                </c:pt>
                <c:pt idx="17">
                  <c:v>0.7988517941854083</c:v>
                </c:pt>
                <c:pt idx="18">
                  <c:v>0.80623033305435388</c:v>
                </c:pt>
                <c:pt idx="19">
                  <c:v>0.81315303501090186</c:v>
                </c:pt>
                <c:pt idx="20">
                  <c:v>0.81966601171700537</c:v>
                </c:pt>
                <c:pt idx="21">
                  <c:v>0.82580880350343933</c:v>
                </c:pt>
                <c:pt idx="22">
                  <c:v>0.83161557078012516</c:v>
                </c:pt>
                <c:pt idx="23">
                  <c:v>0.83711602676113039</c:v>
                </c:pt>
                <c:pt idx="24">
                  <c:v>0.84233617620822832</c:v>
                </c:pt>
                <c:pt idx="25">
                  <c:v>0.8472989067436103</c:v>
                </c:pt>
                <c:pt idx="26">
                  <c:v>0.85202446673266774</c:v>
                </c:pt>
                <c:pt idx="27">
                  <c:v>0.85653085491599634</c:v>
                </c:pt>
                <c:pt idx="28">
                  <c:v>0.86083414067340969</c:v>
                </c:pt>
                <c:pt idx="29">
                  <c:v>0.86494872924576627</c:v>
                </c:pt>
                <c:pt idx="30">
                  <c:v>0.86888758289973966</c:v>
                </c:pt>
                <c:pt idx="31">
                  <c:v>0.87266240654253624</c:v>
                </c:pt>
                <c:pt idx="32">
                  <c:v>0.87628380443501375</c:v>
                </c:pt>
                <c:pt idx="33">
                  <c:v>0.87976141324356782</c:v>
                </c:pt>
                <c:pt idx="34">
                  <c:v>0.88310401559418694</c:v>
                </c:pt>
                <c:pt idx="35">
                  <c:v>0.88631963746106124</c:v>
                </c:pt>
                <c:pt idx="36">
                  <c:v>0.8894156320755956</c:v>
                </c:pt>
                <c:pt idx="37">
                  <c:v>0.89239875253473522</c:v>
                </c:pt>
                <c:pt idx="38">
                  <c:v>0.89527521488713835</c:v>
                </c:pt>
                <c:pt idx="39">
                  <c:v>0.89805075315734162</c:v>
                </c:pt>
                <c:pt idx="40">
                  <c:v>0.90073066751323594</c:v>
                </c:pt>
                <c:pt idx="41">
                  <c:v>0.90331986657695829</c:v>
                </c:pt>
                <c:pt idx="42">
                  <c:v>0.90582290471310489</c:v>
                </c:pt>
                <c:pt idx="43">
                  <c:v>0.90824401499281382</c:v>
                </c:pt>
                <c:pt idx="44">
                  <c:v>0.9105871384214671</c:v>
                </c:pt>
                <c:pt idx="45">
                  <c:v>0.91285594992660768</c:v>
                </c:pt>
                <c:pt idx="46">
                  <c:v>0.91505388152732858</c:v>
                </c:pt>
                <c:pt idx="47">
                  <c:v>0.91718414304384088</c:v>
                </c:pt>
                <c:pt idx="48">
                  <c:v>0.9192497406537784</c:v>
                </c:pt>
                <c:pt idx="49">
                  <c:v>0.9212534935581308</c:v>
                </c:pt>
                <c:pt idx="50">
                  <c:v>0.92319804898301028</c:v>
                </c:pt>
                <c:pt idx="51">
                  <c:v>0.925085895712498</c:v>
                </c:pt>
                <c:pt idx="52">
                  <c:v>0.92691937632161225</c:v>
                </c:pt>
                <c:pt idx="53">
                  <c:v>0.92870069825618273</c:v>
                </c:pt>
                <c:pt idx="54">
                  <c:v>0.93043194388743844</c:v>
                </c:pt>
                <c:pt idx="55">
                  <c:v>0.9321150796529023</c:v>
                </c:pt>
                <c:pt idx="56">
                  <c:v>0.93375196438127039</c:v>
                </c:pt>
                <c:pt idx="57">
                  <c:v>0.93534435688699502</c:v>
                </c:pt>
                <c:pt idx="58">
                  <c:v>0.93689392290997209</c:v>
                </c:pt>
                <c:pt idx="59">
                  <c:v>0.93840224146680995</c:v>
                </c:pt>
                <c:pt idx="60">
                  <c:v>0.93987081067242317</c:v>
                </c:pt>
                <c:pt idx="61">
                  <c:v>0.94130105308396872</c:v>
                </c:pt>
                <c:pt idx="62">
                  <c:v>0.94269432061328395</c:v>
                </c:pt>
                <c:pt idx="63">
                  <c:v>0.94405189904886988</c:v>
                </c:pt>
                <c:pt idx="64">
                  <c:v>0.94537501222398168</c:v>
                </c:pt>
                <c:pt idx="65">
                  <c:v>0.94666482586346268</c:v>
                </c:pt>
                <c:pt idx="66">
                  <c:v>0.94792245113850215</c:v>
                </c:pt>
                <c:pt idx="67">
                  <c:v>0.94914894795545368</c:v>
                </c:pt>
                <c:pt idx="68">
                  <c:v>0.95034532800216831</c:v>
                </c:pt>
                <c:pt idx="69">
                  <c:v>0.95151255757291842</c:v>
                </c:pt>
                <c:pt idx="70">
                  <c:v>0.95265156019088681</c:v>
                </c:pt>
                <c:pt idx="71">
                  <c:v>0.95376321904532657</c:v>
                </c:pt>
                <c:pt idx="72">
                  <c:v>0.95484837925883659</c:v>
                </c:pt>
                <c:pt idx="73">
                  <c:v>0.95590784999871903</c:v>
                </c:pt>
                <c:pt idx="74">
                  <c:v>0.95694240644506623</c:v>
                </c:pt>
                <c:pt idx="75">
                  <c:v>0.95795279162704483</c:v>
                </c:pt>
                <c:pt idx="76">
                  <c:v>0.95893971813778922</c:v>
                </c:pt>
                <c:pt idx="77">
                  <c:v>0.95990386973737263</c:v>
                </c:pt>
                <c:pt idx="78">
                  <c:v>0.96084590285247307</c:v>
                </c:pt>
                <c:pt idx="79">
                  <c:v>0.96176644798058986</c:v>
                </c:pt>
                <c:pt idx="80">
                  <c:v>0.96266611100597987</c:v>
                </c:pt>
                <c:pt idx="81">
                  <c:v>0.96354547443386052</c:v>
                </c:pt>
                <c:pt idx="82">
                  <c:v>0.96440509854887246</c:v>
                </c:pt>
                <c:pt idx="83">
                  <c:v>0.96524552250328499</c:v>
                </c:pt>
                <c:pt idx="84">
                  <c:v>0.96606726533997422</c:v>
                </c:pt>
                <c:pt idx="85">
                  <c:v>0.96687082695478677</c:v>
                </c:pt>
                <c:pt idx="86">
                  <c:v>0.96765668900252866</c:v>
                </c:pt>
                <c:pt idx="87">
                  <c:v>0.96842531575047619</c:v>
                </c:pt>
                <c:pt idx="88">
                  <c:v>0.96917715488299594</c:v>
                </c:pt>
                <c:pt idx="89">
                  <c:v>0.96991263826058061</c:v>
                </c:pt>
                <c:pt idx="90">
                  <c:v>0.9706321826363461</c:v>
                </c:pt>
                <c:pt idx="91">
                  <c:v>0.97133619033280505</c:v>
                </c:pt>
                <c:pt idx="92">
                  <c:v>0.9720250498815145</c:v>
                </c:pt>
                <c:pt idx="93">
                  <c:v>0.97269913662800223</c:v>
                </c:pt>
                <c:pt idx="94">
                  <c:v>0.97335881330419416</c:v>
                </c:pt>
                <c:pt idx="95">
                  <c:v>0.97400443057040442</c:v>
                </c:pt>
                <c:pt idx="96">
                  <c:v>0.9746363275287957</c:v>
                </c:pt>
                <c:pt idx="97">
                  <c:v>0.97525483221008369</c:v>
                </c:pt>
                <c:pt idx="98">
                  <c:v>0.97586026203512732</c:v>
                </c:pt>
                <c:pt idx="99">
                  <c:v>0.97645292425293673</c:v>
                </c:pt>
                <c:pt idx="100">
                  <c:v>0.97703311635651602</c:v>
                </c:pt>
                <c:pt idx="101">
                  <c:v>0.9776012107672063</c:v>
                </c:pt>
                <c:pt idx="102">
                  <c:v>0.97815759066805785</c:v>
                </c:pt>
                <c:pt idx="103">
                  <c:v>0.97870250621121557</c:v>
                </c:pt>
                <c:pt idx="104">
                  <c:v>0.97923620913620235</c:v>
                </c:pt>
                <c:pt idx="105">
                  <c:v>0.97975894377747597</c:v>
                </c:pt>
                <c:pt idx="106">
                  <c:v>0.98027094733908404</c:v>
                </c:pt>
                <c:pt idx="107">
                  <c:v>0.9807724501567564</c:v>
                </c:pt>
                <c:pt idx="108">
                  <c:v>0.98126367594810981</c:v>
                </c:pt>
                <c:pt idx="109">
                  <c:v>0.98174484205159507</c:v>
                </c:pt>
                <c:pt idx="110">
                  <c:v>0.98221615965478193</c:v>
                </c:pt>
                <c:pt idx="111">
                  <c:v>0.98267783401253528</c:v>
                </c:pt>
                <c:pt idx="112">
                  <c:v>0.98313006465560737</c:v>
                </c:pt>
                <c:pt idx="113">
                  <c:v>0.98357304559013581</c:v>
                </c:pt>
                <c:pt idx="114">
                  <c:v>0.98400696548850908</c:v>
                </c:pt>
                <c:pt idx="115">
                  <c:v>0.98443200787203333</c:v>
                </c:pt>
                <c:pt idx="116">
                  <c:v>0.98484835128580905</c:v>
                </c:pt>
                <c:pt idx="117">
                  <c:v>0.98525616946620143</c:v>
                </c:pt>
                <c:pt idx="118">
                  <c:v>0.98565563150126689</c:v>
                </c:pt>
                <c:pt idx="119">
                  <c:v>0.98604690198447631</c:v>
                </c:pt>
                <c:pt idx="120">
                  <c:v>0.98643014116205563</c:v>
                </c:pt>
                <c:pt idx="121">
                  <c:v>0.98680550507424736</c:v>
                </c:pt>
                <c:pt idx="122">
                  <c:v>0.98717314569077885</c:v>
                </c:pt>
                <c:pt idx="123">
                  <c:v>0.98753321104080471</c:v>
                </c:pt>
                <c:pt idx="124">
                  <c:v>0.98788584533757973</c:v>
                </c:pt>
                <c:pt idx="125">
                  <c:v>0.98823118909809993</c:v>
                </c:pt>
                <c:pt idx="126">
                  <c:v>0.98856937925794008</c:v>
                </c:pt>
                <c:pt idx="127">
                  <c:v>0.98890054928149795</c:v>
                </c:pt>
                <c:pt idx="128">
                  <c:v>0.98922482926785082</c:v>
                </c:pt>
                <c:pt idx="129">
                  <c:v>0.98954234605241054</c:v>
                </c:pt>
                <c:pt idx="130">
                  <c:v>0.98985322330455883</c:v>
                </c:pt>
                <c:pt idx="131">
                  <c:v>0.9901575816214313</c:v>
                </c:pt>
                <c:pt idx="132">
                  <c:v>0.99045553861800972</c:v>
                </c:pt>
                <c:pt idx="133">
                  <c:v>0.9907472090136733</c:v>
                </c:pt>
                <c:pt idx="134">
                  <c:v>0.99103270471535021</c:v>
                </c:pt>
                <c:pt idx="135">
                  <c:v>0.99131213489740277</c:v>
                </c:pt>
                <c:pt idx="136">
                  <c:v>0.99158560607837298</c:v>
                </c:pt>
                <c:pt idx="137">
                  <c:v>0.99185322219470351</c:v>
                </c:pt>
                <c:pt idx="138">
                  <c:v>0.99211508467154741</c:v>
                </c:pt>
                <c:pt idx="139">
                  <c:v>0.99237129249076861</c:v>
                </c:pt>
                <c:pt idx="140">
                  <c:v>0.99262194225622846</c:v>
                </c:pt>
                <c:pt idx="141">
                  <c:v>0.99286712825645074</c:v>
                </c:pt>
                <c:pt idx="142">
                  <c:v>0.99310694252474574</c:v>
                </c:pt>
                <c:pt idx="143">
                  <c:v>0.99334147489687186</c:v>
                </c:pt>
                <c:pt idx="144">
                  <c:v>0.99357081306630346</c:v>
                </c:pt>
                <c:pt idx="145">
                  <c:v>0.993795042637171</c:v>
                </c:pt>
                <c:pt idx="146">
                  <c:v>0.99401424717492826</c:v>
                </c:pt>
                <c:pt idx="147">
                  <c:v>0.99422850825480014</c:v>
                </c:pt>
                <c:pt idx="148">
                  <c:v>0.99443790550805422</c:v>
                </c:pt>
                <c:pt idx="149">
                  <c:v>0.9946425166661339</c:v>
                </c:pt>
                <c:pt idx="150">
                  <c:v>0.99484241760268399</c:v>
                </c:pt>
                <c:pt idx="151">
                  <c:v>0.99503768237349099</c:v>
                </c:pt>
                <c:pt idx="152">
                  <c:v>0.99522838325435514</c:v>
                </c:pt>
                <c:pt idx="153">
                  <c:v>0.99541459077689987</c:v>
                </c:pt>
                <c:pt idx="154">
                  <c:v>0.99559637376231691</c:v>
                </c:pt>
                <c:pt idx="155">
                  <c:v>0.99577379935303589</c:v>
                </c:pt>
                <c:pt idx="156">
                  <c:v>0.99594693304229565</c:v>
                </c:pt>
                <c:pt idx="157">
                  <c:v>0.99611583870158249</c:v>
                </c:pt>
                <c:pt idx="158">
                  <c:v>0.99628057860588926</c:v>
                </c:pt>
                <c:pt idx="159">
                  <c:v>0.99644121345673042</c:v>
                </c:pt>
                <c:pt idx="160">
                  <c:v>0.99659780240283691</c:v>
                </c:pt>
                <c:pt idx="161">
                  <c:v>0.99675040305842955</c:v>
                </c:pt>
                <c:pt idx="162">
                  <c:v>0.99689907151895096</c:v>
                </c:pt>
                <c:pt idx="163">
                  <c:v>0.99704386237411202</c:v>
                </c:pt>
                <c:pt idx="164">
                  <c:v>0.99718482871807246</c:v>
                </c:pt>
                <c:pt idx="165">
                  <c:v>0.99732202215654842</c:v>
                </c:pt>
                <c:pt idx="166">
                  <c:v>0.99745549281059298</c:v>
                </c:pt>
                <c:pt idx="167">
                  <c:v>0.99758528931674795</c:v>
                </c:pt>
                <c:pt idx="168">
                  <c:v>0.99771145882320877</c:v>
                </c:pt>
                <c:pt idx="169">
                  <c:v>0.99783404698157119</c:v>
                </c:pt>
                <c:pt idx="170">
                  <c:v>0.99795309793364606</c:v>
                </c:pt>
                <c:pt idx="171">
                  <c:v>0.99806865429272307</c:v>
                </c:pt>
                <c:pt idx="172">
                  <c:v>0.9981807571185406</c:v>
                </c:pt>
                <c:pt idx="173">
                  <c:v>0.99828944588505841</c:v>
                </c:pt>
                <c:pt idx="174">
                  <c:v>0.99839475843993919</c:v>
                </c:pt>
                <c:pt idx="175">
                  <c:v>0.99849673095440072</c:v>
                </c:pt>
                <c:pt idx="176">
                  <c:v>0.99859539786179097</c:v>
                </c:pt>
                <c:pt idx="177">
                  <c:v>0.99869079178284847</c:v>
                </c:pt>
                <c:pt idx="178">
                  <c:v>0.99878294343510499</c:v>
                </c:pt>
                <c:pt idx="179">
                  <c:v>0.99887188152323148</c:v>
                </c:pt>
                <c:pt idx="180">
                  <c:v>0.99895763260626624</c:v>
                </c:pt>
                <c:pt idx="181">
                  <c:v>0.99904022093651912</c:v>
                </c:pt>
                <c:pt idx="182">
                  <c:v>0.99911966826340015</c:v>
                </c:pt>
                <c:pt idx="183">
                  <c:v>0.99919599359331068</c:v>
                </c:pt>
                <c:pt idx="184">
                  <c:v>0.99926921289380832</c:v>
                </c:pt>
                <c:pt idx="185">
                  <c:v>0.99933933872611802</c:v>
                </c:pt>
                <c:pt idx="186">
                  <c:v>0.99940637978411329</c:v>
                </c:pt>
                <c:pt idx="187">
                  <c:v>0.99947034030912985</c:v>
                </c:pt>
                <c:pt idx="188">
                  <c:v>0.99953121933678968</c:v>
                </c:pt>
                <c:pt idx="189">
                  <c:v>0.99958900971157127</c:v>
                </c:pt>
                <c:pt idx="190">
                  <c:v>0.99964369677219822</c:v>
                </c:pt>
                <c:pt idx="191">
                  <c:v>0.99969525655672553</c:v>
                </c:pt>
                <c:pt idx="192">
                  <c:v>0.99974365328234771</c:v>
                </c:pt>
                <c:pt idx="193">
                  <c:v>0.99978883568374521</c:v>
                </c:pt>
                <c:pt idx="194">
                  <c:v>0.99983073146115731</c:v>
                </c:pt>
                <c:pt idx="195">
                  <c:v>0.9998692383899801</c:v>
                </c:pt>
                <c:pt idx="196">
                  <c:v>0.99990420901496802</c:v>
                </c:pt>
                <c:pt idx="197">
                  <c:v>0.99993542149453463</c:v>
                </c:pt>
                <c:pt idx="198">
                  <c:v>0.99996251487408006</c:v>
                </c:pt>
                <c:pt idx="199">
                  <c:v>0.99998480100462062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E87-40C0-900C-2F957E58D2B8}"/>
            </c:ext>
          </c:extLst>
        </c:ser>
        <c:ser>
          <c:idx val="3"/>
          <c:order val="4"/>
          <c:tx>
            <c:v>AUC=0.9111   3-D ResNeXt</c:v>
          </c:tx>
          <c:spPr>
            <a:ln w="15875">
              <a:solidFill>
                <a:srgbClr val="00B0F0"/>
              </a:solidFill>
              <a:prstDash val="sysDot"/>
            </a:ln>
          </c:spPr>
          <c:marker>
            <c:symbol val="none"/>
          </c:marker>
          <c:xVal>
            <c:numRef>
              <c:f>'3D'!$A$6:$A$206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'3D'!$E$6:$E$206</c:f>
              <c:numCache>
                <c:formatCode>General</c:formatCode>
                <c:ptCount val="201"/>
                <c:pt idx="0">
                  <c:v>0</c:v>
                </c:pt>
                <c:pt idx="1">
                  <c:v>0.33774649558563719</c:v>
                </c:pt>
                <c:pt idx="2">
                  <c:v>0.41800015575099048</c:v>
                </c:pt>
                <c:pt idx="3">
                  <c:v>0.47032046420957857</c:v>
                </c:pt>
                <c:pt idx="4">
                  <c:v>0.50966634365496621</c:v>
                </c:pt>
                <c:pt idx="5">
                  <c:v>0.54133496146223337</c:v>
                </c:pt>
                <c:pt idx="6">
                  <c:v>0.56787533930686318</c:v>
                </c:pt>
                <c:pt idx="7">
                  <c:v>0.59072579313784246</c:v>
                </c:pt>
                <c:pt idx="8">
                  <c:v>0.61078357756858892</c:v>
                </c:pt>
                <c:pt idx="9">
                  <c:v>0.62864870920198657</c:v>
                </c:pt>
                <c:pt idx="10">
                  <c:v>0.64474351183386758</c:v>
                </c:pt>
                <c:pt idx="11">
                  <c:v>0.65937717653573502</c:v>
                </c:pt>
                <c:pt idx="12">
                  <c:v>0.67278325670495864</c:v>
                </c:pt>
                <c:pt idx="13">
                  <c:v>0.68514271897934531</c:v>
                </c:pt>
                <c:pt idx="14">
                  <c:v>0.69659877865936581</c:v>
                </c:pt>
                <c:pt idx="15">
                  <c:v>0.70726681496550281</c:v>
                </c:pt>
                <c:pt idx="16">
                  <c:v>0.71724121109596473</c:v>
                </c:pt>
                <c:pt idx="17">
                  <c:v>0.72660020180921836</c:v>
                </c:pt>
                <c:pt idx="18">
                  <c:v>0.73540938973152059</c:v>
                </c:pt>
                <c:pt idx="19">
                  <c:v>0.74372434819165334</c:v>
                </c:pt>
                <c:pt idx="20">
                  <c:v>0.75159258252026073</c:v>
                </c:pt>
                <c:pt idx="21">
                  <c:v>0.75905503146449393</c:v>
                </c:pt>
                <c:pt idx="22">
                  <c:v>0.76614723287356257</c:v>
                </c:pt>
                <c:pt idx="23">
                  <c:v>0.77290024026492032</c:v>
                </c:pt>
                <c:pt idx="24">
                  <c:v>0.77934135180568265</c:v>
                </c:pt>
                <c:pt idx="25">
                  <c:v>0.78549469615636447</c:v>
                </c:pt>
                <c:pt idx="26">
                  <c:v>0.7913817077657116</c:v>
                </c:pt>
                <c:pt idx="27">
                  <c:v>0.79702151583883363</c:v>
                </c:pt>
                <c:pt idx="28">
                  <c:v>0.8024312652081691</c:v>
                </c:pt>
                <c:pt idx="29">
                  <c:v>0.80762638298478495</c:v>
                </c:pt>
                <c:pt idx="30">
                  <c:v>0.81262080166655415</c:v>
                </c:pt>
                <c:pt idx="31">
                  <c:v>0.81742714699767993</c:v>
                </c:pt>
                <c:pt idx="32">
                  <c:v>0.82205689708202023</c:v>
                </c:pt>
                <c:pt idx="33">
                  <c:v>0.82652051789090675</c:v>
                </c:pt>
                <c:pt idx="34">
                  <c:v>0.83082757926159923</c:v>
                </c:pt>
                <c:pt idx="35">
                  <c:v>0.83498685467424172</c:v>
                </c:pt>
                <c:pt idx="36">
                  <c:v>0.83900640746460664</c:v>
                </c:pt>
                <c:pt idx="37">
                  <c:v>0.84289366563417101</c:v>
                </c:pt>
                <c:pt idx="38">
                  <c:v>0.84665548702651594</c:v>
                </c:pt>
                <c:pt idx="39">
                  <c:v>0.85029821632608149</c:v>
                </c:pt>
                <c:pt idx="40">
                  <c:v>0.85382773508420085</c:v>
                </c:pt>
                <c:pt idx="41">
                  <c:v>0.85724950577464354</c:v>
                </c:pt>
                <c:pt idx="42">
                  <c:v>0.86056861071633417</c:v>
                </c:pt>
                <c:pt idx="43">
                  <c:v>0.86378978656659167</c:v>
                </c:pt>
                <c:pt idx="44">
                  <c:v>0.86691745497802897</c:v>
                </c:pt>
                <c:pt idx="45">
                  <c:v>0.86995574992138325</c:v>
                </c:pt>
                <c:pt idx="46">
                  <c:v>0.87290854210129087</c:v>
                </c:pt>
                <c:pt idx="47">
                  <c:v>0.87577946082939406</c:v>
                </c:pt>
                <c:pt idx="48">
                  <c:v>0.87857191366685261</c:v>
                </c:pt>
                <c:pt idx="49">
                  <c:v>0.88128910410444017</c:v>
                </c:pt>
                <c:pt idx="50">
                  <c:v>0.88393404751144633</c:v>
                </c:pt>
                <c:pt idx="51">
                  <c:v>0.88650958555336257</c:v>
                </c:pt>
                <c:pt idx="52">
                  <c:v>0.88901839925183457</c:v>
                </c:pt>
                <c:pt idx="53">
                  <c:v>0.89146302083780504</c:v>
                </c:pt>
                <c:pt idx="54">
                  <c:v>0.89384584452951976</c:v>
                </c:pt>
                <c:pt idx="55">
                  <c:v>0.89616913635056983</c:v>
                </c:pt>
                <c:pt idx="56">
                  <c:v>0.89843504308897637</c:v>
                </c:pt>
                <c:pt idx="57">
                  <c:v>0.9006456004861122</c:v>
                </c:pt>
                <c:pt idx="58">
                  <c:v>0.90280274073370936</c:v>
                </c:pt>
                <c:pt idx="59">
                  <c:v>0.90490829934806349</c:v>
                </c:pt>
                <c:pt idx="60">
                  <c:v>0.90696402148260591</c:v>
                </c:pt>
                <c:pt idx="61">
                  <c:v>0.90897156773311205</c:v>
                </c:pt>
                <c:pt idx="62">
                  <c:v>0.91093251948377763</c:v>
                </c:pt>
                <c:pt idx="63">
                  <c:v>0.91284838383712164</c:v>
                </c:pt>
                <c:pt idx="64">
                  <c:v>0.91472059816605045</c:v>
                </c:pt>
                <c:pt idx="65">
                  <c:v>0.91655053432235178</c:v>
                </c:pt>
                <c:pt idx="66">
                  <c:v>0.91833950253231122</c:v>
                </c:pt>
                <c:pt idx="67">
                  <c:v>0.9200887550069865</c:v>
                </c:pt>
                <c:pt idx="68">
                  <c:v>0.92179948929188238</c:v>
                </c:pt>
                <c:pt idx="69">
                  <c:v>0.92347285137830093</c:v>
                </c:pt>
                <c:pt idx="70">
                  <c:v>0.92510993859644775</c:v>
                </c:pt>
                <c:pt idx="71">
                  <c:v>0.92671180230842209</c:v>
                </c:pt>
                <c:pt idx="72">
                  <c:v>0.92827945041748905</c:v>
                </c:pt>
                <c:pt idx="73">
                  <c:v>0.9298138497084798</c:v>
                </c:pt>
                <c:pt idx="74">
                  <c:v>0.93131592803278251</c:v>
                </c:pt>
                <c:pt idx="75">
                  <c:v>0.93278657635015361</c:v>
                </c:pt>
                <c:pt idx="76">
                  <c:v>0.93422665063846144</c:v>
                </c:pt>
                <c:pt idx="77">
                  <c:v>0.93563697368149001</c:v>
                </c:pt>
                <c:pt idx="78">
                  <c:v>0.93701833674402624</c:v>
                </c:pt>
                <c:pt idx="79">
                  <c:v>0.93837150114265189</c:v>
                </c:pt>
                <c:pt idx="80">
                  <c:v>0.93969719971993915</c:v>
                </c:pt>
                <c:pt idx="81">
                  <c:v>0.94099613822908712</c:v>
                </c:pt>
                <c:pt idx="82">
                  <c:v>0.94226899663544927</c:v>
                </c:pt>
                <c:pt idx="83">
                  <c:v>0.9435164303408633</c:v>
                </c:pt>
                <c:pt idx="84">
                  <c:v>0.94473907133621104</c:v>
                </c:pt>
                <c:pt idx="85">
                  <c:v>0.94593752928719432</c:v>
                </c:pt>
                <c:pt idx="86">
                  <c:v>0.94711239255791324</c:v>
                </c:pt>
                <c:pt idx="87">
                  <c:v>0.94826422917646913</c:v>
                </c:pt>
                <c:pt idx="88">
                  <c:v>0.94939358774648475</c:v>
                </c:pt>
                <c:pt idx="89">
                  <c:v>0.9505009983081304</c:v>
                </c:pt>
                <c:pt idx="90">
                  <c:v>0.95158697315196994</c:v>
                </c:pt>
                <c:pt idx="91">
                  <c:v>0.95265200758869162</c:v>
                </c:pt>
                <c:pt idx="92">
                  <c:v>0.95369658067755492</c:v>
                </c:pt>
                <c:pt idx="93">
                  <c:v>0.95472115591617679</c:v>
                </c:pt>
                <c:pt idx="94">
                  <c:v>0.95572618189408809</c:v>
                </c:pt>
                <c:pt idx="95">
                  <c:v>0.95671209291231285</c:v>
                </c:pt>
                <c:pt idx="96">
                  <c:v>0.95767930957106173</c:v>
                </c:pt>
                <c:pt idx="97">
                  <c:v>0.95862823932748253</c:v>
                </c:pt>
                <c:pt idx="98">
                  <c:v>0.95955927702527244</c:v>
                </c:pt>
                <c:pt idx="99">
                  <c:v>0.96047280539783186</c:v>
                </c:pt>
                <c:pt idx="100">
                  <c:v>0.961369195546523</c:v>
                </c:pt>
                <c:pt idx="101">
                  <c:v>0.96224893807697887</c:v>
                </c:pt>
                <c:pt idx="102">
                  <c:v>0.96311254475372854</c:v>
                </c:pt>
                <c:pt idx="103">
                  <c:v>0.96396032474633453</c:v>
                </c:pt>
                <c:pt idx="104">
                  <c:v>0.96479259241812909</c:v>
                </c:pt>
                <c:pt idx="105">
                  <c:v>0.96560965330092552</c:v>
                </c:pt>
                <c:pt idx="106">
                  <c:v>0.96641180440967434</c:v>
                </c:pt>
                <c:pt idx="107">
                  <c:v>0.96719933454303475</c:v>
                </c:pt>
                <c:pt idx="108">
                  <c:v>0.96797252457059846</c:v>
                </c:pt>
                <c:pt idx="109">
                  <c:v>0.96873164770745901</c:v>
                </c:pt>
                <c:pt idx="110">
                  <c:v>0.96947696977677555</c:v>
                </c:pt>
                <c:pt idx="111">
                  <c:v>0.97020874946094215</c:v>
                </c:pt>
                <c:pt idx="112">
                  <c:v>0.97092723854193608</c:v>
                </c:pt>
                <c:pt idx="113">
                  <c:v>0.97163268213138421</c:v>
                </c:pt>
                <c:pt idx="114">
                  <c:v>0.97232531889085461</c:v>
                </c:pt>
                <c:pt idx="115">
                  <c:v>0.97300538124285096</c:v>
                </c:pt>
                <c:pt idx="116">
                  <c:v>0.97367309557295811</c:v>
                </c:pt>
                <c:pt idx="117">
                  <c:v>0.97432868242356241</c:v>
                </c:pt>
                <c:pt idx="118">
                  <c:v>0.97497235667954407</c:v>
                </c:pt>
                <c:pt idx="119">
                  <c:v>0.97560432774631822</c:v>
                </c:pt>
                <c:pt idx="120">
                  <c:v>0.97622479972057608</c:v>
                </c:pt>
                <c:pt idx="121">
                  <c:v>0.97683397155406104</c:v>
                </c:pt>
                <c:pt idx="122">
                  <c:v>0.97743203721069372</c:v>
                </c:pt>
                <c:pt idx="123">
                  <c:v>0.9780191858173396</c:v>
                </c:pt>
                <c:pt idx="124">
                  <c:v>0.97859560180850169</c:v>
                </c:pt>
                <c:pt idx="125">
                  <c:v>0.97916146506519852</c:v>
                </c:pt>
                <c:pt idx="126">
                  <c:v>0.97971695104827639</c:v>
                </c:pt>
                <c:pt idx="127">
                  <c:v>0.98026223092638831</c:v>
                </c:pt>
                <c:pt idx="128">
                  <c:v>0.98079747169886222</c:v>
                </c:pt>
                <c:pt idx="129">
                  <c:v>0.98132283631366102</c:v>
                </c:pt>
                <c:pt idx="130">
                  <c:v>0.98183848378063276</c:v>
                </c:pt>
                <c:pt idx="131">
                  <c:v>0.98234456928023317</c:v>
                </c:pt>
                <c:pt idx="132">
                  <c:v>0.98284124426789021</c:v>
                </c:pt>
                <c:pt idx="133">
                  <c:v>0.98332865657417445</c:v>
                </c:pt>
                <c:pt idx="134">
                  <c:v>0.98380695050092393</c:v>
                </c:pt>
                <c:pt idx="135">
                  <c:v>0.98427626691346481</c:v>
                </c:pt>
                <c:pt idx="136">
                  <c:v>0.98473674332905936</c:v>
                </c:pt>
                <c:pt idx="137">
                  <c:v>0.98518851400170127</c:v>
                </c:pt>
                <c:pt idx="138">
                  <c:v>0.98563171000337313</c:v>
                </c:pt>
                <c:pt idx="139">
                  <c:v>0.98606645930186698</c:v>
                </c:pt>
                <c:pt idx="140">
                  <c:v>0.98649288683526448</c:v>
                </c:pt>
                <c:pt idx="141">
                  <c:v>0.98691111458316061</c:v>
                </c:pt>
                <c:pt idx="142">
                  <c:v>0.98732126163470868</c:v>
                </c:pt>
                <c:pt idx="143">
                  <c:v>0.98772344425355496</c:v>
                </c:pt>
                <c:pt idx="144">
                  <c:v>0.98811777593971972</c:v>
                </c:pt>
                <c:pt idx="145">
                  <c:v>0.98850436748847637</c:v>
                </c:pt>
                <c:pt idx="146">
                  <c:v>0.98888332704626747</c:v>
                </c:pt>
                <c:pt idx="147">
                  <c:v>0.98925476016368741</c:v>
                </c:pt>
                <c:pt idx="148">
                  <c:v>0.98961876984555164</c:v>
                </c:pt>
                <c:pt idx="149">
                  <c:v>0.98997545659806163</c:v>
                </c:pt>
                <c:pt idx="150">
                  <c:v>0.99032491847305981</c:v>
                </c:pt>
                <c:pt idx="151">
                  <c:v>0.99066725110936205</c:v>
                </c:pt>
                <c:pt idx="152">
                  <c:v>0.9910025477711345</c:v>
                </c:pt>
                <c:pt idx="153">
                  <c:v>0.99133089938327168</c:v>
                </c:pt>
                <c:pt idx="154">
                  <c:v>0.99165239456371468</c:v>
                </c:pt>
                <c:pt idx="155">
                  <c:v>0.99196711965262863</c:v>
                </c:pt>
                <c:pt idx="156">
                  <c:v>0.99227515873833927</c:v>
                </c:pt>
                <c:pt idx="157">
                  <c:v>0.99257659367990603</c:v>
                </c:pt>
                <c:pt idx="158">
                  <c:v>0.99287150412618075</c:v>
                </c:pt>
                <c:pt idx="159">
                  <c:v>0.99315996753117386</c:v>
                </c:pt>
                <c:pt idx="160">
                  <c:v>0.99344205916551243</c:v>
                </c:pt>
                <c:pt idx="161">
                  <c:v>0.99371785212374009</c:v>
                </c:pt>
                <c:pt idx="162">
                  <c:v>0.99398741732715634</c:v>
                </c:pt>
                <c:pt idx="163">
                  <c:v>0.99425082352184757</c:v>
                </c:pt>
                <c:pt idx="164">
                  <c:v>0.99450813727149301</c:v>
                </c:pt>
                <c:pt idx="165">
                  <c:v>0.99475942294445907</c:v>
                </c:pt>
                <c:pt idx="166">
                  <c:v>0.99500474269460915</c:v>
                </c:pt>
                <c:pt idx="167">
                  <c:v>0.99524415643515074</c:v>
                </c:pt>
                <c:pt idx="168">
                  <c:v>0.99547772180471839</c:v>
                </c:pt>
                <c:pt idx="169">
                  <c:v>0.99570549412474518</c:v>
                </c:pt>
                <c:pt idx="170">
                  <c:v>0.99592752634699011</c:v>
                </c:pt>
                <c:pt idx="171">
                  <c:v>0.99614386898987339</c:v>
                </c:pt>
                <c:pt idx="172">
                  <c:v>0.99635457006200001</c:v>
                </c:pt>
                <c:pt idx="173">
                  <c:v>0.99655967497091935</c:v>
                </c:pt>
                <c:pt idx="174">
                  <c:v>0.99675922641475434</c:v>
                </c:pt>
                <c:pt idx="175">
                  <c:v>0.9969532642538157</c:v>
                </c:pt>
                <c:pt idx="176">
                  <c:v>0.99714182535865736</c:v>
                </c:pt>
                <c:pt idx="177">
                  <c:v>0.99732494343019651</c:v>
                </c:pt>
                <c:pt idx="178">
                  <c:v>0.9975026487864409</c:v>
                </c:pt>
                <c:pt idx="179">
                  <c:v>0.99767496810896716</c:v>
                </c:pt>
                <c:pt idx="180">
                  <c:v>0.99784192414045492</c:v>
                </c:pt>
                <c:pt idx="181">
                  <c:v>0.99800353532212827</c:v>
                </c:pt>
                <c:pt idx="182">
                  <c:v>0.99815981535666254</c:v>
                </c:pt>
                <c:pt idx="183">
                  <c:v>0.99831077267760138</c:v>
                </c:pt>
                <c:pt idx="184">
                  <c:v>0.99845640980007011</c:v>
                </c:pt>
                <c:pt idx="185">
                  <c:v>0.99859672251872966</c:v>
                </c:pt>
                <c:pt idx="186">
                  <c:v>0.99873169890618574</c:v>
                </c:pt>
                <c:pt idx="187">
                  <c:v>0.99886131804633449</c:v>
                </c:pt>
                <c:pt idx="188">
                  <c:v>0.99898554840889842</c:v>
                </c:pt>
                <c:pt idx="189">
                  <c:v>0.99910434572764684</c:v>
                </c:pt>
                <c:pt idx="190">
                  <c:v>0.99921765017481712</c:v>
                </c:pt>
                <c:pt idx="191">
                  <c:v>0.99932538250808622</c:v>
                </c:pt>
                <c:pt idx="192">
                  <c:v>0.99942743866510908</c:v>
                </c:pt>
                <c:pt idx="193">
                  <c:v>0.9995236819130664</c:v>
                </c:pt>
                <c:pt idx="194">
                  <c:v>0.99961393094578954</c:v>
                </c:pt>
                <c:pt idx="195">
                  <c:v>0.99969794081613694</c:v>
                </c:pt>
                <c:pt idx="196">
                  <c:v>0.99977537008160988</c:v>
                </c:pt>
                <c:pt idx="197">
                  <c:v>0.99984571813417311</c:v>
                </c:pt>
                <c:pt idx="198">
                  <c:v>0.99990818577150564</c:v>
                </c:pt>
                <c:pt idx="199">
                  <c:v>0.9999612686400805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6E87-40C0-900C-2F957E58D2B8}"/>
            </c:ext>
          </c:extLst>
        </c:ser>
        <c:ser>
          <c:idx val="4"/>
          <c:order val="5"/>
          <c:tx>
            <c:v>AUC=0.9117   3-D ResNet</c:v>
          </c:tx>
          <c:spPr>
            <a:ln w="12700">
              <a:solidFill>
                <a:schemeClr val="accent5"/>
              </a:solidFill>
              <a:prstDash val="dashDot"/>
            </a:ln>
          </c:spPr>
          <c:marker>
            <c:symbol val="none"/>
          </c:marker>
          <c:xVal>
            <c:numRef>
              <c:f>'3D'!$A$6:$A$206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'3D'!$F$6:$F$206</c:f>
              <c:numCache>
                <c:formatCode>General</c:formatCode>
                <c:ptCount val="201"/>
                <c:pt idx="0">
                  <c:v>0</c:v>
                </c:pt>
                <c:pt idx="1">
                  <c:v>0.32042343124501871</c:v>
                </c:pt>
                <c:pt idx="2">
                  <c:v>0.40242578312614241</c:v>
                </c:pt>
                <c:pt idx="3">
                  <c:v>0.45635575999510086</c:v>
                </c:pt>
                <c:pt idx="4">
                  <c:v>0.4970996685115377</c:v>
                </c:pt>
                <c:pt idx="5">
                  <c:v>0.52998856189204391</c:v>
                </c:pt>
                <c:pt idx="6">
                  <c:v>0.5576040933878339</c:v>
                </c:pt>
                <c:pt idx="7">
                  <c:v>0.58141147804637594</c:v>
                </c:pt>
                <c:pt idx="8">
                  <c:v>0.60232824177509714</c:v>
                </c:pt>
                <c:pt idx="9">
                  <c:v>0.62096998018637162</c:v>
                </c:pt>
                <c:pt idx="10">
                  <c:v>0.6377711853212088</c:v>
                </c:pt>
                <c:pt idx="11">
                  <c:v>0.65305071511922341</c:v>
                </c:pt>
                <c:pt idx="12">
                  <c:v>0.66704992543202324</c:v>
                </c:pt>
                <c:pt idx="13">
                  <c:v>0.67995617121042873</c:v>
                </c:pt>
                <c:pt idx="14">
                  <c:v>0.69191796529696759</c:v>
                </c:pt>
                <c:pt idx="15">
                  <c:v>0.70305512996977482</c:v>
                </c:pt>
                <c:pt idx="16">
                  <c:v>0.71346581260639041</c:v>
                </c:pt>
                <c:pt idx="17">
                  <c:v>0.72323146587083265</c:v>
                </c:pt>
                <c:pt idx="18">
                  <c:v>0.73242046563788765</c:v>
                </c:pt>
                <c:pt idx="19">
                  <c:v>0.74109079275516154</c:v>
                </c:pt>
                <c:pt idx="20">
                  <c:v>0.74929205640680652</c:v>
                </c:pt>
                <c:pt idx="21">
                  <c:v>0.75706704488551058</c:v>
                </c:pt>
                <c:pt idx="22">
                  <c:v>0.7644529309370276</c:v>
                </c:pt>
                <c:pt idx="23">
                  <c:v>0.77148222049562964</c:v>
                </c:pt>
                <c:pt idx="24">
                  <c:v>0.77818350798756863</c:v>
                </c:pt>
                <c:pt idx="25">
                  <c:v>0.78458208388588679</c:v>
                </c:pt>
                <c:pt idx="26">
                  <c:v>0.79070042804629403</c:v>
                </c:pt>
                <c:pt idx="27">
                  <c:v>0.79655861376998738</c:v>
                </c:pt>
                <c:pt idx="28">
                  <c:v>0.80217464138491468</c:v>
                </c:pt>
                <c:pt idx="29">
                  <c:v>0.80756471566334365</c:v>
                </c:pt>
                <c:pt idx="30">
                  <c:v>0.81274347810025649</c:v>
                </c:pt>
                <c:pt idx="31">
                  <c:v>0.81772420262419576</c:v>
                </c:pt>
                <c:pt idx="32">
                  <c:v>0.82251896146538872</c:v>
                </c:pt>
                <c:pt idx="33">
                  <c:v>0.82713876650150908</c:v>
                </c:pt>
                <c:pt idx="34">
                  <c:v>0.83159369032331787</c:v>
                </c:pt>
                <c:pt idx="35">
                  <c:v>0.83589297042758992</c:v>
                </c:pt>
                <c:pt idx="36">
                  <c:v>0.84004509929298332</c:v>
                </c:pt>
                <c:pt idx="37">
                  <c:v>0.84405790258179036</c:v>
                </c:pt>
                <c:pt idx="38">
                  <c:v>0.84793860730425696</c:v>
                </c:pt>
                <c:pt idx="39">
                  <c:v>0.85169390145807844</c:v>
                </c:pt>
                <c:pt idx="40">
                  <c:v>0.85532998639550351</c:v>
                </c:pt>
                <c:pt idx="41">
                  <c:v>0.85885262296033393</c:v>
                </c:pt>
                <c:pt idx="42">
                  <c:v>0.8622671722664178</c:v>
                </c:pt>
                <c:pt idx="43">
                  <c:v>0.86557863184982664</c:v>
                </c:pt>
                <c:pt idx="44">
                  <c:v>0.86879166781247352</c:v>
                </c:pt>
                <c:pt idx="45">
                  <c:v>0.8719106434805346</c:v>
                </c:pt>
                <c:pt idx="46">
                  <c:v>0.87493964502281041</c:v>
                </c:pt>
                <c:pt idx="47">
                  <c:v>0.87788250440904703</c:v>
                </c:pt>
                <c:pt idx="48">
                  <c:v>0.88074282003381099</c:v>
                </c:pt>
                <c:pt idx="49">
                  <c:v>0.88352397528583182</c:v>
                </c:pt>
                <c:pt idx="50">
                  <c:v>0.88622915530424307</c:v>
                </c:pt>
                <c:pt idx="51">
                  <c:v>0.88886136213061229</c:v>
                </c:pt>
                <c:pt idx="52">
                  <c:v>0.89142342843803557</c:v>
                </c:pt>
                <c:pt idx="53">
                  <c:v>0.89391802999506287</c:v>
                </c:pt>
                <c:pt idx="54">
                  <c:v>0.89634769700214045</c:v>
                </c:pt>
                <c:pt idx="55">
                  <c:v>0.89871482442104411</c:v>
                </c:pt>
                <c:pt idx="56">
                  <c:v>0.90102168140299577</c:v>
                </c:pt>
                <c:pt idx="57">
                  <c:v>0.90327041990840373</c:v>
                </c:pt>
                <c:pt idx="58">
                  <c:v>0.90546308260015673</c:v>
                </c:pt>
                <c:pt idx="59">
                  <c:v>0.90760161008285378</c:v>
                </c:pt>
                <c:pt idx="60">
                  <c:v>0.909687847552061</c:v>
                </c:pt>
                <c:pt idx="61">
                  <c:v>0.91172355091046009</c:v>
                </c:pt>
                <c:pt idx="62">
                  <c:v>0.91371039240145235</c:v>
                </c:pt>
                <c:pt idx="63">
                  <c:v>0.9156499658052607</c:v>
                </c:pt>
                <c:pt idx="64">
                  <c:v>0.917543791237735</c:v>
                </c:pt>
                <c:pt idx="65">
                  <c:v>0.91939331958781378</c:v>
                </c:pt>
                <c:pt idx="66">
                  <c:v>0.92119993662584809</c:v>
                </c:pt>
                <c:pt idx="67">
                  <c:v>0.9229649668116876</c:v>
                </c:pt>
                <c:pt idx="68">
                  <c:v>0.92468967682851111</c:v>
                </c:pt>
                <c:pt idx="69">
                  <c:v>0.92637527886578575</c:v>
                </c:pt>
                <c:pt idx="70">
                  <c:v>0.92802293367245126</c:v>
                </c:pt>
                <c:pt idx="71">
                  <c:v>0.92963375339937304</c:v>
                </c:pt>
                <c:pt idx="72">
                  <c:v>0.93120880424829511</c:v>
                </c:pt>
                <c:pt idx="73">
                  <c:v>0.93274910894289764</c:v>
                </c:pt>
                <c:pt idx="74">
                  <c:v>0.93425564903611114</c:v>
                </c:pt>
                <c:pt idx="75">
                  <c:v>0.93572936706654675</c:v>
                </c:pt>
                <c:pt idx="76">
                  <c:v>0.93717116857573035</c:v>
                </c:pt>
                <c:pt idx="77">
                  <c:v>0.93858192399679174</c:v>
                </c:pt>
                <c:pt idx="78">
                  <c:v>0.9399624704243138</c:v>
                </c:pt>
                <c:pt idx="79">
                  <c:v>0.94131361327420449</c:v>
                </c:pt>
                <c:pt idx="80">
                  <c:v>0.94263612784169237</c:v>
                </c:pt>
                <c:pt idx="81">
                  <c:v>0.94393076076485605</c:v>
                </c:pt>
                <c:pt idx="82">
                  <c:v>0.9451982314004761</c:v>
                </c:pt>
                <c:pt idx="83">
                  <c:v>0.94643923311843747</c:v>
                </c:pt>
                <c:pt idx="84">
                  <c:v>0.94765443452039655</c:v>
                </c:pt>
                <c:pt idx="85">
                  <c:v>0.94884448058796589</c:v>
                </c:pt>
                <c:pt idx="86">
                  <c:v>0.95000999376524886</c:v>
                </c:pt>
                <c:pt idx="87">
                  <c:v>0.95115157498017389</c:v>
                </c:pt>
                <c:pt idx="88">
                  <c:v>0.95226980460872979</c:v>
                </c:pt>
                <c:pt idx="89">
                  <c:v>0.95336524338588513</c:v>
                </c:pt>
                <c:pt idx="90">
                  <c:v>0.9544384332666862</c:v>
                </c:pt>
                <c:pt idx="91">
                  <c:v>0.95548989824076502</c:v>
                </c:pt>
                <c:pt idx="92">
                  <c:v>0.9565201451032409</c:v>
                </c:pt>
                <c:pt idx="93">
                  <c:v>0.95752966418478713</c:v>
                </c:pt>
                <c:pt idx="94">
                  <c:v>0.95851893004342159</c:v>
                </c:pt>
                <c:pt idx="95">
                  <c:v>0.95948840212040154</c:v>
                </c:pt>
                <c:pt idx="96">
                  <c:v>0.96043852536242846</c:v>
                </c:pt>
                <c:pt idx="97">
                  <c:v>0.96136973081221277</c:v>
                </c:pt>
                <c:pt idx="98">
                  <c:v>0.96228243616930353</c:v>
                </c:pt>
                <c:pt idx="99">
                  <c:v>0.96317704632295631</c:v>
                </c:pt>
                <c:pt idx="100">
                  <c:v>0.9640539538586903</c:v>
                </c:pt>
                <c:pt idx="101">
                  <c:v>0.96491366717833083</c:v>
                </c:pt>
                <c:pt idx="102">
                  <c:v>0.96575671390188456</c:v>
                </c:pt>
                <c:pt idx="103">
                  <c:v>0.96658342265052288</c:v>
                </c:pt>
                <c:pt idx="104">
                  <c:v>0.9673941263801219</c:v>
                </c:pt>
                <c:pt idx="105">
                  <c:v>0.96818914869556261</c:v>
                </c:pt>
                <c:pt idx="106">
                  <c:v>0.96896880418470765</c:v>
                </c:pt>
                <c:pt idx="107">
                  <c:v>0.96973339873748343</c:v>
                </c:pt>
                <c:pt idx="108">
                  <c:v>0.97048322985084634</c:v>
                </c:pt>
                <c:pt idx="109">
                  <c:v>0.97121858692036622</c:v>
                </c:pt>
                <c:pt idx="110">
                  <c:v>0.9719397515191156</c:v>
                </c:pt>
                <c:pt idx="111">
                  <c:v>0.97264699766450879</c:v>
                </c:pt>
                <c:pt idx="112">
                  <c:v>0.97334059207370038</c:v>
                </c:pt>
                <c:pt idx="113">
                  <c:v>0.97402079440811329</c:v>
                </c:pt>
                <c:pt idx="114">
                  <c:v>0.97468785750763365</c:v>
                </c:pt>
                <c:pt idx="115">
                  <c:v>0.97534202761497824</c:v>
                </c:pt>
                <c:pt idx="116">
                  <c:v>0.97598354459071168</c:v>
                </c:pt>
                <c:pt idx="117">
                  <c:v>0.97661264211936083</c:v>
                </c:pt>
                <c:pt idx="118">
                  <c:v>0.9772295479070493</c:v>
                </c:pt>
                <c:pt idx="119">
                  <c:v>0.97783448387105132</c:v>
                </c:pt>
                <c:pt idx="120">
                  <c:v>0.97842766632163958</c:v>
                </c:pt>
                <c:pt idx="121">
                  <c:v>0.97900930613658188</c:v>
                </c:pt>
                <c:pt idx="122">
                  <c:v>0.97957960892862062</c:v>
                </c:pt>
                <c:pt idx="123">
                  <c:v>0.9801387752062507</c:v>
                </c:pt>
                <c:pt idx="124">
                  <c:v>0.98068700052809232</c:v>
                </c:pt>
                <c:pt idx="125">
                  <c:v>0.98122447565114113</c:v>
                </c:pt>
                <c:pt idx="126">
                  <c:v>0.98175138667315831</c:v>
                </c:pt>
                <c:pt idx="127">
                  <c:v>0.98226791516945233</c:v>
                </c:pt>
                <c:pt idx="128">
                  <c:v>0.98277423832428779</c:v>
                </c:pt>
                <c:pt idx="129">
                  <c:v>0.98327052905714174</c:v>
                </c:pt>
                <c:pt idx="130">
                  <c:v>0.98375695614402026</c:v>
                </c:pt>
                <c:pt idx="131">
                  <c:v>0.98423368433402958</c:v>
                </c:pt>
                <c:pt idx="132">
                  <c:v>0.98470087446138954</c:v>
                </c:pt>
                <c:pt idx="133">
                  <c:v>0.98515868355306346</c:v>
                </c:pt>
                <c:pt idx="134">
                  <c:v>0.98560726493216888</c:v>
                </c:pt>
                <c:pt idx="135">
                  <c:v>0.98604676831732241</c:v>
                </c:pt>
                <c:pt idx="136">
                  <c:v>0.98647733991806474</c:v>
                </c:pt>
                <c:pt idx="137">
                  <c:v>0.98689912252649903</c:v>
                </c:pt>
                <c:pt idx="138">
                  <c:v>0.98731225560526847</c:v>
                </c:pt>
                <c:pt idx="139">
                  <c:v>0.98771687537199071</c:v>
                </c:pt>
                <c:pt idx="140">
                  <c:v>0.98811311488025599</c:v>
                </c:pt>
                <c:pt idx="141">
                  <c:v>0.98850110409728886</c:v>
                </c:pt>
                <c:pt idx="142">
                  <c:v>0.98888096997836372</c:v>
                </c:pt>
                <c:pt idx="143">
                  <c:v>0.98925283653805618</c:v>
                </c:pt>
                <c:pt idx="144">
                  <c:v>0.98961682491840475</c:v>
                </c:pt>
                <c:pt idx="145">
                  <c:v>0.98997305345404585</c:v>
                </c:pt>
                <c:pt idx="146">
                  <c:v>0.99032163773438009</c:v>
                </c:pt>
                <c:pt idx="147">
                  <c:v>0.99066269066281498</c:v>
                </c:pt>
                <c:pt idx="148">
                  <c:v>0.99099632251312231</c:v>
                </c:pt>
                <c:pt idx="149">
                  <c:v>0.99132264098293688</c:v>
                </c:pt>
                <c:pt idx="150">
                  <c:v>0.99164175124441478</c:v>
                </c:pt>
                <c:pt idx="151">
                  <c:v>0.99195375599205515</c:v>
                </c:pt>
                <c:pt idx="152">
                  <c:v>0.99225875548768105</c:v>
                </c:pt>
                <c:pt idx="153">
                  <c:v>0.99255684760255913</c:v>
                </c:pt>
                <c:pt idx="154">
                  <c:v>0.99284812785662557</c:v>
                </c:pt>
                <c:pt idx="155">
                  <c:v>0.99313268945476829</c:v>
                </c:pt>
                <c:pt idx="156">
                  <c:v>0.99341062332010099</c:v>
                </c:pt>
                <c:pt idx="157">
                  <c:v>0.99368201812414092</c:v>
                </c:pt>
                <c:pt idx="158">
                  <c:v>0.99394696031378615</c:v>
                </c:pt>
                <c:pt idx="159">
                  <c:v>0.99420553413495616</c:v>
                </c:pt>
                <c:pt idx="160">
                  <c:v>0.99445782165273999</c:v>
                </c:pt>
                <c:pt idx="161">
                  <c:v>0.99470390276785481</c:v>
                </c:pt>
                <c:pt idx="162">
                  <c:v>0.99494385522918805</c:v>
                </c:pt>
                <c:pt idx="163">
                  <c:v>0.99517775464214697</c:v>
                </c:pt>
                <c:pt idx="164">
                  <c:v>0.99540567447249284</c:v>
                </c:pt>
                <c:pt idx="165">
                  <c:v>0.99562768604527396</c:v>
                </c:pt>
                <c:pt idx="166">
                  <c:v>0.99584385853840296</c:v>
                </c:pt>
                <c:pt idx="167">
                  <c:v>0.99605425897034017</c:v>
                </c:pt>
                <c:pt idx="168">
                  <c:v>0.99625895218124105</c:v>
                </c:pt>
                <c:pt idx="169">
                  <c:v>0.99645800080681002</c:v>
                </c:pt>
                <c:pt idx="170">
                  <c:v>0.99665146524395176</c:v>
                </c:pt>
                <c:pt idx="171">
                  <c:v>0.99683940360713486</c:v>
                </c:pt>
                <c:pt idx="172">
                  <c:v>0.99702187167416523</c:v>
                </c:pt>
                <c:pt idx="173">
                  <c:v>0.9971989228197945</c:v>
                </c:pt>
                <c:pt idx="174">
                  <c:v>0.99737060793525445</c:v>
                </c:pt>
                <c:pt idx="175">
                  <c:v>0.99753697533138808</c:v>
                </c:pt>
                <c:pt idx="176">
                  <c:v>0.99769807062251448</c:v>
                </c:pt>
                <c:pt idx="177">
                  <c:v>0.99785393658749144</c:v>
                </c:pt>
                <c:pt idx="178">
                  <c:v>0.99800461300356202</c:v>
                </c:pt>
                <c:pt idx="179">
                  <c:v>0.99815013644744488</c:v>
                </c:pt>
                <c:pt idx="180">
                  <c:v>0.99829054005663498</c:v>
                </c:pt>
                <c:pt idx="181">
                  <c:v>0.99842585324190325</c:v>
                </c:pt>
                <c:pt idx="182">
                  <c:v>0.99855610133931916</c:v>
                </c:pt>
                <c:pt idx="183">
                  <c:v>0.99868130518647413</c:v>
                </c:pt>
                <c:pt idx="184">
                  <c:v>0.99880148060253193</c:v>
                </c:pt>
                <c:pt idx="185">
                  <c:v>0.99891663774459449</c:v>
                </c:pt>
                <c:pt idx="186">
                  <c:v>0.9990267803026005</c:v>
                </c:pt>
                <c:pt idx="187">
                  <c:v>0.99913190447987221</c:v>
                </c:pt>
                <c:pt idx="188">
                  <c:v>0.99923199768367588</c:v>
                </c:pt>
                <c:pt idx="189">
                  <c:v>0.99932703681492641</c:v>
                </c:pt>
                <c:pt idx="190">
                  <c:v>0.99941698598984474</c:v>
                </c:pt>
                <c:pt idx="191">
                  <c:v>0.99950179343297918</c:v>
                </c:pt>
                <c:pt idx="192">
                  <c:v>0.99958138711925104</c:v>
                </c:pt>
                <c:pt idx="193">
                  <c:v>0.99965566844769105</c:v>
                </c:pt>
                <c:pt idx="194">
                  <c:v>0.99972450265647139</c:v>
                </c:pt>
                <c:pt idx="195">
                  <c:v>0.9997877034840611</c:v>
                </c:pt>
                <c:pt idx="196">
                  <c:v>0.99984500677589017</c:v>
                </c:pt>
                <c:pt idx="197">
                  <c:v>0.99989602023022173</c:v>
                </c:pt>
                <c:pt idx="198">
                  <c:v>0.99994011186731602</c:v>
                </c:pt>
                <c:pt idx="199">
                  <c:v>0.99997608597487786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6E87-40C0-900C-2F957E58D2B8}"/>
            </c:ext>
          </c:extLst>
        </c:ser>
        <c:ser>
          <c:idx val="5"/>
          <c:order val="6"/>
          <c:tx>
            <c:v>AUC=0.9175   3-D Inception</c:v>
          </c:tx>
          <c:spPr>
            <a:ln w="12700">
              <a:solidFill>
                <a:srgbClr val="7030A0"/>
              </a:solidFill>
              <a:prstDash val="dash"/>
            </a:ln>
          </c:spPr>
          <c:marker>
            <c:symbol val="none"/>
          </c:marker>
          <c:xVal>
            <c:numRef>
              <c:f>'3D'!$A$6:$A$206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'3D'!$G$6:$G$206</c:f>
              <c:numCache>
                <c:formatCode>General</c:formatCode>
                <c:ptCount val="201"/>
                <c:pt idx="0">
                  <c:v>0</c:v>
                </c:pt>
                <c:pt idx="1">
                  <c:v>0.36809114410121602</c:v>
                </c:pt>
                <c:pt idx="2">
                  <c:v>0.44851248093530394</c:v>
                </c:pt>
                <c:pt idx="3">
                  <c:v>0.50021957071208578</c:v>
                </c:pt>
                <c:pt idx="4">
                  <c:v>0.53876641175762452</c:v>
                </c:pt>
                <c:pt idx="5">
                  <c:v>0.56959525476073192</c:v>
                </c:pt>
                <c:pt idx="6">
                  <c:v>0.59530279684699394</c:v>
                </c:pt>
                <c:pt idx="7">
                  <c:v>0.61734513172577343</c:v>
                </c:pt>
                <c:pt idx="8">
                  <c:v>0.63662598752267663</c:v>
                </c:pt>
                <c:pt idx="9">
                  <c:v>0.65374710325694008</c:v>
                </c:pt>
                <c:pt idx="10">
                  <c:v>0.66913042620160712</c:v>
                </c:pt>
                <c:pt idx="11">
                  <c:v>0.68308384554465928</c:v>
                </c:pt>
                <c:pt idx="12">
                  <c:v>0.69583923763781019</c:v>
                </c:pt>
                <c:pt idx="13">
                  <c:v>0.7075757833151205</c:v>
                </c:pt>
                <c:pt idx="14">
                  <c:v>0.71843493311019824</c:v>
                </c:pt>
                <c:pt idx="15">
                  <c:v>0.72853038391534497</c:v>
                </c:pt>
                <c:pt idx="16">
                  <c:v>0.73795494534695727</c:v>
                </c:pt>
                <c:pt idx="17">
                  <c:v>0.74678539545828926</c:v>
                </c:pt>
                <c:pt idx="18">
                  <c:v>0.75508599585351632</c:v>
                </c:pt>
                <c:pt idx="19">
                  <c:v>0.76291108873431823</c:v>
                </c:pt>
                <c:pt idx="20">
                  <c:v>0.77030705036908176</c:v>
                </c:pt>
                <c:pt idx="21">
                  <c:v>0.77731378401178453</c:v>
                </c:pt>
                <c:pt idx="22">
                  <c:v>0.78396587715548205</c:v>
                </c:pt>
                <c:pt idx="23">
                  <c:v>0.79029351009961524</c:v>
                </c:pt>
                <c:pt idx="24">
                  <c:v>0.79632317753455284</c:v>
                </c:pt>
                <c:pt idx="25">
                  <c:v>0.80207826764807566</c:v>
                </c:pt>
                <c:pt idx="26">
                  <c:v>0.80757953133993332</c:v>
                </c:pt>
                <c:pt idx="27">
                  <c:v>0.81284546573285321</c:v>
                </c:pt>
                <c:pt idx="28">
                  <c:v>0.81789263016114488</c:v>
                </c:pt>
                <c:pt idx="29">
                  <c:v>0.82273590846083011</c:v>
                </c:pt>
                <c:pt idx="30">
                  <c:v>0.82738872818427256</c:v>
                </c:pt>
                <c:pt idx="31">
                  <c:v>0.83186324498292319</c:v>
                </c:pt>
                <c:pt idx="32">
                  <c:v>0.83617049861380111</c:v>
                </c:pt>
                <c:pt idx="33">
                  <c:v>0.84032054566806202</c:v>
                </c:pt>
                <c:pt idx="34">
                  <c:v>0.84432257307997061</c:v>
                </c:pt>
                <c:pt idx="35">
                  <c:v>0.84818499567060623</c:v>
                </c:pt>
                <c:pt idx="36">
                  <c:v>0.85191554035400641</c:v>
                </c:pt>
                <c:pt idx="37">
                  <c:v>0.85552131914126883</c:v>
                </c:pt>
                <c:pt idx="38">
                  <c:v>0.85900889268875547</c:v>
                </c:pt>
                <c:pt idx="39">
                  <c:v>0.86238432582638702</c:v>
                </c:pt>
                <c:pt idx="40">
                  <c:v>0.86565323625336432</c:v>
                </c:pt>
                <c:pt idx="41">
                  <c:v>0.86882083738811278</c:v>
                </c:pt>
                <c:pt idx="42">
                  <c:v>0.87189197619656256</c:v>
                </c:pt>
                <c:pt idx="43">
                  <c:v>0.87487116669019016</c:v>
                </c:pt>
                <c:pt idx="44">
                  <c:v>0.87776261967647151</c:v>
                </c:pt>
                <c:pt idx="45">
                  <c:v>0.88057026925476889</c:v>
                </c:pt>
                <c:pt idx="46">
                  <c:v>0.88329779647650164</c:v>
                </c:pt>
                <c:pt idx="47">
                  <c:v>0.88594865052677119</c:v>
                </c:pt>
                <c:pt idx="48">
                  <c:v>0.88852606773312104</c:v>
                </c:pt>
                <c:pt idx="49">
                  <c:v>0.89103308866394137</c:v>
                </c:pt>
                <c:pt idx="50">
                  <c:v>0.89347257354270337</c:v>
                </c:pt>
                <c:pt idx="51">
                  <c:v>0.89584721617352081</c:v>
                </c:pt>
                <c:pt idx="52">
                  <c:v>0.89815955654752067</c:v>
                </c:pt>
                <c:pt idx="53">
                  <c:v>0.90041199227738578</c:v>
                </c:pt>
                <c:pt idx="54">
                  <c:v>0.90260678898854918</c:v>
                </c:pt>
                <c:pt idx="55">
                  <c:v>0.90474608977935556</c:v>
                </c:pt>
                <c:pt idx="56">
                  <c:v>0.90683192384863609</c:v>
                </c:pt>
                <c:pt idx="57">
                  <c:v>0.90886621437718573</c:v>
                </c:pt>
                <c:pt idx="58">
                  <c:v>0.9108507857393211</c:v>
                </c:pt>
                <c:pt idx="59">
                  <c:v>0.91278737011176259</c:v>
                </c:pt>
                <c:pt idx="60">
                  <c:v>0.91467761353932775</c:v>
                </c:pt>
                <c:pt idx="61">
                  <c:v>0.91652308151017992</c:v>
                </c:pt>
                <c:pt idx="62">
                  <c:v>0.91832526408748705</c:v>
                </c:pt>
                <c:pt idx="63">
                  <c:v>0.92008558063920087</c:v>
                </c:pt>
                <c:pt idx="64">
                  <c:v>0.92180538420315661</c:v>
                </c:pt>
                <c:pt idx="65">
                  <c:v>0.92348596552073337</c:v>
                </c:pt>
                <c:pt idx="66">
                  <c:v>0.92512855676883121</c:v>
                </c:pt>
                <c:pt idx="67">
                  <c:v>0.9267343350168451</c:v>
                </c:pt>
                <c:pt idx="68">
                  <c:v>0.92830442543260372</c:v>
                </c:pt>
                <c:pt idx="69">
                  <c:v>0.92983990425883412</c:v>
                </c:pt>
                <c:pt idx="70">
                  <c:v>0.93134180157958513</c:v>
                </c:pt>
                <c:pt idx="71">
                  <c:v>0.93281110389414268</c:v>
                </c:pt>
                <c:pt idx="72">
                  <c:v>0.93424875651429029</c:v>
                </c:pt>
                <c:pt idx="73">
                  <c:v>0.93565566579926052</c:v>
                </c:pt>
                <c:pt idx="74">
                  <c:v>0.93703270124138438</c:v>
                </c:pt>
                <c:pt idx="75">
                  <c:v>0.93838069741424091</c:v>
                </c:pt>
                <c:pt idx="76">
                  <c:v>0.93970045579403849</c:v>
                </c:pt>
                <c:pt idx="77">
                  <c:v>0.94099274646399267</c:v>
                </c:pt>
                <c:pt idx="78">
                  <c:v>0.94225830971059577</c:v>
                </c:pt>
                <c:pt idx="79">
                  <c:v>0.94349785751989845</c:v>
                </c:pt>
                <c:pt idx="80">
                  <c:v>0.9447120749812179</c:v>
                </c:pt>
                <c:pt idx="81">
                  <c:v>0.94590162160505231</c:v>
                </c:pt>
                <c:pt idx="82">
                  <c:v>0.94706713256141173</c:v>
                </c:pt>
                <c:pt idx="83">
                  <c:v>0.94820921984425377</c:v>
                </c:pt>
                <c:pt idx="84">
                  <c:v>0.94932847336724602</c:v>
                </c:pt>
                <c:pt idx="85">
                  <c:v>0.95042546199564948</c:v>
                </c:pt>
                <c:pt idx="86">
                  <c:v>0.95150073451873429</c:v>
                </c:pt>
                <c:pt idx="87">
                  <c:v>0.9525548205667812</c:v>
                </c:pt>
                <c:pt idx="88">
                  <c:v>0.95358823147641159</c:v>
                </c:pt>
                <c:pt idx="89">
                  <c:v>0.95460146110769062</c:v>
                </c:pt>
                <c:pt idx="90">
                  <c:v>0.95559498661618458</c:v>
                </c:pt>
                <c:pt idx="91">
                  <c:v>0.95656926918291363</c:v>
                </c:pt>
                <c:pt idx="92">
                  <c:v>0.95752475470491627</c:v>
                </c:pt>
                <c:pt idx="93">
                  <c:v>0.95846187444894082</c:v>
                </c:pt>
                <c:pt idx="94">
                  <c:v>0.95938104567059357</c:v>
                </c:pt>
                <c:pt idx="95">
                  <c:v>0.96028267220110319</c:v>
                </c:pt>
                <c:pt idx="96">
                  <c:v>0.96116714500370359</c:v>
                </c:pt>
                <c:pt idx="97">
                  <c:v>0.96203484270149764</c:v>
                </c:pt>
                <c:pt idx="98">
                  <c:v>0.96288613207852802</c:v>
                </c:pt>
                <c:pt idx="99">
                  <c:v>0.96372136855566237</c:v>
                </c:pt>
                <c:pt idx="100">
                  <c:v>0.96454089664279041</c:v>
                </c:pt>
                <c:pt idx="101">
                  <c:v>0.96534516983719332</c:v>
                </c:pt>
                <c:pt idx="102">
                  <c:v>0.96613466071130027</c:v>
                </c:pt>
                <c:pt idx="103">
                  <c:v>0.96690965638497728</c:v>
                </c:pt>
                <c:pt idx="104">
                  <c:v>0.96767044850960715</c:v>
                </c:pt>
                <c:pt idx="105">
                  <c:v>0.96841732045617335</c:v>
                </c:pt>
                <c:pt idx="106">
                  <c:v>0.96915054761283581</c:v>
                </c:pt>
                <c:pt idx="107">
                  <c:v>0.96987039766910199</c:v>
                </c:pt>
                <c:pt idx="108">
                  <c:v>0.97057713088729747</c:v>
                </c:pt>
                <c:pt idx="109">
                  <c:v>0.9712710003620012</c:v>
                </c:pt>
                <c:pt idx="110">
                  <c:v>0.97195225226806425</c:v>
                </c:pt>
                <c:pt idx="111">
                  <c:v>0.97262112609779883</c:v>
                </c:pt>
                <c:pt idx="112">
                  <c:v>0.97327785488788365</c:v>
                </c:pt>
                <c:pt idx="113">
                  <c:v>0.97392266543650297</c:v>
                </c:pt>
                <c:pt idx="114">
                  <c:v>0.97455577851120301</c:v>
                </c:pt>
                <c:pt idx="115">
                  <c:v>0.97517740904792261</c:v>
                </c:pt>
                <c:pt idx="116">
                  <c:v>0.97578776634162523</c:v>
                </c:pt>
                <c:pt idx="117">
                  <c:v>0.97638705422893957</c:v>
                </c:pt>
                <c:pt idx="118">
                  <c:v>0.97697547126318529</c:v>
                </c:pt>
                <c:pt idx="119">
                  <c:v>0.97755321088214475</c:v>
                </c:pt>
                <c:pt idx="120">
                  <c:v>0.97812046156891674</c:v>
                </c:pt>
                <c:pt idx="121">
                  <c:v>0.97867740700617134</c:v>
                </c:pt>
                <c:pt idx="122">
                  <c:v>0.97922422622410388</c:v>
                </c:pt>
                <c:pt idx="123">
                  <c:v>0.97976109374237219</c:v>
                </c:pt>
                <c:pt idx="124">
                  <c:v>0.98028817970628168</c:v>
                </c:pt>
                <c:pt idx="125">
                  <c:v>0.98080565001747133</c:v>
                </c:pt>
                <c:pt idx="126">
                  <c:v>0.98131366645933304</c:v>
                </c:pt>
                <c:pt idx="127">
                  <c:v>0.98181238681739214</c:v>
                </c:pt>
                <c:pt idx="128">
                  <c:v>0.98230196499485434</c:v>
                </c:pt>
                <c:pt idx="129">
                  <c:v>0.98278255112351853</c:v>
                </c:pt>
                <c:pt idx="130">
                  <c:v>0.98325429167024181</c:v>
                </c:pt>
                <c:pt idx="131">
                  <c:v>0.98371732953912883</c:v>
                </c:pt>
                <c:pt idx="132">
                  <c:v>0.98417180416961214</c:v>
                </c:pt>
                <c:pt idx="133">
                  <c:v>0.98461785163057503</c:v>
                </c:pt>
                <c:pt idx="134">
                  <c:v>0.985055604710662</c:v>
                </c:pt>
                <c:pt idx="135">
                  <c:v>0.98548519300491033</c:v>
                </c:pt>
                <c:pt idx="136">
                  <c:v>0.98590674299782899</c:v>
                </c:pt>
                <c:pt idx="137">
                  <c:v>0.98632037814304041</c:v>
                </c:pt>
                <c:pt idx="138">
                  <c:v>0.98672621893959322</c:v>
                </c:pt>
                <c:pt idx="139">
                  <c:v>0.98712438300504501</c:v>
                </c:pt>
                <c:pt idx="140">
                  <c:v>0.98751498514540559</c:v>
                </c:pt>
                <c:pt idx="141">
                  <c:v>0.98789813742202393</c:v>
                </c:pt>
                <c:pt idx="142">
                  <c:v>0.98827394921549228</c:v>
                </c:pt>
                <c:pt idx="143">
                  <c:v>0.98864252728663382</c:v>
                </c:pt>
                <c:pt idx="144">
                  <c:v>0.98900397583462951</c:v>
                </c:pt>
                <c:pt idx="145">
                  <c:v>0.98935839655233582</c:v>
                </c:pt>
                <c:pt idx="146">
                  <c:v>0.98970588867882947</c:v>
                </c:pt>
                <c:pt idx="147">
                  <c:v>0.99004654904921296</c:v>
                </c:pt>
                <c:pt idx="148">
                  <c:v>0.99038047214169866</c:v>
                </c:pt>
                <c:pt idx="149">
                  <c:v>0.99070775012198464</c:v>
                </c:pt>
                <c:pt idx="150">
                  <c:v>0.99102847288492002</c:v>
                </c:pt>
                <c:pt idx="151">
                  <c:v>0.99134272809344848</c:v>
                </c:pt>
                <c:pt idx="152">
                  <c:v>0.99165060121480553</c:v>
                </c:pt>
                <c:pt idx="153">
                  <c:v>0.99195217555392989</c:v>
                </c:pt>
                <c:pt idx="154">
                  <c:v>0.99224753228403684</c:v>
                </c:pt>
                <c:pt idx="155">
                  <c:v>0.99253675047428036</c:v>
                </c:pt>
                <c:pt idx="156">
                  <c:v>0.99281990711441748</c:v>
                </c:pt>
                <c:pt idx="157">
                  <c:v>0.99309707713636153</c:v>
                </c:pt>
                <c:pt idx="158">
                  <c:v>0.99336833343249109</c:v>
                </c:pt>
                <c:pt idx="159">
                  <c:v>0.99363374687055195</c:v>
                </c:pt>
                <c:pt idx="160">
                  <c:v>0.99389338630495916</c:v>
                </c:pt>
                <c:pt idx="161">
                  <c:v>0.99414731858427052</c:v>
                </c:pt>
                <c:pt idx="162">
                  <c:v>0.99439560855455944</c:v>
                </c:pt>
                <c:pt idx="163">
                  <c:v>0.99463831905836908</c:v>
                </c:pt>
                <c:pt idx="164">
                  <c:v>0.99487551092887083</c:v>
                </c:pt>
                <c:pt idx="165">
                  <c:v>0.99510724297878528</c:v>
                </c:pt>
                <c:pt idx="166">
                  <c:v>0.99533357198354167</c:v>
                </c:pt>
                <c:pt idx="167">
                  <c:v>0.99555455265806214</c:v>
                </c:pt>
                <c:pt idx="168">
                  <c:v>0.99577023762643979</c:v>
                </c:pt>
                <c:pt idx="169">
                  <c:v>0.99598067738364615</c:v>
                </c:pt>
                <c:pt idx="170">
                  <c:v>0.99618592024824082</c:v>
                </c:pt>
                <c:pt idx="171">
                  <c:v>0.99638601230485113</c:v>
                </c:pt>
                <c:pt idx="172">
                  <c:v>0.99658099733494965</c:v>
                </c:pt>
                <c:pt idx="173">
                  <c:v>0.99677091673414897</c:v>
                </c:pt>
                <c:pt idx="174">
                  <c:v>0.99695580941386042</c:v>
                </c:pt>
                <c:pt idx="175">
                  <c:v>0.99713571168468507</c:v>
                </c:pt>
                <c:pt idx="176">
                  <c:v>0.99731065711831313</c:v>
                </c:pt>
                <c:pt idx="177">
                  <c:v>0.99748067638394033</c:v>
                </c:pt>
                <c:pt idx="178">
                  <c:v>0.99764579705423329</c:v>
                </c:pt>
                <c:pt idx="179">
                  <c:v>0.99780604337459633</c:v>
                </c:pt>
                <c:pt idx="180">
                  <c:v>0.99796143598781994</c:v>
                </c:pt>
                <c:pt idx="181">
                  <c:v>0.99811199160395914</c:v>
                </c:pt>
                <c:pt idx="182">
                  <c:v>0.99825772260228574</c:v>
                </c:pt>
                <c:pt idx="183">
                  <c:v>0.99839863654805816</c:v>
                </c:pt>
                <c:pt idx="184">
                  <c:v>0.99853473560114892</c:v>
                </c:pt>
                <c:pt idx="185">
                  <c:v>0.99866601578552905</c:v>
                </c:pt>
                <c:pt idx="186">
                  <c:v>0.99879246607702221</c:v>
                </c:pt>
                <c:pt idx="187">
                  <c:v>0.99891406724970644</c:v>
                </c:pt>
                <c:pt idx="188">
                  <c:v>0.99903079039565956</c:v>
                </c:pt>
                <c:pt idx="189">
                  <c:v>0.99914259499296998</c:v>
                </c:pt>
                <c:pt idx="190">
                  <c:v>0.9992494263333096</c:v>
                </c:pt>
                <c:pt idx="191">
                  <c:v>0.9993512120148188</c:v>
                </c:pt>
                <c:pt idx="192">
                  <c:v>0.99944785702315908</c:v>
                </c:pt>
                <c:pt idx="193">
                  <c:v>0.99953923658984889</c:v>
                </c:pt>
                <c:pt idx="194">
                  <c:v>0.99962518536825096</c:v>
                </c:pt>
                <c:pt idx="195">
                  <c:v>0.99970548010277593</c:v>
                </c:pt>
                <c:pt idx="196">
                  <c:v>0.99977980978649816</c:v>
                </c:pt>
                <c:pt idx="197">
                  <c:v>0.99984771878725931</c:v>
                </c:pt>
                <c:pt idx="198">
                  <c:v>0.99990848048325776</c:v>
                </c:pt>
                <c:pt idx="199">
                  <c:v>0.99996072966515259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6E87-40C0-900C-2F957E58D2B8}"/>
            </c:ext>
          </c:extLst>
        </c:ser>
        <c:ser>
          <c:idx val="6"/>
          <c:order val="7"/>
          <c:tx>
            <c:v>AUC=0.9152   3-D SE-Net</c:v>
          </c:tx>
          <c:spPr>
            <a:ln w="12700">
              <a:solidFill>
                <a:schemeClr val="accent3"/>
              </a:solidFill>
              <a:prstDash val="lgDash"/>
            </a:ln>
          </c:spPr>
          <c:marker>
            <c:symbol val="none"/>
          </c:marker>
          <c:xVal>
            <c:numRef>
              <c:f>'3D'!$A$6:$A$206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'3D'!$H$6:$H$206</c:f>
              <c:numCache>
                <c:formatCode>General</c:formatCode>
                <c:ptCount val="201"/>
                <c:pt idx="0">
                  <c:v>0</c:v>
                </c:pt>
                <c:pt idx="1">
                  <c:v>0.36347790677462671</c:v>
                </c:pt>
                <c:pt idx="2">
                  <c:v>0.44323095250886674</c:v>
                </c:pt>
                <c:pt idx="3">
                  <c:v>0.4946144061027466</c:v>
                </c:pt>
                <c:pt idx="4">
                  <c:v>0.53298074905903059</c:v>
                </c:pt>
                <c:pt idx="5">
                  <c:v>0.56370502612834505</c:v>
                </c:pt>
                <c:pt idx="6">
                  <c:v>0.58935446022488502</c:v>
                </c:pt>
                <c:pt idx="7">
                  <c:v>0.61136931141011619</c:v>
                </c:pt>
                <c:pt idx="8">
                  <c:v>0.63064395786829264</c:v>
                </c:pt>
                <c:pt idx="9">
                  <c:v>0.64777420384079165</c:v>
                </c:pt>
                <c:pt idx="10">
                  <c:v>0.66317802407834558</c:v>
                </c:pt>
                <c:pt idx="11">
                  <c:v>0.67716053816085719</c:v>
                </c:pt>
                <c:pt idx="12">
                  <c:v>0.68995162826912526</c:v>
                </c:pt>
                <c:pt idx="13">
                  <c:v>0.70172900144276773</c:v>
                </c:pt>
                <c:pt idx="14">
                  <c:v>0.71263299531394708</c:v>
                </c:pt>
                <c:pt idx="15">
                  <c:v>0.72277645112259359</c:v>
                </c:pt>
                <c:pt idx="16">
                  <c:v>0.73225151051132531</c:v>
                </c:pt>
                <c:pt idx="17">
                  <c:v>0.74113442323534029</c:v>
                </c:pt>
                <c:pt idx="18">
                  <c:v>0.74948902835957543</c:v>
                </c:pt>
                <c:pt idx="19">
                  <c:v>0.75736932684059444</c:v>
                </c:pt>
                <c:pt idx="20">
                  <c:v>0.76482141702576434</c:v>
                </c:pt>
                <c:pt idx="21">
                  <c:v>0.77188497415871093</c:v>
                </c:pt>
                <c:pt idx="22">
                  <c:v>0.77859439747602255</c:v>
                </c:pt>
                <c:pt idx="23">
                  <c:v>0.78497971098422825</c:v>
                </c:pt>
                <c:pt idx="24">
                  <c:v>0.79106727899940965</c:v>
                </c:pt>
                <c:pt idx="25">
                  <c:v>0.79688038051358034</c:v>
                </c:pt>
                <c:pt idx="26">
                  <c:v>0.80243967465660471</c:v>
                </c:pt>
                <c:pt idx="27">
                  <c:v>0.80776358121027458</c:v>
                </c:pt>
                <c:pt idx="28">
                  <c:v>0.81286859418427071</c:v>
                </c:pt>
                <c:pt idx="29">
                  <c:v>0.81776954214967867</c:v>
                </c:pt>
                <c:pt idx="30">
                  <c:v>0.82247980585603497</c:v>
                </c:pt>
                <c:pt idx="31">
                  <c:v>0.82701150130143064</c:v>
                </c:pt>
                <c:pt idx="32">
                  <c:v>0.8313756346541834</c:v>
                </c:pt>
                <c:pt idx="33">
                  <c:v>0.83558223408003862</c:v>
                </c:pt>
                <c:pt idx="34">
                  <c:v>0.83964046249842372</c:v>
                </c:pt>
                <c:pt idx="35">
                  <c:v>0.84355871449462949</c:v>
                </c:pt>
                <c:pt idx="36">
                  <c:v>0.84734469999378903</c:v>
                </c:pt>
                <c:pt idx="37">
                  <c:v>0.85100551681471348</c:v>
                </c:pt>
                <c:pt idx="38">
                  <c:v>0.85454771383567196</c:v>
                </c:pt>
                <c:pt idx="39">
                  <c:v>0.85797734619671484</c:v>
                </c:pt>
                <c:pt idx="40">
                  <c:v>0.86130002371662084</c:v>
                </c:pt>
                <c:pt idx="41">
                  <c:v>0.86452095350367908</c:v>
                </c:pt>
                <c:pt idx="42">
                  <c:v>0.86764497757818793</c:v>
                </c:pt>
                <c:pt idx="43">
                  <c:v>0.87067660619294918</c:v>
                </c:pt>
                <c:pt idx="44">
                  <c:v>0.87362004743013855</c:v>
                </c:pt>
                <c:pt idx="45">
                  <c:v>0.87647923356401958</c:v>
                </c:pt>
                <c:pt idx="46">
                  <c:v>0.87925784460537526</c:v>
                </c:pt>
                <c:pt idx="47">
                  <c:v>0.88195932938233468</c:v>
                </c:pt>
                <c:pt idx="48">
                  <c:v>0.88458692446116971</c:v>
                </c:pt>
                <c:pt idx="49">
                  <c:v>0.88714367116780091</c:v>
                </c:pt>
                <c:pt idx="50">
                  <c:v>0.88963243093468458</c:v>
                </c:pt>
                <c:pt idx="51">
                  <c:v>0.89205589916730132</c:v>
                </c:pt>
                <c:pt idx="52">
                  <c:v>0.89441661779863557</c:v>
                </c:pt>
                <c:pt idx="53">
                  <c:v>0.89671698667807265</c:v>
                </c:pt>
                <c:pt idx="54">
                  <c:v>0.89895927392239139</c:v>
                </c:pt>
                <c:pt idx="55">
                  <c:v>0.90114562534048193</c:v>
                </c:pt>
                <c:pt idx="56">
                  <c:v>0.90327807302963437</c:v>
                </c:pt>
                <c:pt idx="57">
                  <c:v>0.90535854322938125</c:v>
                </c:pt>
                <c:pt idx="58">
                  <c:v>0.90738886350862125</c:v>
                </c:pt>
                <c:pt idx="59">
                  <c:v>0.9093707693528863</c:v>
                </c:pt>
                <c:pt idx="60">
                  <c:v>0.91130591021090146</c:v>
                </c:pt>
                <c:pt idx="61">
                  <c:v>0.91319585505288869</c:v>
                </c:pt>
                <c:pt idx="62">
                  <c:v>0.91504209748721688</c:v>
                </c:pt>
                <c:pt idx="63">
                  <c:v>0.91684606047688133</c:v>
                </c:pt>
                <c:pt idx="64">
                  <c:v>0.91860910069281965</c:v>
                </c:pt>
                <c:pt idx="65">
                  <c:v>0.92033251253713355</c:v>
                </c:pt>
                <c:pt idx="66">
                  <c:v>0.92201753186581681</c:v>
                </c:pt>
                <c:pt idx="67">
                  <c:v>0.92366533943754259</c:v>
                </c:pt>
                <c:pt idx="68">
                  <c:v>0.92527706411235688</c:v>
                </c:pt>
                <c:pt idx="69">
                  <c:v>0.92685378582173605</c:v>
                </c:pt>
                <c:pt idx="70">
                  <c:v>0.92839653832935209</c:v>
                </c:pt>
                <c:pt idx="71">
                  <c:v>0.92990631179999406</c:v>
                </c:pt>
                <c:pt idx="72">
                  <c:v>0.93138405519243128</c:v>
                </c:pt>
                <c:pt idx="73">
                  <c:v>0.93283067849049595</c:v>
                </c:pt>
                <c:pt idx="74">
                  <c:v>0.93424705478533832</c:v>
                </c:pt>
                <c:pt idx="75">
                  <c:v>0.93563402222060632</c:v>
                </c:pt>
                <c:pt idx="76">
                  <c:v>0.93699238581123379</c:v>
                </c:pt>
                <c:pt idx="77">
                  <c:v>0.93832291914556354</c:v>
                </c:pt>
                <c:pt idx="78">
                  <c:v>0.93962636597966642</c:v>
                </c:pt>
                <c:pt idx="79">
                  <c:v>0.94090344173194096</c:v>
                </c:pt>
                <c:pt idx="80">
                  <c:v>0.94215483488538199</c:v>
                </c:pt>
                <c:pt idx="81">
                  <c:v>0.94338120830427286</c:v>
                </c:pt>
                <c:pt idx="82">
                  <c:v>0.9445832004714857</c:v>
                </c:pt>
                <c:pt idx="83">
                  <c:v>0.94576142665206109</c:v>
                </c:pt>
                <c:pt idx="84">
                  <c:v>0.94691647998826745</c:v>
                </c:pt>
                <c:pt idx="85">
                  <c:v>0.94804893253092082</c:v>
                </c:pt>
                <c:pt idx="86">
                  <c:v>0.94915933621135773</c:v>
                </c:pt>
                <c:pt idx="87">
                  <c:v>0.95024822375810525</c:v>
                </c:pt>
                <c:pt idx="88">
                  <c:v>0.9513161095619771</c:v>
                </c:pt>
                <c:pt idx="89">
                  <c:v>0.9523634904930276</c:v>
                </c:pt>
                <c:pt idx="90">
                  <c:v>0.9533908466725397</c:v>
                </c:pt>
                <c:pt idx="91">
                  <c:v>0.95439864220297421</c:v>
                </c:pt>
                <c:pt idx="92">
                  <c:v>0.95538732585859232</c:v>
                </c:pt>
                <c:pt idx="93">
                  <c:v>0.95635733173925785</c:v>
                </c:pt>
                <c:pt idx="94">
                  <c:v>0.95730907988974268</c:v>
                </c:pt>
                <c:pt idx="95">
                  <c:v>0.95824297688668914</c:v>
                </c:pt>
                <c:pt idx="96">
                  <c:v>0.95915941639522762</c:v>
                </c:pt>
                <c:pt idx="97">
                  <c:v>0.9600587796971044</c:v>
                </c:pt>
                <c:pt idx="98">
                  <c:v>0.96094143619204331</c:v>
                </c:pt>
                <c:pt idx="99">
                  <c:v>0.96180774387394552</c:v>
                </c:pt>
                <c:pt idx="100">
                  <c:v>0.96265804978341907</c:v>
                </c:pt>
                <c:pt idx="101">
                  <c:v>0.96349281445716639</c:v>
                </c:pt>
                <c:pt idx="102">
                  <c:v>0.96431251875734558</c:v>
                </c:pt>
                <c:pt idx="103">
                  <c:v>0.96511745144573713</c:v>
                </c:pt>
                <c:pt idx="104">
                  <c:v>0.96590790628023393</c:v>
                </c:pt>
                <c:pt idx="105">
                  <c:v>0.96668416870771745</c:v>
                </c:pt>
                <c:pt idx="106">
                  <c:v>0.96744651616165311</c:v>
                </c:pt>
                <c:pt idx="107">
                  <c:v>0.96819521834629374</c:v>
                </c:pt>
                <c:pt idx="108">
                  <c:v>0.9689305375081968</c:v>
                </c:pt>
                <c:pt idx="109">
                  <c:v>0.96965272869571384</c:v>
                </c:pt>
                <c:pt idx="110">
                  <c:v>0.97036204000707482</c:v>
                </c:pt>
                <c:pt idx="111">
                  <c:v>0.971058712827647</c:v>
                </c:pt>
                <c:pt idx="112">
                  <c:v>0.97174298205691645</c:v>
                </c:pt>
                <c:pt idx="113">
                  <c:v>0.97241507632570634</c:v>
                </c:pt>
                <c:pt idx="114">
                  <c:v>0.97307521820411391</c:v>
                </c:pt>
                <c:pt idx="115">
                  <c:v>0.97372362440062354</c:v>
                </c:pt>
                <c:pt idx="116">
                  <c:v>0.97436050595281931</c:v>
                </c:pt>
                <c:pt idx="117">
                  <c:v>0.97498606841010438</c:v>
                </c:pt>
                <c:pt idx="118">
                  <c:v>0.97560051200880249</c:v>
                </c:pt>
                <c:pt idx="119">
                  <c:v>0.97620403184000049</c:v>
                </c:pt>
                <c:pt idx="120">
                  <c:v>0.97679681801046825</c:v>
                </c:pt>
                <c:pt idx="121">
                  <c:v>0.97737905579697126</c:v>
                </c:pt>
                <c:pt idx="122">
                  <c:v>0.97795092579427645</c:v>
                </c:pt>
                <c:pt idx="123">
                  <c:v>0.9785126040571307</c:v>
                </c:pt>
                <c:pt idx="124">
                  <c:v>0.97906426223647813</c:v>
                </c:pt>
                <c:pt idx="125">
                  <c:v>0.97960606771016623</c:v>
                </c:pt>
                <c:pt idx="126">
                  <c:v>0.98013818370837458</c:v>
                </c:pt>
                <c:pt idx="127">
                  <c:v>0.98066076943398917</c:v>
                </c:pt>
                <c:pt idx="128">
                  <c:v>0.98117398017813073</c:v>
                </c:pt>
                <c:pt idx="129">
                  <c:v>0.98167796743103175</c:v>
                </c:pt>
                <c:pt idx="130">
                  <c:v>0.98217287898844852</c:v>
                </c:pt>
                <c:pt idx="131">
                  <c:v>0.98265885905378048</c:v>
                </c:pt>
                <c:pt idx="132">
                  <c:v>0.98313604833605961</c:v>
                </c:pt>
                <c:pt idx="133">
                  <c:v>0.98360458414396201</c:v>
                </c:pt>
                <c:pt idx="134">
                  <c:v>0.98406460047598332</c:v>
                </c:pt>
                <c:pt idx="135">
                  <c:v>0.98451622810691264</c:v>
                </c:pt>
                <c:pt idx="136">
                  <c:v>0.98495959467072614</c:v>
                </c:pt>
                <c:pt idx="137">
                  <c:v>0.98539482474001705</c:v>
                </c:pt>
                <c:pt idx="138">
                  <c:v>0.98582203990206518</c:v>
                </c:pt>
                <c:pt idx="139">
                  <c:v>0.98624135883164632</c:v>
                </c:pt>
                <c:pt idx="140">
                  <c:v>0.98665289736066641</c:v>
                </c:pt>
                <c:pt idx="141">
                  <c:v>0.98705676854470348</c:v>
                </c:pt>
                <c:pt idx="142">
                  <c:v>0.98745308272652632</c:v>
                </c:pt>
                <c:pt idx="143">
                  <c:v>0.98784194759665434</c:v>
                </c:pt>
                <c:pt idx="144">
                  <c:v>0.98822346825101171</c:v>
                </c:pt>
                <c:pt idx="145">
                  <c:v>0.98859774724572169</c:v>
                </c:pt>
                <c:pt idx="146">
                  <c:v>0.98896488464907506</c:v>
                </c:pt>
                <c:pt idx="147">
                  <c:v>0.98932497809070163</c:v>
                </c:pt>
                <c:pt idx="148">
                  <c:v>0.98967812280795764</c:v>
                </c:pt>
                <c:pt idx="149">
                  <c:v>0.99002441168953725</c:v>
                </c:pt>
                <c:pt idx="150">
                  <c:v>0.99036393531629929</c:v>
                </c:pt>
                <c:pt idx="151">
                  <c:v>0.99069678199929267</c:v>
                </c:pt>
                <c:pt idx="152">
                  <c:v>0.99102303781494661</c:v>
                </c:pt>
                <c:pt idx="153">
                  <c:v>0.99134278663738129</c:v>
                </c:pt>
                <c:pt idx="154">
                  <c:v>0.99165611016777278</c:v>
                </c:pt>
                <c:pt idx="155">
                  <c:v>0.99196308796069466</c:v>
                </c:pt>
                <c:pt idx="156">
                  <c:v>0.99226379744733328</c:v>
                </c:pt>
                <c:pt idx="157">
                  <c:v>0.99255831395545269</c:v>
                </c:pt>
                <c:pt idx="158">
                  <c:v>0.99284671072596165</c:v>
                </c:pt>
                <c:pt idx="159">
                  <c:v>0.99312905892590231</c:v>
                </c:pt>
                <c:pt idx="160">
                  <c:v>0.99340542765765016</c:v>
                </c:pt>
                <c:pt idx="161">
                  <c:v>0.99367588396407269</c:v>
                </c:pt>
                <c:pt idx="162">
                  <c:v>0.99394049282935326</c:v>
                </c:pt>
                <c:pt idx="163">
                  <c:v>0.99419931717513099</c:v>
                </c:pt>
                <c:pt idx="164">
                  <c:v>0.99445241785154936</c:v>
                </c:pt>
                <c:pt idx="165">
                  <c:v>0.99469985362273194</c:v>
                </c:pt>
                <c:pt idx="166">
                  <c:v>0.99494168114612069</c:v>
                </c:pt>
                <c:pt idx="167">
                  <c:v>0.99517795494500849</c:v>
                </c:pt>
                <c:pt idx="168">
                  <c:v>0.99540872737347885</c:v>
                </c:pt>
                <c:pt idx="169">
                  <c:v>0.99563404857281734</c:v>
                </c:pt>
                <c:pt idx="170">
                  <c:v>0.99585396641828394</c:v>
                </c:pt>
                <c:pt idx="171">
                  <c:v>0.99606852645491939</c:v>
                </c:pt>
                <c:pt idx="172">
                  <c:v>0.99627777182079336</c:v>
                </c:pt>
                <c:pt idx="173">
                  <c:v>0.99648174315577664</c:v>
                </c:pt>
                <c:pt idx="174">
                  <c:v>0.99668047849351404</c:v>
                </c:pt>
                <c:pt idx="175">
                  <c:v>0.99687401313376134</c:v>
                </c:pt>
                <c:pt idx="176">
                  <c:v>0.99706237949161169</c:v>
                </c:pt>
                <c:pt idx="177">
                  <c:v>0.99724560691931152</c:v>
                </c:pt>
                <c:pt idx="178">
                  <c:v>0.99742372149531222</c:v>
                </c:pt>
                <c:pt idx="179">
                  <c:v>0.9975967457738304</c:v>
                </c:pt>
                <c:pt idx="180">
                  <c:v>0.99776469848638538</c:v>
                </c:pt>
                <c:pt idx="181">
                  <c:v>0.9979275941843847</c:v>
                </c:pt>
                <c:pt idx="182">
                  <c:v>0.99808544280859324</c:v>
                </c:pt>
                <c:pt idx="183">
                  <c:v>0.99823824916690862</c:v>
                </c:pt>
                <c:pt idx="184">
                  <c:v>0.99838601229573454</c:v>
                </c:pt>
                <c:pt idx="185">
                  <c:v>0.99852872467158671</c:v>
                </c:pt>
                <c:pt idx="186">
                  <c:v>0.99866637122711288</c:v>
                </c:pt>
                <c:pt idx="187">
                  <c:v>0.9987989281073798</c:v>
                </c:pt>
                <c:pt idx="188">
                  <c:v>0.99892636107467736</c:v>
                </c:pt>
                <c:pt idx="189">
                  <c:v>0.99904862342732104</c:v>
                </c:pt>
                <c:pt idx="190">
                  <c:v>0.99916565322955919</c:v>
                </c:pt>
                <c:pt idx="191">
                  <c:v>0.99927736953626822</c:v>
                </c:pt>
                <c:pt idx="192">
                  <c:v>0.99938366709964344</c:v>
                </c:pt>
                <c:pt idx="193">
                  <c:v>0.99948440868667032</c:v>
                </c:pt>
                <c:pt idx="194">
                  <c:v>0.99957941343967815</c:v>
                </c:pt>
                <c:pt idx="195">
                  <c:v>0.9996684382477109</c:v>
                </c:pt>
                <c:pt idx="196">
                  <c:v>0.99975114568545631</c:v>
                </c:pt>
                <c:pt idx="197">
                  <c:v>0.9998270429506313</c:v>
                </c:pt>
                <c:pt idx="198">
                  <c:v>0.99989534631964694</c:v>
                </c:pt>
                <c:pt idx="199">
                  <c:v>0.99995458748539967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6E87-40C0-900C-2F957E58D2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2978127"/>
        <c:axId val="1"/>
      </c:scatterChart>
      <c:valAx>
        <c:axId val="2012978127"/>
        <c:scaling>
          <c:orientation val="minMax"/>
          <c:max val="1"/>
        </c:scaling>
        <c:delete val="0"/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/>
                  <a:t>False Position Fraction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defRPr>
            </a:pPr>
            <a:endParaRPr lang="zh-TW"/>
          </a:p>
        </c:txPr>
        <c:crossAx val="1"/>
        <c:crosses val="autoZero"/>
        <c:crossBetween val="midCat"/>
        <c:majorUnit val="0.1"/>
      </c:valAx>
      <c:valAx>
        <c:axId val="1"/>
        <c:scaling>
          <c:orientation val="minMax"/>
          <c:max val="1"/>
        </c:scaling>
        <c:delete val="0"/>
        <c:axPos val="l"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/>
                  <a:t>True Position Fraction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zh-TW"/>
          </a:p>
        </c:txPr>
        <c:crossAx val="2012978127"/>
        <c:crosses val="autoZero"/>
        <c:crossBetween val="midCat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2439412226756327"/>
          <c:y val="0.4451073816502864"/>
          <c:w val="0.68677528735632187"/>
          <c:h val="0.37501178228633836"/>
        </c:manualLayout>
      </c:layout>
      <c:overlay val="0"/>
      <c:txPr>
        <a:bodyPr/>
        <a:lstStyle/>
        <a:p>
          <a:pPr>
            <a:defRPr sz="1200">
              <a:latin typeface="Times New Roman" panose="02020603050405020304" pitchFamily="18" charset="0"/>
              <a:cs typeface="Times New Roman" panose="02020603050405020304" pitchFamily="18" charset="0"/>
            </a:defRPr>
          </a:pPr>
          <a:endParaRPr lang="zh-TW"/>
        </a:p>
      </c:txPr>
    </c:legend>
    <c:plotVisOnly val="1"/>
    <c:dispBlanksAs val="gap"/>
    <c:showDLblsOverMax val="0"/>
  </c:chart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zh-TW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6.2392950881139858E-2"/>
          <c:y val="8.0952380952380956E-2"/>
          <c:w val="0.83333333333333337"/>
          <c:h val="0.83333333333333337"/>
        </c:manualLayout>
      </c:layout>
      <c:scatterChart>
        <c:scatterStyle val="lineMarker"/>
        <c:varyColors val="0"/>
        <c:ser>
          <c:idx val="0"/>
          <c:order val="0"/>
          <c:tx>
            <c:v>AUC=0.8534   2-D SWIRL Transformer</c:v>
          </c:tx>
          <c:spPr>
            <a:ln w="12700">
              <a:solidFill>
                <a:srgbClr val="FF0000"/>
              </a:solidFill>
              <a:prstDash val="solid"/>
            </a:ln>
          </c:spPr>
          <c:marker>
            <c:symbol val="none"/>
          </c:marker>
          <c:xVal>
            <c:numRef>
              <c:f>'2D'!$A$6:$A$206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'2D'!$B$6:$B$206</c:f>
              <c:numCache>
                <c:formatCode>General</c:formatCode>
                <c:ptCount val="201"/>
                <c:pt idx="0">
                  <c:v>0</c:v>
                </c:pt>
                <c:pt idx="1">
                  <c:v>0.12765769724350212</c:v>
                </c:pt>
                <c:pt idx="2">
                  <c:v>0.18901080383851879</c:v>
                </c:pt>
                <c:pt idx="3">
                  <c:v>0.23539256621557905</c:v>
                </c:pt>
                <c:pt idx="4">
                  <c:v>0.27365074661067623</c:v>
                </c:pt>
                <c:pt idx="5">
                  <c:v>0.3065836600067845</c:v>
                </c:pt>
                <c:pt idx="6">
                  <c:v>0.33567326082505167</c:v>
                </c:pt>
                <c:pt idx="7">
                  <c:v>0.36181973522384631</c:v>
                </c:pt>
                <c:pt idx="8">
                  <c:v>0.38561941296699986</c:v>
                </c:pt>
                <c:pt idx="9">
                  <c:v>0.40749186918307262</c:v>
                </c:pt>
                <c:pt idx="10">
                  <c:v>0.42774574267886573</c:v>
                </c:pt>
                <c:pt idx="11">
                  <c:v>0.44661598006578446</c:v>
                </c:pt>
                <c:pt idx="12">
                  <c:v>0.46428636840131493</c:v>
                </c:pt>
                <c:pt idx="13">
                  <c:v>0.48090390077692086</c:v>
                </c:pt>
                <c:pt idx="14">
                  <c:v>0.49658833029290311</c:v>
                </c:pt>
                <c:pt idx="15">
                  <c:v>0.51143900017123023</c:v>
                </c:pt>
                <c:pt idx="16">
                  <c:v>0.52553830371468024</c:v>
                </c:pt>
                <c:pt idx="17">
                  <c:v>0.5389570286728721</c:v>
                </c:pt>
                <c:pt idx="18">
                  <c:v>0.5517555684351021</c:v>
                </c:pt>
                <c:pt idx="19">
                  <c:v>0.56398612851248975</c:v>
                </c:pt>
                <c:pt idx="20">
                  <c:v>0.5756941960546621</c:v>
                </c:pt>
                <c:pt idx="21">
                  <c:v>0.58691968662465988</c:v>
                </c:pt>
                <c:pt idx="22">
                  <c:v>0.59769785093971084</c:v>
                </c:pt>
                <c:pt idx="23">
                  <c:v>0.60806000032016227</c:v>
                </c:pt>
                <c:pt idx="24">
                  <c:v>0.61803409330344583</c:v>
                </c:pt>
                <c:pt idx="25">
                  <c:v>0.62764521459656852</c:v>
                </c:pt>
                <c:pt idx="26">
                  <c:v>0.63691596958492425</c:v>
                </c:pt>
                <c:pt idx="27">
                  <c:v>0.64586681191594497</c:v>
                </c:pt>
                <c:pt idx="28">
                  <c:v>0.65451631753377115</c:v>
                </c:pt>
                <c:pt idx="29">
                  <c:v>0.66288141549021662</c:v>
                </c:pt>
                <c:pt idx="30">
                  <c:v>0.67097758358269344</c:v>
                </c:pt>
                <c:pt idx="31">
                  <c:v>0.67881901515481879</c:v>
                </c:pt>
                <c:pt idx="32">
                  <c:v>0.68641876208885511</c:v>
                </c:pt>
                <c:pt idx="33">
                  <c:v>0.69378885801411827</c:v>
                </c:pt>
                <c:pt idx="34">
                  <c:v>0.70094042497540199</c:v>
                </c:pt>
                <c:pt idx="35">
                  <c:v>0.7078837661948999</c:v>
                </c:pt>
                <c:pt idx="36">
                  <c:v>0.71462844707947371</c:v>
                </c:pt>
                <c:pt idx="37">
                  <c:v>0.72118336624234558</c:v>
                </c:pt>
                <c:pt idx="38">
                  <c:v>0.72755681800205574</c:v>
                </c:pt>
                <c:pt idx="39">
                  <c:v>0.73375654757484687</c:v>
                </c:pt>
                <c:pt idx="40">
                  <c:v>0.73978979997678374</c:v>
                </c:pt>
                <c:pt idx="41">
                  <c:v>0.74566336348900575</c:v>
                </c:pt>
                <c:pt idx="42">
                  <c:v>0.75138360840602703</c:v>
                </c:pt>
                <c:pt idx="43">
                  <c:v>0.75695652167702943</c:v>
                </c:pt>
                <c:pt idx="44">
                  <c:v>0.76238773795906845</c:v>
                </c:pt>
                <c:pt idx="45">
                  <c:v>0.76768256752541186</c:v>
                </c:pt>
                <c:pt idx="46">
                  <c:v>0.77284602140898062</c:v>
                </c:pt>
                <c:pt idx="47">
                  <c:v>0.77788283410781589</c:v>
                </c:pt>
                <c:pt idx="48">
                  <c:v>0.78279748413480199</c:v>
                </c:pt>
                <c:pt idx="49">
                  <c:v>0.78759421265609264</c:v>
                </c:pt>
                <c:pt idx="50">
                  <c:v>0.7922770404306172</c:v>
                </c:pt>
                <c:pt idx="51">
                  <c:v>0.79684978323573463</c:v>
                </c:pt>
                <c:pt idx="52">
                  <c:v>0.80131606594076188</c:v>
                </c:pt>
                <c:pt idx="53">
                  <c:v>0.80567933537009329</c:v>
                </c:pt>
                <c:pt idx="54">
                  <c:v>0.80994287208043025</c:v>
                </c:pt>
                <c:pt idx="55">
                  <c:v>0.81410980116178133</c:v>
                </c:pt>
                <c:pt idx="56">
                  <c:v>0.81818310215907597</c:v>
                </c:pt>
                <c:pt idx="57">
                  <c:v>0.82216561820008005</c:v>
                </c:pt>
                <c:pt idx="58">
                  <c:v>0.82606006440563029</c:v>
                </c:pt>
                <c:pt idx="59">
                  <c:v>0.82986903564975512</c:v>
                </c:pt>
                <c:pt idx="60">
                  <c:v>0.83359501372986833</c:v>
                </c:pt>
                <c:pt idx="61">
                  <c:v>0.8372403740007579</c:v>
                </c:pt>
                <c:pt idx="62">
                  <c:v>0.84080739152041251</c:v>
                </c:pt>
                <c:pt idx="63">
                  <c:v>0.8442982467507314</c:v>
                </c:pt>
                <c:pt idx="64">
                  <c:v>0.84771503085175437</c:v>
                </c:pt>
                <c:pt idx="65">
                  <c:v>0.85105975060415717</c:v>
                </c:pt>
                <c:pt idx="66">
                  <c:v>0.85433433299130268</c:v>
                </c:pt>
                <c:pt idx="67">
                  <c:v>0.85754062946908016</c:v>
                </c:pt>
                <c:pt idx="68">
                  <c:v>0.86068041994904876</c:v>
                </c:pt>
                <c:pt idx="69">
                  <c:v>0.86375541651796617</c:v>
                </c:pt>
                <c:pt idx="70">
                  <c:v>0.86676726691464057</c:v>
                </c:pt>
                <c:pt idx="71">
                  <c:v>0.86971755778309034</c:v>
                </c:pt>
                <c:pt idx="72">
                  <c:v>0.87260781771928775</c:v>
                </c:pt>
                <c:pt idx="73">
                  <c:v>0.87543952012719883</c:v>
                </c:pt>
                <c:pt idx="74">
                  <c:v>0.87821408589844507</c:v>
                </c:pt>
                <c:pt idx="75">
                  <c:v>0.88093288592866215</c:v>
                </c:pt>
                <c:pt idx="76">
                  <c:v>0.88359724348249813</c:v>
                </c:pt>
                <c:pt idx="77">
                  <c:v>0.88620843641818448</c:v>
                </c:pt>
                <c:pt idx="78">
                  <c:v>0.88876769928168731</c:v>
                </c:pt>
                <c:pt idx="79">
                  <c:v>0.89127622527962092</c:v>
                </c:pt>
                <c:pt idx="80">
                  <c:v>0.89373516813935039</c:v>
                </c:pt>
                <c:pt idx="81">
                  <c:v>0.89614564386403128</c:v>
                </c:pt>
                <c:pt idx="82">
                  <c:v>0.89850873238971063</c:v>
                </c:pt>
                <c:pt idx="83">
                  <c:v>0.90082547915105493</c:v>
                </c:pt>
                <c:pt idx="84">
                  <c:v>0.90309689656175618</c:v>
                </c:pt>
                <c:pt idx="85">
                  <c:v>0.90532396541520133</c:v>
                </c:pt>
                <c:pt idx="86">
                  <c:v>0.90750763621056285</c:v>
                </c:pt>
                <c:pt idx="87">
                  <c:v>0.90964883040908151</c:v>
                </c:pt>
                <c:pt idx="88">
                  <c:v>0.91174844162495783</c:v>
                </c:pt>
                <c:pt idx="89">
                  <c:v>0.91380733675493797</c:v>
                </c:pt>
                <c:pt idx="90">
                  <c:v>0.9158263570503884</c:v>
                </c:pt>
                <c:pt idx="91">
                  <c:v>0.91780631913537802</c:v>
                </c:pt>
                <c:pt idx="92">
                  <c:v>0.91974801597403166</c:v>
                </c:pt>
                <c:pt idx="93">
                  <c:v>0.92165221779019668</c:v>
                </c:pt>
                <c:pt idx="94">
                  <c:v>0.92351967294224346</c:v>
                </c:pt>
                <c:pt idx="95">
                  <c:v>0.92535110875563265</c:v>
                </c:pt>
                <c:pt idx="96">
                  <c:v>0.92714723231569751</c:v>
                </c:pt>
                <c:pt idx="97">
                  <c:v>0.92890873122292716</c:v>
                </c:pt>
                <c:pt idx="98">
                  <c:v>0.93063627431288143</c:v>
                </c:pt>
                <c:pt idx="99">
                  <c:v>0.93233051234272724</c:v>
                </c:pt>
                <c:pt idx="100">
                  <c:v>0.93399207864625722</c:v>
                </c:pt>
                <c:pt idx="101">
                  <c:v>0.93562183177573488</c:v>
                </c:pt>
                <c:pt idx="102">
                  <c:v>0.93722067248432561</c:v>
                </c:pt>
                <c:pt idx="103">
                  <c:v>0.93878912938681658</c:v>
                </c:pt>
                <c:pt idx="104">
                  <c:v>0.94032774397975172</c:v>
                </c:pt>
                <c:pt idx="105">
                  <c:v>0.94183704448874583</c:v>
                </c:pt>
                <c:pt idx="106">
                  <c:v>0.94331754629799358</c:v>
                </c:pt>
                <c:pt idx="107">
                  <c:v>0.94476975236211058</c:v>
                </c:pt>
                <c:pt idx="108">
                  <c:v>0.94619415360117598</c:v>
                </c:pt>
                <c:pt idx="109">
                  <c:v>0.94759122927979311</c:v>
                </c:pt>
                <c:pt idx="110">
                  <c:v>0.94896144737093957</c:v>
                </c:pt>
                <c:pt idx="111">
                  <c:v>0.9503052649053314</c:v>
                </c:pt>
                <c:pt idx="112">
                  <c:v>0.95162312830698725</c:v>
                </c:pt>
                <c:pt idx="113">
                  <c:v>0.95291547371563856</c:v>
                </c:pt>
                <c:pt idx="114">
                  <c:v>0.95418272729659492</c:v>
                </c:pt>
                <c:pt idx="115">
                  <c:v>0.95542530553864047</c:v>
                </c:pt>
                <c:pt idx="116">
                  <c:v>0.95664361554050592</c:v>
                </c:pt>
                <c:pt idx="117">
                  <c:v>0.95783805528642973</c:v>
                </c:pt>
                <c:pt idx="118">
                  <c:v>0.95900901391129445</c:v>
                </c:pt>
                <c:pt idx="119">
                  <c:v>0.96015687195579713</c:v>
                </c:pt>
                <c:pt idx="120">
                  <c:v>0.96128200161208888</c:v>
                </c:pt>
                <c:pt idx="121">
                  <c:v>0.96238476696029507</c:v>
                </c:pt>
                <c:pt idx="122">
                  <c:v>0.96346552419630405</c:v>
                </c:pt>
                <c:pt idx="123">
                  <c:v>0.96452462185119336</c:v>
                </c:pt>
                <c:pt idx="124">
                  <c:v>0.96556240100264179</c:v>
                </c:pt>
                <c:pt idx="125">
                  <c:v>0.96657919547865701</c:v>
                </c:pt>
                <c:pt idx="126">
                  <c:v>0.96757533205393131</c:v>
                </c:pt>
                <c:pt idx="127">
                  <c:v>0.96855113063912013</c:v>
                </c:pt>
                <c:pt idx="128">
                  <c:v>0.9695069044633241</c:v>
                </c:pt>
                <c:pt idx="129">
                  <c:v>0.97044296025003896</c:v>
                </c:pt>
                <c:pt idx="130">
                  <c:v>0.97135959838682251</c:v>
                </c:pt>
                <c:pt idx="131">
                  <c:v>0.97225711308891682</c:v>
                </c:pt>
                <c:pt idx="132">
                  <c:v>0.97313579255704807</c:v>
                </c:pt>
                <c:pt idx="133">
                  <c:v>0.97399591912961592</c:v>
                </c:pt>
                <c:pt idx="134">
                  <c:v>0.97483776942946876</c:v>
                </c:pt>
                <c:pt idx="135">
                  <c:v>0.97566161450545719</c:v>
                </c:pt>
                <c:pt idx="136">
                  <c:v>0.97646771996893567</c:v>
                </c:pt>
                <c:pt idx="137">
                  <c:v>0.97725634612538292</c:v>
                </c:pt>
                <c:pt idx="138">
                  <c:v>0.97802774810129267</c:v>
                </c:pt>
                <c:pt idx="139">
                  <c:v>0.97878217596648009</c:v>
                </c:pt>
                <c:pt idx="140">
                  <c:v>0.97951987485193848</c:v>
                </c:pt>
                <c:pt idx="141">
                  <c:v>0.98024108506337015</c:v>
                </c:pt>
                <c:pt idx="142">
                  <c:v>0.9809460421905053</c:v>
                </c:pt>
                <c:pt idx="143">
                  <c:v>0.98163497721231463</c:v>
                </c:pt>
                <c:pt idx="144">
                  <c:v>0.9823081165982086</c:v>
                </c:pt>
                <c:pt idx="145">
                  <c:v>0.98296568240530846</c:v>
                </c:pt>
                <c:pt idx="146">
                  <c:v>0.98360789237186286</c:v>
                </c:pt>
                <c:pt idx="147">
                  <c:v>0.98423496000687372</c:v>
                </c:pt>
                <c:pt idx="148">
                  <c:v>0.98484709467598175</c:v>
                </c:pt>
                <c:pt idx="149">
                  <c:v>0.98544450168365649</c:v>
                </c:pt>
                <c:pt idx="150">
                  <c:v>0.98602738235171383</c:v>
                </c:pt>
                <c:pt idx="151">
                  <c:v>0.98659593409418211</c:v>
                </c:pt>
                <c:pt idx="152">
                  <c:v>0.98715035048851441</c:v>
                </c:pt>
                <c:pt idx="153">
                  <c:v>0.98769082134313568</c:v>
                </c:pt>
                <c:pt idx="154">
                  <c:v>0.98821753276129509</c:v>
                </c:pt>
                <c:pt idx="155">
                  <c:v>0.98873066720117364</c:v>
                </c:pt>
                <c:pt idx="156">
                  <c:v>0.98923040353218128</c:v>
                </c:pt>
                <c:pt idx="157">
                  <c:v>0.98971691708735199</c:v>
                </c:pt>
                <c:pt idx="158">
                  <c:v>0.99019037971172086</c:v>
                </c:pt>
                <c:pt idx="159">
                  <c:v>0.99065095980654005</c:v>
                </c:pt>
                <c:pt idx="160">
                  <c:v>0.99109882236915492</c:v>
                </c:pt>
                <c:pt idx="161">
                  <c:v>0.99153412902832905</c:v>
                </c:pt>
                <c:pt idx="162">
                  <c:v>0.99195703807475732</c:v>
                </c:pt>
                <c:pt idx="163">
                  <c:v>0.99236770448646261</c:v>
                </c:pt>
                <c:pt idx="164">
                  <c:v>0.99276627994870947</c:v>
                </c:pt>
                <c:pt idx="165">
                  <c:v>0.99315291286799945</c:v>
                </c:pt>
                <c:pt idx="166">
                  <c:v>0.99352774837963465</c:v>
                </c:pt>
                <c:pt idx="167">
                  <c:v>0.99389092834823611</c:v>
                </c:pt>
                <c:pt idx="168">
                  <c:v>0.9942425913604922</c:v>
                </c:pt>
                <c:pt idx="169">
                  <c:v>0.99458287270927215</c:v>
                </c:pt>
                <c:pt idx="170">
                  <c:v>0.9949119043680732</c:v>
                </c:pt>
                <c:pt idx="171">
                  <c:v>0.9952298149545683</c:v>
                </c:pt>
                <c:pt idx="172">
                  <c:v>0.9955367296817712</c:v>
                </c:pt>
                <c:pt idx="173">
                  <c:v>0.99583277029503114</c:v>
                </c:pt>
                <c:pt idx="174">
                  <c:v>0.9961180549926888</c:v>
                </c:pt>
                <c:pt idx="175">
                  <c:v>0.99639269832774979</c:v>
                </c:pt>
                <c:pt idx="176">
                  <c:v>0.99665681108733195</c:v>
                </c:pt>
                <c:pt idx="177">
                  <c:v>0.99691050014588312</c:v>
                </c:pt>
                <c:pt idx="178">
                  <c:v>0.997153868287182</c:v>
                </c:pt>
                <c:pt idx="179">
                  <c:v>0.99738701398887353</c:v>
                </c:pt>
                <c:pt idx="180">
                  <c:v>0.99761003116161784</c:v>
                </c:pt>
                <c:pt idx="181">
                  <c:v>0.99782300883273667</c:v>
                </c:pt>
                <c:pt idx="182">
                  <c:v>0.99802603076127172</c:v>
                </c:pt>
                <c:pt idx="183">
                  <c:v>0.99821917496734303</c:v>
                </c:pt>
                <c:pt idx="184">
                  <c:v>0.99840251315311745</c:v>
                </c:pt>
                <c:pt idx="185">
                  <c:v>0.99857610998486068</c:v>
                </c:pt>
                <c:pt idx="186">
                  <c:v>0.99874002219430769</c:v>
                </c:pt>
                <c:pt idx="187">
                  <c:v>0.99889429744114766</c:v>
                </c:pt>
                <c:pt idx="188">
                  <c:v>0.99903897285377685</c:v>
                </c:pt>
                <c:pt idx="189">
                  <c:v>0.9991740731275226</c:v>
                </c:pt>
                <c:pt idx="190">
                  <c:v>0.99929960799927087</c:v>
                </c:pt>
                <c:pt idx="191">
                  <c:v>0.9994155688181664</c:v>
                </c:pt>
                <c:pt idx="192">
                  <c:v>0.9995219237615216</c:v>
                </c:pt>
                <c:pt idx="193">
                  <c:v>0.99961861093683413</c:v>
                </c:pt>
                <c:pt idx="194">
                  <c:v>0.99970552801818935</c:v>
                </c:pt>
                <c:pt idx="195">
                  <c:v>0.99978251583442368</c:v>
                </c:pt>
                <c:pt idx="196">
                  <c:v>0.99984933050132563</c:v>
                </c:pt>
                <c:pt idx="197">
                  <c:v>0.99990559126609213</c:v>
                </c:pt>
                <c:pt idx="198">
                  <c:v>0.99995066745554084</c:v>
                </c:pt>
                <c:pt idx="199">
                  <c:v>0.99998336170903701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BB6-4FEF-AFF8-B063F96A483E}"/>
            </c:ext>
          </c:extLst>
        </c:ser>
        <c:ser>
          <c:idx val="1"/>
          <c:order val="1"/>
          <c:tx>
            <c:v>AUC=0.8101   2-D Swin Transformer</c:v>
          </c:tx>
          <c:spPr>
            <a:ln w="12700">
              <a:solidFill>
                <a:schemeClr val="accent2"/>
              </a:solidFill>
              <a:prstDash val="sysDash"/>
            </a:ln>
          </c:spPr>
          <c:marker>
            <c:symbol val="none"/>
          </c:marker>
          <c:xVal>
            <c:numRef>
              <c:f>'2D'!$A$6:$A$206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'2D'!$C$6:$C$206</c:f>
              <c:numCache>
                <c:formatCode>General</c:formatCode>
                <c:ptCount val="201"/>
                <c:pt idx="0">
                  <c:v>0</c:v>
                </c:pt>
                <c:pt idx="1">
                  <c:v>8.0474221282633027E-2</c:v>
                </c:pt>
                <c:pt idx="2">
                  <c:v>0.12636214551105815</c:v>
                </c:pt>
                <c:pt idx="3">
                  <c:v>0.16303305305295962</c:v>
                </c:pt>
                <c:pt idx="4">
                  <c:v>0.19443328299385759</c:v>
                </c:pt>
                <c:pt idx="5">
                  <c:v>0.22224980257355956</c:v>
                </c:pt>
                <c:pt idx="6">
                  <c:v>0.24740472249632439</c:v>
                </c:pt>
                <c:pt idx="7">
                  <c:v>0.2704723224163384</c:v>
                </c:pt>
                <c:pt idx="8">
                  <c:v>0.29184104539662437</c:v>
                </c:pt>
                <c:pt idx="9">
                  <c:v>0.31178915911565719</c:v>
                </c:pt>
                <c:pt idx="10">
                  <c:v>0.33052463463840637</c:v>
                </c:pt>
                <c:pt idx="11">
                  <c:v>0.34820806123398584</c:v>
                </c:pt>
                <c:pt idx="12">
                  <c:v>0.36496669988654018</c:v>
                </c:pt>
                <c:pt idx="13">
                  <c:v>0.38090355373049445</c:v>
                </c:pt>
                <c:pt idx="14">
                  <c:v>0.39610346838498173</c:v>
                </c:pt>
                <c:pt idx="15">
                  <c:v>0.41063737643031345</c:v>
                </c:pt>
                <c:pt idx="16">
                  <c:v>0.42456533599907964</c:v>
                </c:pt>
                <c:pt idx="17">
                  <c:v>0.43793875954542155</c:v>
                </c:pt>
                <c:pt idx="18">
                  <c:v>0.45080208321673271</c:v>
                </c:pt>
                <c:pt idx="19">
                  <c:v>0.46319404026569189</c:v>
                </c:pt>
                <c:pt idx="20">
                  <c:v>0.47514864814470281</c:v>
                </c:pt>
                <c:pt idx="21">
                  <c:v>0.48669598463154479</c:v>
                </c:pt>
                <c:pt idx="22">
                  <c:v>0.49786280588385101</c:v>
                </c:pt>
                <c:pt idx="23">
                  <c:v>0.50867331603953314</c:v>
                </c:pt>
                <c:pt idx="24">
                  <c:v>0.51914837458394947</c:v>
                </c:pt>
                <c:pt idx="25">
                  <c:v>0.52930770795606263</c:v>
                </c:pt>
                <c:pt idx="26">
                  <c:v>0.5391689297815514</c:v>
                </c:pt>
                <c:pt idx="27">
                  <c:v>0.54874807032655015</c:v>
                </c:pt>
                <c:pt idx="28">
                  <c:v>0.55805977094692838</c:v>
                </c:pt>
                <c:pt idx="29">
                  <c:v>0.56711744862903668</c:v>
                </c:pt>
                <c:pt idx="30">
                  <c:v>0.57593343609212877</c:v>
                </c:pt>
                <c:pt idx="31">
                  <c:v>0.58451910177294564</c:v>
                </c:pt>
                <c:pt idx="32">
                  <c:v>0.59288495313430145</c:v>
                </c:pt>
                <c:pt idx="33">
                  <c:v>0.60104072606153958</c:v>
                </c:pt>
                <c:pt idx="34">
                  <c:v>0.60899546258282045</c:v>
                </c:pt>
                <c:pt idx="35">
                  <c:v>0.61675757873476211</c:v>
                </c:pt>
                <c:pt idx="36">
                  <c:v>0.62433492406695257</c:v>
                </c:pt>
                <c:pt idx="37">
                  <c:v>0.63173483401741715</c:v>
                </c:pt>
                <c:pt idx="38">
                  <c:v>0.63896417618128087</c:v>
                </c:pt>
                <c:pt idx="39">
                  <c:v>0.64602939132532278</c:v>
                </c:pt>
                <c:pt idx="40">
                  <c:v>0.65293652986335049</c:v>
                </c:pt>
                <c:pt idx="41">
                  <c:v>0.6596912843946614</c:v>
                </c:pt>
                <c:pt idx="42">
                  <c:v>0.66629901881529752</c:v>
                </c:pt>
                <c:pt idx="43">
                  <c:v>0.6727647944352837</c:v>
                </c:pt>
                <c:pt idx="44">
                  <c:v>0.67909339347156572</c:v>
                </c:pt>
                <c:pt idx="45">
                  <c:v>0.68528934023336818</c:v>
                </c:pt>
                <c:pt idx="46">
                  <c:v>0.69135692027234708</c:v>
                </c:pt>
                <c:pt idx="47">
                  <c:v>0.69730019773255481</c:v>
                </c:pt>
                <c:pt idx="48">
                  <c:v>0.70312303110372887</c:v>
                </c:pt>
                <c:pt idx="49">
                  <c:v>0.70882908755465723</c:v>
                </c:pt>
                <c:pt idx="50">
                  <c:v>0.7144218560006389</c:v>
                </c:pt>
                <c:pt idx="51">
                  <c:v>0.71990465903962675</c:v>
                </c:pt>
                <c:pt idx="52">
                  <c:v>0.72528066387498402</c:v>
                </c:pt>
                <c:pt idx="53">
                  <c:v>0.73055289232848752</c:v>
                </c:pt>
                <c:pt idx="54">
                  <c:v>0.73572423003487197</c:v>
                </c:pt>
                <c:pt idx="55">
                  <c:v>0.74079743489853489</c:v>
                </c:pt>
                <c:pt idx="56">
                  <c:v>0.74577514488378149</c:v>
                </c:pt>
                <c:pt idx="57">
                  <c:v>0.75065988520193283</c:v>
                </c:pt>
                <c:pt idx="58">
                  <c:v>0.75545407495161609</c:v>
                </c:pt>
                <c:pt idx="59">
                  <c:v>0.76016003326242032</c:v>
                </c:pt>
                <c:pt idx="60">
                  <c:v>0.7647799849867376</c:v>
                </c:pt>
                <c:pt idx="61">
                  <c:v>0.7693160659798769</c:v>
                </c:pt>
                <c:pt idx="62">
                  <c:v>0.77377032800441059</c:v>
                </c:pt>
                <c:pt idx="63">
                  <c:v>0.77814474329102912</c:v>
                </c:pt>
                <c:pt idx="64">
                  <c:v>0.78244120878495138</c:v>
                </c:pt>
                <c:pt idx="65">
                  <c:v>0.78666155010407646</c:v>
                </c:pt>
                <c:pt idx="66">
                  <c:v>0.79080752523250486</c:v>
                </c:pt>
                <c:pt idx="67">
                  <c:v>0.79488082797080439</c:v>
                </c:pt>
                <c:pt idx="68">
                  <c:v>0.79888309116237544</c:v>
                </c:pt>
                <c:pt idx="69">
                  <c:v>0.80281588971347007</c:v>
                </c:pt>
                <c:pt idx="70">
                  <c:v>0.8066807434228177</c:v>
                </c:pt>
                <c:pt idx="71">
                  <c:v>0.81047911963535735</c:v>
                </c:pt>
                <c:pt idx="72">
                  <c:v>0.81421243573329738</c:v>
                </c:pt>
                <c:pt idx="73">
                  <c:v>0.81788206147655351</c:v>
                </c:pt>
                <c:pt idx="74">
                  <c:v>0.82148932120357698</c:v>
                </c:pt>
                <c:pt idx="75">
                  <c:v>0.82503549590264058</c:v>
                </c:pt>
                <c:pt idx="76">
                  <c:v>0.8285218251627996</c:v>
                </c:pt>
                <c:pt idx="77">
                  <c:v>0.83194950901298348</c:v>
                </c:pt>
                <c:pt idx="78">
                  <c:v>0.83531970965697155</c:v>
                </c:pt>
                <c:pt idx="79">
                  <c:v>0.83863355311138021</c:v>
                </c:pt>
                <c:pt idx="80">
                  <c:v>0.84189213075322111</c:v>
                </c:pt>
                <c:pt idx="81">
                  <c:v>0.84509650078306398</c:v>
                </c:pt>
                <c:pt idx="82">
                  <c:v>0.84824768960937114</c:v>
                </c:pt>
                <c:pt idx="83">
                  <c:v>0.85134669315913947</c:v>
                </c:pt>
                <c:pt idx="84">
                  <c:v>0.85439447811959235</c:v>
                </c:pt>
                <c:pt idx="85">
                  <c:v>0.8573919831153084</c:v>
                </c:pt>
                <c:pt idx="86">
                  <c:v>0.86034011982484626</c:v>
                </c:pt>
                <c:pt idx="87">
                  <c:v>0.86323977404062269</c:v>
                </c:pt>
                <c:pt idx="88">
                  <c:v>0.86609180667553365</c:v>
                </c:pt>
                <c:pt idx="89">
                  <c:v>0.86889705471954992</c:v>
                </c:pt>
                <c:pt idx="90">
                  <c:v>0.87165633214929317</c:v>
                </c:pt>
                <c:pt idx="91">
                  <c:v>0.87437043079338506</c:v>
                </c:pt>
                <c:pt idx="92">
                  <c:v>0.87704012115616559</c:v>
                </c:pt>
                <c:pt idx="93">
                  <c:v>0.87966615320220232</c:v>
                </c:pt>
                <c:pt idx="94">
                  <c:v>0.88224925710384272</c:v>
                </c:pt>
                <c:pt idx="95">
                  <c:v>0.88479014395390887</c:v>
                </c:pt>
                <c:pt idx="96">
                  <c:v>0.88728950644550131</c:v>
                </c:pt>
                <c:pt idx="97">
                  <c:v>0.88974801952073723</c:v>
                </c:pt>
                <c:pt idx="98">
                  <c:v>0.89216634099013792</c:v>
                </c:pt>
                <c:pt idx="99">
                  <c:v>0.89454511212426557</c:v>
                </c:pt>
                <c:pt idx="100">
                  <c:v>0.8968849582191063</c:v>
                </c:pt>
                <c:pt idx="101">
                  <c:v>0.89918683147149281</c:v>
                </c:pt>
                <c:pt idx="102">
                  <c:v>0.90145175608477968</c:v>
                </c:pt>
                <c:pt idx="103">
                  <c:v>0.90368023963219724</c:v>
                </c:pt>
                <c:pt idx="104">
                  <c:v>0.90587281473870995</c:v>
                </c:pt>
                <c:pt idx="105">
                  <c:v>0.90803000194309613</c:v>
                </c:pt>
                <c:pt idx="106">
                  <c:v>0.91015231006033592</c:v>
                </c:pt>
                <c:pt idx="107">
                  <c:v>0.91224023652949326</c:v>
                </c:pt>
                <c:pt idx="108">
                  <c:v>0.91429426774777101</c:v>
                </c:pt>
                <c:pt idx="109">
                  <c:v>0.91631487939138223</c:v>
                </c:pt>
                <c:pt idx="110">
                  <c:v>0.9183025367238381</c:v>
                </c:pt>
                <c:pt idx="111">
                  <c:v>0.92025769489222642</c:v>
                </c:pt>
                <c:pt idx="112">
                  <c:v>0.92218079921201102</c:v>
                </c:pt>
                <c:pt idx="113">
                  <c:v>0.92407228544086562</c:v>
                </c:pt>
                <c:pt idx="114">
                  <c:v>0.92593258004201406</c:v>
                </c:pt>
                <c:pt idx="115">
                  <c:v>0.92776210043753116</c:v>
                </c:pt>
                <c:pt idx="116">
                  <c:v>0.92956125525202649</c:v>
                </c:pt>
                <c:pt idx="117">
                  <c:v>0.931330444547116</c:v>
                </c:pt>
                <c:pt idx="118">
                  <c:v>0.93307006004705728</c:v>
                </c:pt>
                <c:pt idx="119">
                  <c:v>0.93478048535590708</c:v>
                </c:pt>
                <c:pt idx="120">
                  <c:v>0.93646209616653797</c:v>
                </c:pt>
                <c:pt idx="121">
                  <c:v>0.93811526046183269</c:v>
                </c:pt>
                <c:pt idx="122">
                  <c:v>0.93974033870835505</c:v>
                </c:pt>
                <c:pt idx="123">
                  <c:v>0.94133768404277929</c:v>
                </c:pt>
                <c:pt idx="124">
                  <c:v>0.94290764245134628</c:v>
                </c:pt>
                <c:pt idx="125">
                  <c:v>0.94445055294259328</c:v>
                </c:pt>
                <c:pt idx="126">
                  <c:v>0.94596674771359424</c:v>
                </c:pt>
                <c:pt idx="127">
                  <c:v>0.94745655230992976</c:v>
                </c:pt>
                <c:pt idx="128">
                  <c:v>0.94892028577959464</c:v>
                </c:pt>
                <c:pt idx="129">
                  <c:v>0.95035826082103347</c:v>
                </c:pt>
                <c:pt idx="130">
                  <c:v>0.95177078392548542</c:v>
                </c:pt>
                <c:pt idx="131">
                  <c:v>0.95315815551380545</c:v>
                </c:pt>
                <c:pt idx="132">
                  <c:v>0.95452067006791363</c:v>
                </c:pt>
                <c:pt idx="133">
                  <c:v>0.95585861625701829</c:v>
                </c:pt>
                <c:pt idx="134">
                  <c:v>0.95717227705873931</c:v>
                </c:pt>
                <c:pt idx="135">
                  <c:v>0.95846192987525169</c:v>
                </c:pt>
                <c:pt idx="136">
                  <c:v>0.95972784664455457</c:v>
                </c:pt>
                <c:pt idx="137">
                  <c:v>0.9609702939469581</c:v>
                </c:pt>
                <c:pt idx="138">
                  <c:v>0.96218953310687216</c:v>
                </c:pt>
                <c:pt idx="139">
                  <c:v>0.96338582028996367</c:v>
                </c:pt>
                <c:pt idx="140">
                  <c:v>0.96455940659573958</c:v>
                </c:pt>
                <c:pt idx="141">
                  <c:v>0.96571053814559904</c:v>
                </c:pt>
                <c:pt idx="142">
                  <c:v>0.96683945616638423</c:v>
                </c:pt>
                <c:pt idx="143">
                  <c:v>0.96794639706944396</c:v>
                </c:pt>
                <c:pt idx="144">
                  <c:v>0.96903159252521176</c:v>
                </c:pt>
                <c:pt idx="145">
                  <c:v>0.97009526953328151</c:v>
                </c:pt>
                <c:pt idx="146">
                  <c:v>0.97113765048794687</c:v>
                </c:pt>
                <c:pt idx="147">
                  <c:v>0.97215895323915535</c:v>
                </c:pt>
                <c:pt idx="148">
                  <c:v>0.97315939114880257</c:v>
                </c:pt>
                <c:pt idx="149">
                  <c:v>0.97413917314227605</c:v>
                </c:pt>
                <c:pt idx="150">
                  <c:v>0.97509850375512863</c:v>
                </c:pt>
                <c:pt idx="151">
                  <c:v>0.97603758317474099</c:v>
                </c:pt>
                <c:pt idx="152">
                  <c:v>0.97695660727679623</c:v>
                </c:pt>
                <c:pt idx="153">
                  <c:v>0.97785576765636517</c:v>
                </c:pt>
                <c:pt idx="154">
                  <c:v>0.97873525165335662</c:v>
                </c:pt>
                <c:pt idx="155">
                  <c:v>0.97959524237204998</c:v>
                </c:pt>
                <c:pt idx="156">
                  <c:v>0.98043591869437996</c:v>
                </c:pt>
                <c:pt idx="157">
                  <c:v>0.98125745528658848</c:v>
                </c:pt>
                <c:pt idx="158">
                  <c:v>0.98206002259880054</c:v>
                </c:pt>
                <c:pt idx="159">
                  <c:v>0.98284378685700735</c:v>
                </c:pt>
                <c:pt idx="160">
                  <c:v>0.98360891004686279</c:v>
                </c:pt>
                <c:pt idx="161">
                  <c:v>0.9843555498886043</c:v>
                </c:pt>
                <c:pt idx="162">
                  <c:v>0.98508385980230129</c:v>
                </c:pt>
                <c:pt idx="163">
                  <c:v>0.98579398886250624</c:v>
                </c:pt>
                <c:pt idx="164">
                  <c:v>0.98648608174123675</c:v>
                </c:pt>
                <c:pt idx="165">
                  <c:v>0.98716027863803968</c:v>
                </c:pt>
                <c:pt idx="166">
                  <c:v>0.98781671519568182</c:v>
                </c:pt>
                <c:pt idx="167">
                  <c:v>0.9884555223997632</c:v>
                </c:pt>
                <c:pt idx="168">
                  <c:v>0.98907682646025319</c:v>
                </c:pt>
                <c:pt idx="169">
                  <c:v>0.98968074867259426</c:v>
                </c:pt>
                <c:pt idx="170">
                  <c:v>0.99026740525558521</c:v>
                </c:pt>
                <c:pt idx="171">
                  <c:v>0.99083690716273443</c:v>
                </c:pt>
                <c:pt idx="172">
                  <c:v>0.9913893598631266</c:v>
                </c:pt>
                <c:pt idx="173">
                  <c:v>0.99192486308706029</c:v>
                </c:pt>
                <c:pt idx="174">
                  <c:v>0.9924435105307251</c:v>
                </c:pt>
                <c:pt idx="175">
                  <c:v>0.99294538951296307</c:v>
                </c:pt>
                <c:pt idx="176">
                  <c:v>0.99343058057560563</c:v>
                </c:pt>
                <c:pt idx="177">
                  <c:v>0.99389915701690867</c:v>
                </c:pt>
                <c:pt idx="178">
                  <c:v>0.99435118434508118</c:v>
                </c:pt>
                <c:pt idx="179">
                  <c:v>0.99478671963562371</c:v>
                </c:pt>
                <c:pt idx="180">
                  <c:v>0.99520581077190373</c:v>
                </c:pt>
                <c:pt idx="181">
                  <c:v>0.99560849554270547</c:v>
                </c:pt>
                <c:pt idx="182">
                  <c:v>0.99599480056285472</c:v>
                </c:pt>
                <c:pt idx="183">
                  <c:v>0.99636473997262964</c:v>
                </c:pt>
                <c:pt idx="184">
                  <c:v>0.99671831385729726</c:v>
                </c:pt>
                <c:pt idx="185">
                  <c:v>0.99705550630792283</c:v>
                </c:pt>
                <c:pt idx="186">
                  <c:v>0.99737628301565451</c:v>
                </c:pt>
                <c:pt idx="187">
                  <c:v>0.99768058824934025</c:v>
                </c:pt>
                <c:pt idx="188">
                  <c:v>0.99796834100284826</c:v>
                </c:pt>
                <c:pt idx="189">
                  <c:v>0.9982394300006997</c:v>
                </c:pt>
                <c:pt idx="190">
                  <c:v>0.99849370709526342</c:v>
                </c:pt>
                <c:pt idx="191">
                  <c:v>0.99873097833279101</c:v>
                </c:pt>
                <c:pt idx="192">
                  <c:v>0.99895099152543898</c:v>
                </c:pt>
                <c:pt idx="193">
                  <c:v>0.99915341837006488</c:v>
                </c:pt>
                <c:pt idx="194">
                  <c:v>0.99933782762129741</c:v>
                </c:pt>
                <c:pt idx="195">
                  <c:v>0.99950364263571145</c:v>
                </c:pt>
                <c:pt idx="196">
                  <c:v>0.99965006926268229</c:v>
                </c:pt>
                <c:pt idx="197">
                  <c:v>0.99977596070048314</c:v>
                </c:pt>
                <c:pt idx="198">
                  <c:v>0.99987952364607913</c:v>
                </c:pt>
                <c:pt idx="199">
                  <c:v>0.99995748969974751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BB6-4FEF-AFF8-B063F96A483E}"/>
            </c:ext>
          </c:extLst>
        </c:ser>
        <c:ser>
          <c:idx val="7"/>
          <c:order val="2"/>
          <c:tx>
            <c:v>AUC=0.8000   2-D CapsNet</c:v>
          </c:tx>
          <c:spPr>
            <a:ln w="12700">
              <a:solidFill>
                <a:schemeClr val="accent4"/>
              </a:solidFill>
              <a:prstDash val="lgDashDot"/>
            </a:ln>
          </c:spPr>
          <c:marker>
            <c:symbol val="none"/>
          </c:marker>
          <c:xVal>
            <c:numRef>
              <c:f>'2D'!$A$6:$A$206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'2D'!$I$6:$I$206</c:f>
              <c:numCache>
                <c:formatCode>General</c:formatCode>
                <c:ptCount val="201"/>
                <c:pt idx="0">
                  <c:v>0</c:v>
                </c:pt>
                <c:pt idx="1">
                  <c:v>9.8521903838845442E-3</c:v>
                </c:pt>
                <c:pt idx="2">
                  <c:v>2.5009608148478107E-2</c:v>
                </c:pt>
                <c:pt idx="3">
                  <c:v>4.2110527921027249E-2</c:v>
                </c:pt>
                <c:pt idx="4">
                  <c:v>6.0195022884006209E-2</c:v>
                </c:pt>
                <c:pt idx="5">
                  <c:v>7.8795980514294997E-2</c:v>
                </c:pt>
                <c:pt idx="6">
                  <c:v>9.7644080092716537E-2</c:v>
                </c:pt>
                <c:pt idx="7">
                  <c:v>0.11656925894035836</c:v>
                </c:pt>
                <c:pt idx="8">
                  <c:v>0.13545792515062177</c:v>
                </c:pt>
                <c:pt idx="9">
                  <c:v>0.15423135554616985</c:v>
                </c:pt>
                <c:pt idx="10">
                  <c:v>0.17283364057786577</c:v>
                </c:pt>
                <c:pt idx="11">
                  <c:v>0.19122445442378555</c:v>
                </c:pt>
                <c:pt idx="12">
                  <c:v>0.20937447596735106</c:v>
                </c:pt>
                <c:pt idx="13">
                  <c:v>0.22726236195605712</c:v>
                </c:pt>
                <c:pt idx="14">
                  <c:v>0.24487267602662915</c:v>
                </c:pt>
                <c:pt idx="15">
                  <c:v>0.26219443099222145</c:v>
                </c:pt>
                <c:pt idx="16">
                  <c:v>0.27922003818183805</c:v>
                </c:pt>
                <c:pt idx="17">
                  <c:v>0.29594453481027433</c:v>
                </c:pt>
                <c:pt idx="18">
                  <c:v>0.31236500595686328</c:v>
                </c:pt>
                <c:pt idx="19">
                  <c:v>0.32848014567266193</c:v>
                </c:pt>
                <c:pt idx="20">
                  <c:v>0.34428991940420417</c:v>
                </c:pt>
                <c:pt idx="21">
                  <c:v>0.35979530140505928</c:v>
                </c:pt>
                <c:pt idx="22">
                  <c:v>0.37499806845150363</c:v>
                </c:pt>
                <c:pt idx="23">
                  <c:v>0.38990063637839323</c:v>
                </c:pt>
                <c:pt idx="24">
                  <c:v>0.40450592955594117</c:v>
                </c:pt>
                <c:pt idx="25">
                  <c:v>0.41881727597008345</c:v>
                </c:pt>
                <c:pt idx="26">
                  <c:v>0.43283832238962971</c:v>
                </c:pt>
                <c:pt idx="27">
                  <c:v>0.44657296542561159</c:v>
                </c:pt>
                <c:pt idx="28">
                  <c:v>0.46002529526092489</c:v>
                </c:pt>
                <c:pt idx="29">
                  <c:v>0.47319954955231008</c:v>
                </c:pt>
                <c:pt idx="30">
                  <c:v>0.48610007555134294</c:v>
                </c:pt>
                <c:pt idx="31">
                  <c:v>0.49873129890494688</c:v>
                </c:pt>
                <c:pt idx="32">
                  <c:v>0.51109795170196837</c:v>
                </c:pt>
                <c:pt idx="33">
                  <c:v>0.52320387649792965</c:v>
                </c:pt>
                <c:pt idx="34">
                  <c:v>0.5350538891859169</c:v>
                </c:pt>
                <c:pt idx="35">
                  <c:v>0.54665249738986277</c:v>
                </c:pt>
                <c:pt idx="36">
                  <c:v>0.55800418881295955</c:v>
                </c:pt>
                <c:pt idx="37">
                  <c:v>0.56911342216364513</c:v>
                </c:pt>
                <c:pt idx="38">
                  <c:v>0.57998461960124703</c:v>
                </c:pt>
                <c:pt idx="39">
                  <c:v>0.59062216047827798</c:v>
                </c:pt>
                <c:pt idx="40">
                  <c:v>0.60103037618931276</c:v>
                </c:pt>
                <c:pt idx="41">
                  <c:v>0.61121354596443089</c:v>
                </c:pt>
                <c:pt idx="42">
                  <c:v>0.62117589346905477</c:v>
                </c:pt>
                <c:pt idx="43">
                  <c:v>0.63092158409226662</c:v>
                </c:pt>
                <c:pt idx="44">
                  <c:v>0.64045472282289784</c:v>
                </c:pt>
                <c:pt idx="45">
                  <c:v>0.6497793526272897</c:v>
                </c:pt>
                <c:pt idx="46">
                  <c:v>0.65889945325505883</c:v>
                </c:pt>
                <c:pt idx="47">
                  <c:v>0.66781894040974876</c:v>
                </c:pt>
                <c:pt idx="48">
                  <c:v>0.6765416652302646</c:v>
                </c:pt>
                <c:pt idx="49">
                  <c:v>0.6850714140366464</c:v>
                </c:pt>
                <c:pt idx="50">
                  <c:v>0.69341190830028765</c:v>
                </c:pt>
                <c:pt idx="51">
                  <c:v>0.70156680480430289</c:v>
                </c:pt>
                <c:pt idx="52">
                  <c:v>0.70953969596453725</c:v>
                </c:pt>
                <c:pt idx="53">
                  <c:v>0.71733411028580019</c:v>
                </c:pt>
                <c:pt idx="54">
                  <c:v>0.72495351293145349</c:v>
                </c:pt>
                <c:pt idx="55">
                  <c:v>0.73240130638747436</c:v>
                </c:pt>
                <c:pt idx="56">
                  <c:v>0.73968083120474648</c:v>
                </c:pt>
                <c:pt idx="57">
                  <c:v>0.74679536680554715</c:v>
                </c:pt>
                <c:pt idx="58">
                  <c:v>0.75374813234214577</c:v>
                </c:pt>
                <c:pt idx="59">
                  <c:v>0.76054228759709108</c:v>
                </c:pt>
                <c:pt idx="60">
                  <c:v>0.76718093391620434</c:v>
                </c:pt>
                <c:pt idx="61">
                  <c:v>0.77366711516653774</c:v>
                </c:pt>
                <c:pt idx="62">
                  <c:v>0.78000381871264746</c:v>
                </c:pt>
                <c:pt idx="63">
                  <c:v>0.78619397640545063</c:v>
                </c:pt>
                <c:pt idx="64">
                  <c:v>0.79224046557875583</c:v>
                </c:pt>
                <c:pt idx="65">
                  <c:v>0.79814611004925717</c:v>
                </c:pt>
                <c:pt idx="66">
                  <c:v>0.80391368111638739</c:v>
                </c:pt>
                <c:pt idx="67">
                  <c:v>0.80954589855896375</c:v>
                </c:pt>
                <c:pt idx="68">
                  <c:v>0.81504543162601584</c:v>
                </c:pt>
                <c:pt idx="69">
                  <c:v>0.82041490001958195</c:v>
                </c:pt>
                <c:pt idx="70">
                  <c:v>0.82565687486762074</c:v>
                </c:pt>
                <c:pt idx="71">
                  <c:v>0.83077387968546867</c:v>
                </c:pt>
                <c:pt idx="72">
                  <c:v>0.83576839132455694</c:v>
                </c:pt>
                <c:pt idx="73">
                  <c:v>0.84064284090731412</c:v>
                </c:pt>
                <c:pt idx="74">
                  <c:v>0.84539961474738989</c:v>
                </c:pt>
                <c:pt idx="75">
                  <c:v>0.8500410552545028</c:v>
                </c:pt>
                <c:pt idx="76">
                  <c:v>0.85456946182336124</c:v>
                </c:pt>
                <c:pt idx="77">
                  <c:v>0.85898709170624998</c:v>
                </c:pt>
                <c:pt idx="78">
                  <c:v>0.86329616086896988</c:v>
                </c:pt>
                <c:pt idx="79">
                  <c:v>0.86749884482992534</c:v>
                </c:pt>
                <c:pt idx="80">
                  <c:v>0.87159727948224042</c:v>
                </c:pt>
                <c:pt idx="81">
                  <c:v>0.87559356189884685</c:v>
                </c:pt>
                <c:pt idx="82">
                  <c:v>0.87948975112055805</c:v>
                </c:pt>
                <c:pt idx="83">
                  <c:v>0.88328786892719147</c:v>
                </c:pt>
                <c:pt idx="84">
                  <c:v>0.88698990059185134</c:v>
                </c:pt>
                <c:pt idx="85">
                  <c:v>0.89059779561851449</c:v>
                </c:pt>
                <c:pt idx="86">
                  <c:v>0.89411346846310646</c:v>
                </c:pt>
                <c:pt idx="87">
                  <c:v>0.89753879923826763</c:v>
                </c:pt>
                <c:pt idx="88">
                  <c:v>0.9008756344020471</c:v>
                </c:pt>
                <c:pt idx="89">
                  <c:v>0.90412578743076899</c:v>
                </c:pt>
                <c:pt idx="90">
                  <c:v>0.90729103947633527</c:v>
                </c:pt>
                <c:pt idx="91">
                  <c:v>0.91037314000824487</c:v>
                </c:pt>
                <c:pt idx="92">
                  <c:v>0.91337380744061236</c:v>
                </c:pt>
                <c:pt idx="93">
                  <c:v>0.91629472974448056</c:v>
                </c:pt>
                <c:pt idx="94">
                  <c:v>0.91913756504572519</c:v>
                </c:pt>
                <c:pt idx="95">
                  <c:v>0.92190394220885441</c:v>
                </c:pt>
                <c:pt idx="96">
                  <c:v>0.92459546140700677</c:v>
                </c:pt>
                <c:pt idx="97">
                  <c:v>0.92721369467845194</c:v>
                </c:pt>
                <c:pt idx="98">
                  <c:v>0.92976018646989922</c:v>
                </c:pt>
                <c:pt idx="99">
                  <c:v>0.9322364541669157</c:v>
                </c:pt>
                <c:pt idx="100">
                  <c:v>0.93464398861175513</c:v>
                </c:pt>
                <c:pt idx="101">
                  <c:v>0.93698460062404254</c:v>
                </c:pt>
                <c:pt idx="102">
                  <c:v>0.93926014563306792</c:v>
                </c:pt>
                <c:pt idx="103">
                  <c:v>0.94147193761976722</c:v>
                </c:pt>
                <c:pt idx="104">
                  <c:v>0.94362130738704897</c:v>
                </c:pt>
                <c:pt idx="105">
                  <c:v>0.94570956451275257</c:v>
                </c:pt>
                <c:pt idx="106">
                  <c:v>0.9477379976713215</c:v>
                </c:pt>
                <c:pt idx="107">
                  <c:v>0.94970787495069198</c:v>
                </c:pt>
                <c:pt idx="108">
                  <c:v>0.95162044416439773</c:v>
                </c:pt>
                <c:pt idx="109">
                  <c:v>0.95347693315889603</c:v>
                </c:pt>
                <c:pt idx="110">
                  <c:v>0.95527855011613072</c:v>
                </c:pt>
                <c:pt idx="111">
                  <c:v>0.95702648385134992</c:v>
                </c:pt>
                <c:pt idx="112">
                  <c:v>0.95872190410620295</c:v>
                </c:pt>
                <c:pt idx="113">
                  <c:v>0.96036596183714662</c:v>
                </c:pt>
                <c:pt idx="114">
                  <c:v>0.9619597894991917</c:v>
                </c:pt>
                <c:pt idx="115">
                  <c:v>0.9635045013250273</c:v>
                </c:pt>
                <c:pt idx="116">
                  <c:v>0.96500119359956282</c:v>
                </c:pt>
                <c:pt idx="117">
                  <c:v>0.96645094492992978</c:v>
                </c:pt>
                <c:pt idx="118">
                  <c:v>0.96785481651098704</c:v>
                </c:pt>
                <c:pt idx="119">
                  <c:v>0.96921385238637958</c:v>
                </c:pt>
                <c:pt idx="120">
                  <c:v>0.97052907970519553</c:v>
                </c:pt>
                <c:pt idx="121">
                  <c:v>0.97180150897427409</c:v>
                </c:pt>
                <c:pt idx="122">
                  <c:v>0.97303213430621682</c:v>
                </c:pt>
                <c:pt idx="123">
                  <c:v>0.97422193366315157</c:v>
                </c:pt>
                <c:pt idx="124">
                  <c:v>0.97537186909630635</c:v>
                </c:pt>
                <c:pt idx="125">
                  <c:v>0.97648288698144381</c:v>
                </c:pt>
                <c:pt idx="126">
                  <c:v>0.97755591825021426</c:v>
                </c:pt>
                <c:pt idx="127">
                  <c:v>0.97859187861747898</c:v>
                </c:pt>
                <c:pt idx="128">
                  <c:v>0.97959166880466164</c:v>
                </c:pt>
                <c:pt idx="129">
                  <c:v>0.98055617475918122</c:v>
                </c:pt>
                <c:pt idx="130">
                  <c:v>0.98148626787002236</c:v>
                </c:pt>
                <c:pt idx="131">
                  <c:v>0.98238280517949816</c:v>
                </c:pt>
                <c:pt idx="132">
                  <c:v>0.98324662959125986</c:v>
                </c:pt>
                <c:pt idx="133">
                  <c:v>0.98407857007460675</c:v>
                </c:pt>
                <c:pt idx="134">
                  <c:v>0.98487944186515286</c:v>
                </c:pt>
                <c:pt idx="135">
                  <c:v>0.98565004666189981</c:v>
                </c:pt>
                <c:pt idx="136">
                  <c:v>0.98639117282077193</c:v>
                </c:pt>
                <c:pt idx="137">
                  <c:v>0.98710359554466365</c:v>
                </c:pt>
                <c:pt idx="138">
                  <c:v>0.98778807707005056</c:v>
                </c:pt>
                <c:pt idx="139">
                  <c:v>0.98844536685021556</c:v>
                </c:pt>
                <c:pt idx="140">
                  <c:v>0.98907620173513733</c:v>
                </c:pt>
                <c:pt idx="141">
                  <c:v>0.98968130614809291</c:v>
                </c:pt>
                <c:pt idx="142">
                  <c:v>0.99026139225901888</c:v>
                </c:pt>
                <c:pt idx="143">
                  <c:v>0.99081716015467902</c:v>
                </c:pt>
                <c:pt idx="144">
                  <c:v>0.99134929800568383</c:v>
                </c:pt>
                <c:pt idx="145">
                  <c:v>0.99185848223040685</c:v>
                </c:pt>
                <c:pt idx="146">
                  <c:v>0.99234537765583852</c:v>
                </c:pt>
                <c:pt idx="147">
                  <c:v>0.99281063767542277</c:v>
                </c:pt>
                <c:pt idx="148">
                  <c:v>0.99325490440391384</c:v>
                </c:pt>
                <c:pt idx="149">
                  <c:v>0.99367880882929482</c:v>
                </c:pt>
                <c:pt idx="150">
                  <c:v>0.99408297096179399</c:v>
                </c:pt>
                <c:pt idx="151">
                  <c:v>0.99446799998003754</c:v>
                </c:pt>
                <c:pt idx="152">
                  <c:v>0.99483449437437022</c:v>
                </c:pt>
                <c:pt idx="153">
                  <c:v>0.9951830420873814</c:v>
                </c:pt>
                <c:pt idx="154">
                  <c:v>0.99551422065166473</c:v>
                </c:pt>
                <c:pt idx="155">
                  <c:v>0.99582859732484286</c:v>
                </c:pt>
                <c:pt idx="156">
                  <c:v>0.99612672922188616</c:v>
                </c:pt>
                <c:pt idx="157">
                  <c:v>0.9964091634447495</c:v>
                </c:pt>
                <c:pt idx="158">
                  <c:v>0.99667643720935406</c:v>
                </c:pt>
                <c:pt idx="159">
                  <c:v>0.99692907796993446</c:v>
                </c:pt>
                <c:pt idx="160">
                  <c:v>0.99716760354077205</c:v>
                </c:pt>
                <c:pt idx="161">
                  <c:v>0.99739252221533237</c:v>
                </c:pt>
                <c:pt idx="162">
                  <c:v>0.99760433288282102</c:v>
                </c:pt>
                <c:pt idx="163">
                  <c:v>0.99780352514217252</c:v>
                </c:pt>
                <c:pt idx="164">
                  <c:v>0.99799057941347913</c:v>
                </c:pt>
                <c:pt idx="165">
                  <c:v>0.99816596704686966</c:v>
                </c:pt>
                <c:pt idx="166">
                  <c:v>0.99833015042883944</c:v>
                </c:pt>
                <c:pt idx="167">
                  <c:v>0.99848358308603258</c:v>
                </c:pt>
                <c:pt idx="168">
                  <c:v>0.99862670978647339</c:v>
                </c:pt>
                <c:pt idx="169">
                  <c:v>0.99875996663823874</c:v>
                </c:pt>
                <c:pt idx="170">
                  <c:v>0.99888378118555832</c:v>
                </c:pt>
                <c:pt idx="171">
                  <c:v>0.99899857250232926</c:v>
                </c:pt>
                <c:pt idx="172">
                  <c:v>0.9991047512830189</c:v>
                </c:pt>
                <c:pt idx="173">
                  <c:v>0.99920271993093124</c:v>
                </c:pt>
                <c:pt idx="174">
                  <c:v>0.99929287264380229</c:v>
                </c:pt>
                <c:pt idx="175">
                  <c:v>0.99937559549668342</c:v>
                </c:pt>
                <c:pt idx="176">
                  <c:v>0.99945126652206495</c:v>
                </c:pt>
                <c:pt idx="177">
                  <c:v>0.99952025578718529</c:v>
                </c:pt>
                <c:pt idx="178">
                  <c:v>0.99958292546845939</c:v>
                </c:pt>
                <c:pt idx="179">
                  <c:v>0.99963962992295541</c:v>
                </c:pt>
                <c:pt idx="180">
                  <c:v>0.99969071575683444</c:v>
                </c:pt>
                <c:pt idx="181">
                  <c:v>0.99973652189066176</c:v>
                </c:pt>
                <c:pt idx="182">
                  <c:v>0.99977737962148605</c:v>
                </c:pt>
                <c:pt idx="183">
                  <c:v>0.99981361268157642</c:v>
                </c:pt>
                <c:pt idx="184">
                  <c:v>0.9998455372936973</c:v>
                </c:pt>
                <c:pt idx="185">
                  <c:v>0.99987346222280205</c:v>
                </c:pt>
                <c:pt idx="186">
                  <c:v>0.9998976888240283</c:v>
                </c:pt>
                <c:pt idx="187">
                  <c:v>0.99991851108690011</c:v>
                </c:pt>
                <c:pt idx="188">
                  <c:v>0.99993621567568203</c:v>
                </c:pt>
                <c:pt idx="189">
                  <c:v>0.99995108196591842</c:v>
                </c:pt>
                <c:pt idx="190">
                  <c:v>0.99996338207735047</c:v>
                </c:pt>
                <c:pt idx="191">
                  <c:v>0.99997338090370247</c:v>
                </c:pt>
                <c:pt idx="192">
                  <c:v>0.99998133614037399</c:v>
                </c:pt>
                <c:pt idx="193">
                  <c:v>0.99998749831211275</c:v>
                </c:pt>
                <c:pt idx="194">
                  <c:v>0.99999211080475625</c:v>
                </c:pt>
                <c:pt idx="195">
                  <c:v>0.99999540990925129</c:v>
                </c:pt>
                <c:pt idx="196">
                  <c:v>0.99999762489521593</c:v>
                </c:pt>
                <c:pt idx="197">
                  <c:v>0.99999897815325212</c:v>
                </c:pt>
                <c:pt idx="198">
                  <c:v>0.99999968550689966</c:v>
                </c:pt>
                <c:pt idx="199">
                  <c:v>0.99999995701648869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BB6-4FEF-AFF8-B063F96A483E}"/>
            </c:ext>
          </c:extLst>
        </c:ser>
        <c:ser>
          <c:idx val="2"/>
          <c:order val="3"/>
          <c:tx>
            <c:v>AUC=0.8450   2-D ResNeSt</c:v>
          </c:tx>
          <c:spPr>
            <a:ln w="12700">
              <a:solidFill>
                <a:srgbClr val="92D050"/>
              </a:solidFill>
              <a:prstDash val="lgDashDotDot"/>
            </a:ln>
          </c:spPr>
          <c:marker>
            <c:symbol val="none"/>
          </c:marker>
          <c:xVal>
            <c:numRef>
              <c:f>'2D'!$A$6:$A$206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'2D'!$D$6:$D$206</c:f>
              <c:numCache>
                <c:formatCode>General</c:formatCode>
                <c:ptCount val="201"/>
                <c:pt idx="0">
                  <c:v>0</c:v>
                </c:pt>
                <c:pt idx="1">
                  <c:v>9.1936006576278539E-2</c:v>
                </c:pt>
                <c:pt idx="2">
                  <c:v>0.14594539456333425</c:v>
                </c:pt>
                <c:pt idx="3">
                  <c:v>0.18895259289072042</c:v>
                </c:pt>
                <c:pt idx="4">
                  <c:v>0.22556662522487206</c:v>
                </c:pt>
                <c:pt idx="5">
                  <c:v>0.25779841949515497</c:v>
                </c:pt>
                <c:pt idx="6">
                  <c:v>0.28676066487357887</c:v>
                </c:pt>
                <c:pt idx="7">
                  <c:v>0.31315216502258714</c:v>
                </c:pt>
                <c:pt idx="8">
                  <c:v>0.33744850776795221</c:v>
                </c:pt>
                <c:pt idx="9">
                  <c:v>0.35999199031257584</c:v>
                </c:pt>
                <c:pt idx="10">
                  <c:v>0.38103937735713583</c:v>
                </c:pt>
                <c:pt idx="11">
                  <c:v>0.40078951293754078</c:v>
                </c:pt>
                <c:pt idx="12">
                  <c:v>0.41940034154927575</c:v>
                </c:pt>
                <c:pt idx="13">
                  <c:v>0.43699994174968865</c:v>
                </c:pt>
                <c:pt idx="14">
                  <c:v>0.45369397457761262</c:v>
                </c:pt>
                <c:pt idx="15">
                  <c:v>0.46957088284155291</c:v>
                </c:pt>
                <c:pt idx="16">
                  <c:v>0.48470562385991639</c:v>
                </c:pt>
                <c:pt idx="17">
                  <c:v>0.49916241426878449</c:v>
                </c:pt>
                <c:pt idx="18">
                  <c:v>0.51299702704770822</c:v>
                </c:pt>
                <c:pt idx="19">
                  <c:v>0.52625721820188187</c:v>
                </c:pt>
                <c:pt idx="20">
                  <c:v>0.53898583227057706</c:v>
                </c:pt>
                <c:pt idx="21">
                  <c:v>0.55122048441405536</c:v>
                </c:pt>
                <c:pt idx="22">
                  <c:v>0.5629946310913343</c:v>
                </c:pt>
                <c:pt idx="23">
                  <c:v>0.57433819152730603</c:v>
                </c:pt>
                <c:pt idx="24">
                  <c:v>0.58527805376588893</c:v>
                </c:pt>
                <c:pt idx="25">
                  <c:v>0.59583849062460459</c:v>
                </c:pt>
                <c:pt idx="26">
                  <c:v>0.60604150452428784</c:v>
                </c:pt>
                <c:pt idx="27">
                  <c:v>0.61590711559790301</c:v>
                </c:pt>
                <c:pt idx="28">
                  <c:v>0.6254536041419485</c:v>
                </c:pt>
                <c:pt idx="29">
                  <c:v>0.6346977159998094</c:v>
                </c:pt>
                <c:pt idx="30">
                  <c:v>0.64365483761171616</c:v>
                </c:pt>
                <c:pt idx="31">
                  <c:v>0.65233914606012644</c:v>
                </c:pt>
                <c:pt idx="32">
                  <c:v>0.66076373836272806</c:v>
                </c:pt>
                <c:pt idx="33">
                  <c:v>0.66894074343291454</c:v>
                </c:pt>
                <c:pt idx="34">
                  <c:v>0.6768814194783197</c:v>
                </c:pt>
                <c:pt idx="35">
                  <c:v>0.68459623909741585</c:v>
                </c:pt>
                <c:pt idx="36">
                  <c:v>0.69209496392948533</c:v>
                </c:pt>
                <c:pt idx="37">
                  <c:v>0.69938671039022804</c:v>
                </c:pt>
                <c:pt idx="38">
                  <c:v>0.7064800077656278</c:v>
                </c:pt>
                <c:pt idx="39">
                  <c:v>0.7133828497266701</c:v>
                </c:pt>
                <c:pt idx="40">
                  <c:v>0.72010274015661502</c:v>
                </c:pt>
                <c:pt idx="41">
                  <c:v>0.72664673404265745</c:v>
                </c:pt>
                <c:pt idx="42">
                  <c:v>0.73302147406873908</c:v>
                </c:pt>
                <c:pt idx="43">
                  <c:v>0.7392332234511001</c:v>
                </c:pt>
                <c:pt idx="44">
                  <c:v>0.74528789547909924</c:v>
                </c:pt>
                <c:pt idx="45">
                  <c:v>0.75119108015779268</c:v>
                </c:pt>
                <c:pt idx="46">
                  <c:v>0.75694806829343775</c:v>
                </c:pt>
                <c:pt idx="47">
                  <c:v>0.76256387331647169</c:v>
                </c:pt>
                <c:pt idx="48">
                  <c:v>0.76804325109713623</c:v>
                </c:pt>
                <c:pt idx="49">
                  <c:v>0.77339071797550218</c:v>
                </c:pt>
                <c:pt idx="50">
                  <c:v>0.7786105671991862</c:v>
                </c:pt>
                <c:pt idx="51">
                  <c:v>0.78370688393774379</c:v>
                </c:pt>
                <c:pt idx="52">
                  <c:v>0.78868355902187648</c:v>
                </c:pt>
                <c:pt idx="53">
                  <c:v>0.79354430153765843</c:v>
                </c:pt>
                <c:pt idx="54">
                  <c:v>0.79829265039053887</c:v>
                </c:pt>
                <c:pt idx="55">
                  <c:v>0.80293198494048101</c:v>
                </c:pt>
                <c:pt idx="56">
                  <c:v>0.8074655347980082</c:v>
                </c:pt>
                <c:pt idx="57">
                  <c:v>0.81189638886081794</c:v>
                </c:pt>
                <c:pt idx="58">
                  <c:v>0.81622750366182917</c:v>
                </c:pt>
                <c:pt idx="59">
                  <c:v>0.82046171109182264</c:v>
                </c:pt>
                <c:pt idx="60">
                  <c:v>0.8246017255530893</c:v>
                </c:pt>
                <c:pt idx="61">
                  <c:v>0.82865015059457059</c:v>
                </c:pt>
                <c:pt idx="62">
                  <c:v>0.83260948507376042</c:v>
                </c:pt>
                <c:pt idx="63">
                  <c:v>0.83648212888602669</c:v>
                </c:pt>
                <c:pt idx="64">
                  <c:v>0.84027038829794209</c:v>
                </c:pt>
                <c:pt idx="65">
                  <c:v>0.84397648091760658</c:v>
                </c:pt>
                <c:pt idx="66">
                  <c:v>0.84760254033173876</c:v>
                </c:pt>
                <c:pt idx="67">
                  <c:v>0.85115062043646361</c:v>
                </c:pt>
                <c:pt idx="68">
                  <c:v>0.85462269948619207</c:v>
                </c:pt>
                <c:pt idx="69">
                  <c:v>0.85802068388271324</c:v>
                </c:pt>
                <c:pt idx="70">
                  <c:v>0.86134641172460247</c:v>
                </c:pt>
                <c:pt idx="71">
                  <c:v>0.86460165613522821</c:v>
                </c:pt>
                <c:pt idx="72">
                  <c:v>0.86778812838601438</c:v>
                </c:pt>
                <c:pt idx="73">
                  <c:v>0.8709074808301549</c:v>
                </c:pt>
                <c:pt idx="74">
                  <c:v>0.87396130966065655</c:v>
                </c:pt>
                <c:pt idx="75">
                  <c:v>0.87695115750540431</c:v>
                </c:pt>
                <c:pt idx="76">
                  <c:v>0.87987851587086585</c:v>
                </c:pt>
                <c:pt idx="77">
                  <c:v>0.88274482744509686</c:v>
                </c:pt>
                <c:pt idx="78">
                  <c:v>0.88555148826981878</c:v>
                </c:pt>
                <c:pt idx="79">
                  <c:v>0.88829984979055454</c:v>
                </c:pt>
                <c:pt idx="80">
                  <c:v>0.89099122079309112</c:v>
                </c:pt>
                <c:pt idx="81">
                  <c:v>0.89362686923387369</c:v>
                </c:pt>
                <c:pt idx="82">
                  <c:v>0.89620802397134958</c:v>
                </c:pt>
                <c:pt idx="83">
                  <c:v>0.8987358764047354</c:v>
                </c:pt>
                <c:pt idx="84">
                  <c:v>0.90121158202618457</c:v>
                </c:pt>
                <c:pt idx="85">
                  <c:v>0.90363626189188395</c:v>
                </c:pt>
                <c:pt idx="86">
                  <c:v>0.90601100401719648</c:v>
                </c:pt>
                <c:pt idx="87">
                  <c:v>0.90833686470058583</c:v>
                </c:pt>
                <c:pt idx="88">
                  <c:v>0.91061486978071704</c:v>
                </c:pt>
                <c:pt idx="89">
                  <c:v>0.91284601583081282</c:v>
                </c:pt>
                <c:pt idx="90">
                  <c:v>0.91503127129404427</c:v>
                </c:pt>
                <c:pt idx="91">
                  <c:v>0.91717157756348255</c:v>
                </c:pt>
                <c:pt idx="92">
                  <c:v>0.91926785000988098</c:v>
                </c:pt>
                <c:pt idx="93">
                  <c:v>0.92132097896033549</c:v>
                </c:pt>
                <c:pt idx="94">
                  <c:v>0.9233318306306646</c:v>
                </c:pt>
                <c:pt idx="95">
                  <c:v>0.92530124801415603</c:v>
                </c:pt>
                <c:pt idx="96">
                  <c:v>0.92723005172915118</c:v>
                </c:pt>
                <c:pt idx="97">
                  <c:v>0.9291190408277743</c:v>
                </c:pt>
                <c:pt idx="98">
                  <c:v>0.93096899356796392</c:v>
                </c:pt>
                <c:pt idx="99">
                  <c:v>0.93278066815082195</c:v>
                </c:pt>
                <c:pt idx="100">
                  <c:v>0.93455480342516883</c:v>
                </c:pt>
                <c:pt idx="101">
                  <c:v>0.93629237739385685</c:v>
                </c:pt>
                <c:pt idx="102">
                  <c:v>0.93799441057280242</c:v>
                </c:pt>
                <c:pt idx="103">
                  <c:v>0.93966152540094816</c:v>
                </c:pt>
                <c:pt idx="104">
                  <c:v>0.94129435743993484</c:v>
                </c:pt>
                <c:pt idx="105">
                  <c:v>0.94289352747455402</c:v>
                </c:pt>
                <c:pt idx="106">
                  <c:v>0.94445964197581755</c:v>
                </c:pt>
                <c:pt idx="107">
                  <c:v>0.94599329354574413</c:v>
                </c:pt>
                <c:pt idx="108">
                  <c:v>0.94749506134473904</c:v>
                </c:pt>
                <c:pt idx="109">
                  <c:v>0.9489655115023965</c:v>
                </c:pt>
                <c:pt idx="110">
                  <c:v>0.95040519751250652</c:v>
                </c:pt>
                <c:pt idx="111">
                  <c:v>0.95181466061300513</c:v>
                </c:pt>
                <c:pt idx="112">
                  <c:v>0.95319443015156535</c:v>
                </c:pt>
                <c:pt idx="113">
                  <c:v>0.95454502393748974</c:v>
                </c:pt>
                <c:pt idx="114">
                  <c:v>0.95586694858052734</c:v>
                </c:pt>
                <c:pt idx="115">
                  <c:v>0.95716069981720642</c:v>
                </c:pt>
                <c:pt idx="116">
                  <c:v>0.95842676282524208</c:v>
                </c:pt>
                <c:pt idx="117">
                  <c:v>0.95966561252654825</c:v>
                </c:pt>
                <c:pt idx="118">
                  <c:v>0.96087771387935517</c:v>
                </c:pt>
                <c:pt idx="119">
                  <c:v>0.96206352215990965</c:v>
                </c:pt>
                <c:pt idx="120">
                  <c:v>0.96322348323420814</c:v>
                </c:pt>
                <c:pt idx="121">
                  <c:v>0.9643580338201907</c:v>
                </c:pt>
                <c:pt idx="122">
                  <c:v>0.96546760174080282</c:v>
                </c:pt>
                <c:pt idx="123">
                  <c:v>0.96655260616831096</c:v>
                </c:pt>
                <c:pt idx="124">
                  <c:v>0.96761345786023811</c:v>
                </c:pt>
                <c:pt idx="125">
                  <c:v>0.96865055938726741</c:v>
                </c:pt>
                <c:pt idx="126">
                  <c:v>0.96966430535344594</c:v>
                </c:pt>
                <c:pt idx="127">
                  <c:v>0.97065508260900191</c:v>
                </c:pt>
                <c:pt idx="128">
                  <c:v>0.97162327045607688</c:v>
                </c:pt>
                <c:pt idx="129">
                  <c:v>0.97256924084765628</c:v>
                </c:pt>
                <c:pt idx="130">
                  <c:v>0.9734933585799701</c:v>
                </c:pt>
                <c:pt idx="131">
                  <c:v>0.97439598147862139</c:v>
                </c:pt>
                <c:pt idx="132">
                  <c:v>0.9752774605786898</c:v>
                </c:pt>
                <c:pt idx="133">
                  <c:v>0.97613814029904256</c:v>
                </c:pt>
                <c:pt idx="134">
                  <c:v>0.97697835861107674</c:v>
                </c:pt>
                <c:pt idx="135">
                  <c:v>0.97779844720210485</c:v>
                </c:pt>
                <c:pt idx="136">
                  <c:v>0.97859873163358713</c:v>
                </c:pt>
                <c:pt idx="137">
                  <c:v>0.97937953149440093</c:v>
                </c:pt>
                <c:pt idx="138">
                  <c:v>0.98014116054933287</c:v>
                </c:pt>
                <c:pt idx="139">
                  <c:v>0.98088392688296855</c:v>
                </c:pt>
                <c:pt idx="140">
                  <c:v>0.9816081330391434</c:v>
                </c:pt>
                <c:pt idx="141">
                  <c:v>0.98231407615611732</c:v>
                </c:pt>
                <c:pt idx="142">
                  <c:v>0.98300204809761926</c:v>
                </c:pt>
                <c:pt idx="143">
                  <c:v>0.9836723355799083</c:v>
                </c:pt>
                <c:pt idx="144">
                  <c:v>0.98432522029498482</c:v>
                </c:pt>
                <c:pt idx="145">
                  <c:v>0.98496097903008206</c:v>
                </c:pt>
                <c:pt idx="146">
                  <c:v>0.98557988378355876</c:v>
                </c:pt>
                <c:pt idx="147">
                  <c:v>0.98618220187730943</c:v>
                </c:pt>
                <c:pt idx="148">
                  <c:v>0.98676819606579924</c:v>
                </c:pt>
                <c:pt idx="149">
                  <c:v>0.98733812464182746</c:v>
                </c:pt>
                <c:pt idx="150">
                  <c:v>0.98789224153911381</c:v>
                </c:pt>
                <c:pt idx="151">
                  <c:v>0.98843079643179643</c:v>
                </c:pt>
                <c:pt idx="152">
                  <c:v>0.9889540348309247</c:v>
                </c:pt>
                <c:pt idx="153">
                  <c:v>0.98946219817802172</c:v>
                </c:pt>
                <c:pt idx="154">
                  <c:v>0.98995552393578456</c:v>
                </c:pt>
                <c:pt idx="155">
                  <c:v>0.99043424567598437</c:v>
                </c:pt>
                <c:pt idx="156">
                  <c:v>0.9908985931646177</c:v>
                </c:pt>
                <c:pt idx="157">
                  <c:v>0.99134879244435614</c:v>
                </c:pt>
                <c:pt idx="158">
                  <c:v>0.99178506591432825</c:v>
                </c:pt>
                <c:pt idx="159">
                  <c:v>0.9922076324072614</c:v>
                </c:pt>
                <c:pt idx="160">
                  <c:v>0.99261670726399676</c:v>
                </c:pt>
                <c:pt idx="161">
                  <c:v>0.99301250240538363</c:v>
                </c:pt>
                <c:pt idx="162">
                  <c:v>0.99339522640153965</c:v>
                </c:pt>
                <c:pt idx="163">
                  <c:v>0.99376508453845225</c:v>
                </c:pt>
                <c:pt idx="164">
                  <c:v>0.99412227888187743</c:v>
                </c:pt>
                <c:pt idx="165">
                  <c:v>0.99446700833847068</c:v>
                </c:pt>
                <c:pt idx="166">
                  <c:v>0.99479946871406</c:v>
                </c:pt>
                <c:pt idx="167">
                  <c:v>0.99511985276894499</c:v>
                </c:pt>
                <c:pt idx="168">
                  <c:v>0.99542835027006682</c:v>
                </c:pt>
                <c:pt idx="169">
                  <c:v>0.99572514803985723</c:v>
                </c:pt>
                <c:pt idx="170">
                  <c:v>0.99601043000152079</c:v>
                </c:pt>
                <c:pt idx="171">
                  <c:v>0.99628437722044805</c:v>
                </c:pt>
                <c:pt idx="172">
                  <c:v>0.99654716794137665</c:v>
                </c:pt>
                <c:pt idx="173">
                  <c:v>0.99679897762082992</c:v>
                </c:pt>
                <c:pt idx="174">
                  <c:v>0.99703997895424368</c:v>
                </c:pt>
                <c:pt idx="175">
                  <c:v>0.99727034189704777</c:v>
                </c:pt>
                <c:pt idx="176">
                  <c:v>0.99749023367878309</c:v>
                </c:pt>
                <c:pt idx="177">
                  <c:v>0.99769981880909908</c:v>
                </c:pt>
                <c:pt idx="178">
                  <c:v>0.99789925907417321</c:v>
                </c:pt>
                <c:pt idx="179">
                  <c:v>0.99808871352169215</c:v>
                </c:pt>
                <c:pt idx="180">
                  <c:v>0.9982683384320119</c:v>
                </c:pt>
                <c:pt idx="181">
                  <c:v>0.99843828727241601</c:v>
                </c:pt>
                <c:pt idx="182">
                  <c:v>0.99859871063043804</c:v>
                </c:pt>
                <c:pt idx="183">
                  <c:v>0.99874975612092876</c:v>
                </c:pt>
                <c:pt idx="184">
                  <c:v>0.99889156825973868</c:v>
                </c:pt>
                <c:pt idx="185">
                  <c:v>0.99902428829434775</c:v>
                </c:pt>
                <c:pt idx="186">
                  <c:v>0.99914805397810391</c:v>
                </c:pt>
                <c:pt idx="187">
                  <c:v>0.99926299926934614</c:v>
                </c:pt>
                <c:pt idx="188">
                  <c:v>0.99936925392857534</c:v>
                </c:pt>
                <c:pt idx="189">
                  <c:v>0.9994669429743025</c:v>
                </c:pt>
                <c:pt idx="190">
                  <c:v>0.99955618593823181</c:v>
                </c:pt>
                <c:pt idx="191">
                  <c:v>0.99963709582746219</c:v>
                </c:pt>
                <c:pt idx="192">
                  <c:v>0.99970977764464342</c:v>
                </c:pt>
                <c:pt idx="193">
                  <c:v>0.99977432621435758</c:v>
                </c:pt>
                <c:pt idx="194">
                  <c:v>0.99983082286664937</c:v>
                </c:pt>
                <c:pt idx="195">
                  <c:v>0.99987933011937735</c:v>
                </c:pt>
                <c:pt idx="196">
                  <c:v>0.99991988256499875</c:v>
                </c:pt>
                <c:pt idx="197">
                  <c:v>0.99995246972250496</c:v>
                </c:pt>
                <c:pt idx="198">
                  <c:v>0.9999769988659909</c:v>
                </c:pt>
                <c:pt idx="199">
                  <c:v>0.99999319187689284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7BB6-4FEF-AFF8-B063F96A483E}"/>
            </c:ext>
          </c:extLst>
        </c:ser>
        <c:ser>
          <c:idx val="3"/>
          <c:order val="4"/>
          <c:tx>
            <c:v>AUC=0.7926   2-D ResNeXt</c:v>
          </c:tx>
          <c:spPr>
            <a:ln w="15875">
              <a:solidFill>
                <a:srgbClr val="00B0F0"/>
              </a:solidFill>
              <a:prstDash val="sysDot"/>
            </a:ln>
          </c:spPr>
          <c:marker>
            <c:symbol val="none"/>
          </c:marker>
          <c:xVal>
            <c:numRef>
              <c:f>'2D'!$A$6:$A$206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'2D'!$E$6:$E$206</c:f>
              <c:numCache>
                <c:formatCode>General</c:formatCode>
                <c:ptCount val="201"/>
                <c:pt idx="0">
                  <c:v>0</c:v>
                </c:pt>
                <c:pt idx="1">
                  <c:v>9.8139992645704388E-2</c:v>
                </c:pt>
                <c:pt idx="2">
                  <c:v>0.14479724587389434</c:v>
                </c:pt>
                <c:pt idx="3">
                  <c:v>0.18063907904383969</c:v>
                </c:pt>
                <c:pt idx="4">
                  <c:v>0.21065191542042341</c:v>
                </c:pt>
                <c:pt idx="5">
                  <c:v>0.23684947483674917</c:v>
                </c:pt>
                <c:pt idx="6">
                  <c:v>0.26029174581934195</c:v>
                </c:pt>
                <c:pt idx="7">
                  <c:v>0.2816203421483135</c:v>
                </c:pt>
                <c:pt idx="8">
                  <c:v>0.30125942290648539</c:v>
                </c:pt>
                <c:pt idx="9">
                  <c:v>0.31950707922441118</c:v>
                </c:pt>
                <c:pt idx="10">
                  <c:v>0.33658246839573414</c:v>
                </c:pt>
                <c:pt idx="11">
                  <c:v>0.35265240435792883</c:v>
                </c:pt>
                <c:pt idx="12">
                  <c:v>0.36784740712104641</c:v>
                </c:pt>
                <c:pt idx="13">
                  <c:v>0.38227191621210882</c:v>
                </c:pt>
                <c:pt idx="14">
                  <c:v>0.39601107341569863</c:v>
                </c:pt>
                <c:pt idx="15">
                  <c:v>0.40913538832013174</c:v>
                </c:pt>
                <c:pt idx="16">
                  <c:v>0.42170404360109287</c:v>
                </c:pt>
                <c:pt idx="17">
                  <c:v>0.43376729619669974</c:v>
                </c:pt>
                <c:pt idx="18">
                  <c:v>0.44536825987354112</c:v>
                </c:pt>
                <c:pt idx="19">
                  <c:v>0.45654425377078756</c:v>
                </c:pt>
                <c:pt idx="20">
                  <c:v>0.46732783967628522</c:v>
                </c:pt>
                <c:pt idx="21">
                  <c:v>0.47774763170963264</c:v>
                </c:pt>
                <c:pt idx="22">
                  <c:v>0.48782893670814281</c:v>
                </c:pt>
                <c:pt idx="23">
                  <c:v>0.49759426672763751</c:v>
                </c:pt>
                <c:pt idx="24">
                  <c:v>0.50706403482465578</c:v>
                </c:pt>
                <c:pt idx="25">
                  <c:v>0.51625568782935305</c:v>
                </c:pt>
                <c:pt idx="26">
                  <c:v>0.52518585232095871</c:v>
                </c:pt>
                <c:pt idx="27">
                  <c:v>0.53386932338957138</c:v>
                </c:pt>
                <c:pt idx="28">
                  <c:v>0.54231955687886646</c:v>
                </c:pt>
                <c:pt idx="29">
                  <c:v>0.55054883328235182</c:v>
                </c:pt>
                <c:pt idx="30">
                  <c:v>0.55856839667325087</c:v>
                </c:pt>
                <c:pt idx="31">
                  <c:v>0.56638857317205948</c:v>
                </c:pt>
                <c:pt idx="32">
                  <c:v>0.57401887252463002</c:v>
                </c:pt>
                <c:pt idx="33">
                  <c:v>0.5814680756479963</c:v>
                </c:pt>
                <c:pt idx="34">
                  <c:v>0.58874431044617492</c:v>
                </c:pt>
                <c:pt idx="35">
                  <c:v>0.5958551177641096</c:v>
                </c:pt>
                <c:pt idx="36">
                  <c:v>0.60280750900573976</c:v>
                </c:pt>
                <c:pt idx="37">
                  <c:v>0.60960801667040654</c:v>
                </c:pt>
                <c:pt idx="38">
                  <c:v>0.61626273884444815</c:v>
                </c:pt>
                <c:pt idx="39">
                  <c:v>0.62277737850988268</c:v>
                </c:pt>
                <c:pt idx="40">
                  <c:v>0.62915727839032232</c:v>
                </c:pt>
                <c:pt idx="41">
                  <c:v>0.63540745193881376</c:v>
                </c:pt>
                <c:pt idx="42">
                  <c:v>0.64153261097767267</c:v>
                </c:pt>
                <c:pt idx="43">
                  <c:v>0.6475371904224827</c:v>
                </c:pt>
                <c:pt idx="44">
                  <c:v>0.65342537045795002</c:v>
                </c:pt>
                <c:pt idx="45">
                  <c:v>0.65920109647966796</c:v>
                </c:pt>
                <c:pt idx="46">
                  <c:v>0.6648680970710763</c:v>
                </c:pt>
                <c:pt idx="47">
                  <c:v>0.67042990024732341</c:v>
                </c:pt>
                <c:pt idx="48">
                  <c:v>0.67588984816608821</c:v>
                </c:pt>
                <c:pt idx="49">
                  <c:v>0.68125111047867648</c:v>
                </c:pt>
                <c:pt idx="50">
                  <c:v>0.68651669647198732</c:v>
                </c:pt>
                <c:pt idx="51">
                  <c:v>0.69168946613261384</c:v>
                </c:pt>
                <c:pt idx="52">
                  <c:v>0.69677214024780709</c:v>
                </c:pt>
                <c:pt idx="53">
                  <c:v>0.7017673096438698</c:v>
                </c:pt>
                <c:pt idx="54">
                  <c:v>0.70667744365035579</c:v>
                </c:pt>
                <c:pt idx="55">
                  <c:v>0.71150489786793503</c:v>
                </c:pt>
                <c:pt idx="56">
                  <c:v>0.71625192130869741</c:v>
                </c:pt>
                <c:pt idx="57">
                  <c:v>0.72092066296976653</c:v>
                </c:pt>
                <c:pt idx="58">
                  <c:v>0.72551317789424363</c:v>
                </c:pt>
                <c:pt idx="59">
                  <c:v>0.73003143276751159</c:v>
                </c:pt>
                <c:pt idx="60">
                  <c:v>0.73447731109169168</c:v>
                </c:pt>
                <c:pt idx="61">
                  <c:v>0.73885261797647184</c:v>
                </c:pt>
                <c:pt idx="62">
                  <c:v>0.74315908458048652</c:v>
                </c:pt>
                <c:pt idx="63">
                  <c:v>0.74739837223389305</c:v>
                </c:pt>
                <c:pt idx="64">
                  <c:v>0.75157207626965294</c:v>
                </c:pt>
                <c:pt idx="65">
                  <c:v>0.75568172958827107</c:v>
                </c:pt>
                <c:pt idx="66">
                  <c:v>0.75972880597828918</c:v>
                </c:pt>
                <c:pt idx="67">
                  <c:v>0.76371472321266032</c:v>
                </c:pt>
                <c:pt idx="68">
                  <c:v>0.76764084593920079</c:v>
                </c:pt>
                <c:pt idx="69">
                  <c:v>0.77150848838158614</c:v>
                </c:pt>
                <c:pt idx="70">
                  <c:v>0.77531891686583676</c:v>
                </c:pt>
                <c:pt idx="71">
                  <c:v>0.77907335218584473</c:v>
                </c:pt>
                <c:pt idx="72">
                  <c:v>0.78277297182028538</c:v>
                </c:pt>
                <c:pt idx="73">
                  <c:v>0.78641891201213898</c:v>
                </c:pt>
                <c:pt idx="74">
                  <c:v>0.79001226972106531</c:v>
                </c:pt>
                <c:pt idx="75">
                  <c:v>0.79355410445797903</c:v>
                </c:pt>
                <c:pt idx="76">
                  <c:v>0.79704544001037292</c:v>
                </c:pt>
                <c:pt idx="77">
                  <c:v>0.80048726606621323</c:v>
                </c:pt>
                <c:pt idx="78">
                  <c:v>0.80388053974357354</c:v>
                </c:pt>
                <c:pt idx="79">
                  <c:v>0.80722618703258098</c:v>
                </c:pt>
                <c:pt idx="80">
                  <c:v>0.81052510415571866</c:v>
                </c:pt>
                <c:pt idx="81">
                  <c:v>0.81377815885203586</c:v>
                </c:pt>
                <c:pt idx="82">
                  <c:v>0.81698619159037456</c:v>
                </c:pt>
                <c:pt idx="83">
                  <c:v>0.82015001671632448</c:v>
                </c:pt>
                <c:pt idx="84">
                  <c:v>0.82327042353724911</c:v>
                </c:pt>
                <c:pt idx="85">
                  <c:v>0.82634817734939259</c:v>
                </c:pt>
                <c:pt idx="86">
                  <c:v>0.82938402041077208</c:v>
                </c:pt>
                <c:pt idx="87">
                  <c:v>0.83237867286328493</c:v>
                </c:pt>
                <c:pt idx="88">
                  <c:v>0.83533283360720101</c:v>
                </c:pt>
                <c:pt idx="89">
                  <c:v>0.83824718113098462</c:v>
                </c:pt>
                <c:pt idx="90">
                  <c:v>0.84112237429916636</c:v>
                </c:pt>
                <c:pt idx="91">
                  <c:v>0.8439590531008041</c:v>
                </c:pt>
                <c:pt idx="92">
                  <c:v>0.8467578393608769</c:v>
                </c:pt>
                <c:pt idx="93">
                  <c:v>0.84951933741680197</c:v>
                </c:pt>
                <c:pt idx="94">
                  <c:v>0.85224413476210803</c:v>
                </c:pt>
                <c:pt idx="95">
                  <c:v>0.85493280265915772</c:v>
                </c:pt>
                <c:pt idx="96">
                  <c:v>0.85758589672268282</c:v>
                </c:pt>
                <c:pt idx="97">
                  <c:v>0.86020395747578093</c:v>
                </c:pt>
                <c:pt idx="98">
                  <c:v>0.86278751087990546</c:v>
                </c:pt>
                <c:pt idx="99">
                  <c:v>0.86533706884028383</c:v>
                </c:pt>
                <c:pt idx="100">
                  <c:v>0.86785312968810313</c:v>
                </c:pt>
                <c:pt idx="101">
                  <c:v>0.87033654859088638</c:v>
                </c:pt>
                <c:pt idx="102">
                  <c:v>0.87278826725808156</c:v>
                </c:pt>
                <c:pt idx="103">
                  <c:v>0.87520867516175094</c:v>
                </c:pt>
                <c:pt idx="104">
                  <c:v>0.8775981916332013</c:v>
                </c:pt>
                <c:pt idx="105">
                  <c:v>0.87995722577399216</c:v>
                </c:pt>
                <c:pt idx="106">
                  <c:v>0.88228617676084653</c:v>
                </c:pt>
                <c:pt idx="107">
                  <c:v>0.88458543413761315</c:v>
                </c:pt>
                <c:pt idx="108">
                  <c:v>0.88685537809488169</c:v>
                </c:pt>
                <c:pt idx="109">
                  <c:v>0.88909637973781763</c:v>
                </c:pt>
                <c:pt idx="110">
                  <c:v>0.89130880134274504</c:v>
                </c:pt>
                <c:pt idx="111">
                  <c:v>0.89349299660297776</c:v>
                </c:pt>
                <c:pt idx="112">
                  <c:v>0.89564931086436583</c:v>
                </c:pt>
                <c:pt idx="113">
                  <c:v>0.89777808135099701</c:v>
                </c:pt>
                <c:pt idx="114">
                  <c:v>0.8998796373814657</c:v>
                </c:pt>
                <c:pt idx="115">
                  <c:v>0.90195430057609505</c:v>
                </c:pt>
                <c:pt idx="116">
                  <c:v>0.90400238505547748</c:v>
                </c:pt>
                <c:pt idx="117">
                  <c:v>0.9060241976306711</c:v>
                </c:pt>
                <c:pt idx="118">
                  <c:v>0.90802003798537034</c:v>
                </c:pt>
                <c:pt idx="119">
                  <c:v>0.90999019885035093</c:v>
                </c:pt>
                <c:pt idx="120">
                  <c:v>0.91193496617046388</c:v>
                </c:pt>
                <c:pt idx="121">
                  <c:v>0.91385461926443856</c:v>
                </c:pt>
                <c:pt idx="122">
                  <c:v>0.91574943097773787</c:v>
                </c:pt>
                <c:pt idx="123">
                  <c:v>0.91761966782868409</c:v>
                </c:pt>
                <c:pt idx="124">
                  <c:v>0.91946559014806795</c:v>
                </c:pt>
                <c:pt idx="125">
                  <c:v>0.92128745221242636</c:v>
                </c:pt>
                <c:pt idx="126">
                  <c:v>0.92308550237116549</c:v>
                </c:pt>
                <c:pt idx="127">
                  <c:v>0.92485998316768747</c:v>
                </c:pt>
                <c:pt idx="128">
                  <c:v>0.92661113145466512</c:v>
                </c:pt>
                <c:pt idx="129">
                  <c:v>0.9283391785035906</c:v>
                </c:pt>
                <c:pt idx="130">
                  <c:v>0.93004435010871478</c:v>
                </c:pt>
                <c:pt idx="131">
                  <c:v>0.93172686668547233</c:v>
                </c:pt>
                <c:pt idx="132">
                  <c:v>0.93338694336347905</c:v>
                </c:pt>
                <c:pt idx="133">
                  <c:v>0.93502479007416606</c:v>
                </c:pt>
                <c:pt idx="134">
                  <c:v>0.93664061163310619</c:v>
                </c:pt>
                <c:pt idx="135">
                  <c:v>0.93823460781706769</c:v>
                </c:pt>
                <c:pt idx="136">
                  <c:v>0.9398069734358151</c:v>
                </c:pt>
                <c:pt idx="137">
                  <c:v>0.94135789839866035</c:v>
                </c:pt>
                <c:pt idx="138">
                  <c:v>0.94288756777575089</c:v>
                </c:pt>
                <c:pt idx="139">
                  <c:v>0.94439616185405784</c:v>
                </c:pt>
                <c:pt idx="140">
                  <c:v>0.94588385618801363</c:v>
                </c:pt>
                <c:pt idx="141">
                  <c:v>0.94735082164472184</c:v>
                </c:pt>
                <c:pt idx="142">
                  <c:v>0.94879722444364356</c:v>
                </c:pt>
                <c:pt idx="143">
                  <c:v>0.95022322619063582</c:v>
                </c:pt>
                <c:pt idx="144">
                  <c:v>0.95162898390619466</c:v>
                </c:pt>
                <c:pt idx="145">
                  <c:v>0.95301465004772423</c:v>
                </c:pt>
                <c:pt idx="146">
                  <c:v>0.95438037252562125</c:v>
                </c:pt>
                <c:pt idx="147">
                  <c:v>0.95572629471293069</c:v>
                </c:pt>
                <c:pt idx="148">
                  <c:v>0.95705255544828771</c:v>
                </c:pt>
                <c:pt idx="149">
                  <c:v>0.95835928903181933</c:v>
                </c:pt>
                <c:pt idx="150">
                  <c:v>0.95964662521362964</c:v>
                </c:pt>
                <c:pt idx="151">
                  <c:v>0.96091468917443967</c:v>
                </c:pt>
                <c:pt idx="152">
                  <c:v>0.96216360149789104</c:v>
                </c:pt>
                <c:pt idx="153">
                  <c:v>0.96339347813395404</c:v>
                </c:pt>
                <c:pt idx="154">
                  <c:v>0.96460443035280552</c:v>
                </c:pt>
                <c:pt idx="155">
                  <c:v>0.96579656468844766</c:v>
                </c:pt>
                <c:pt idx="156">
                  <c:v>0.96696998287124403</c:v>
                </c:pt>
                <c:pt idx="157">
                  <c:v>0.96812478174842909</c:v>
                </c:pt>
                <c:pt idx="158">
                  <c:v>0.96926105319151579</c:v>
                </c:pt>
                <c:pt idx="159">
                  <c:v>0.97037888398937056</c:v>
                </c:pt>
                <c:pt idx="160">
                  <c:v>0.97147835572554897</c:v>
                </c:pt>
                <c:pt idx="161">
                  <c:v>0.97255954463827443</c:v>
                </c:pt>
                <c:pt idx="162">
                  <c:v>0.97362252146120132</c:v>
                </c:pt>
                <c:pt idx="163">
                  <c:v>0.97466735124282045</c:v>
                </c:pt>
                <c:pt idx="164">
                  <c:v>0.97569409314202671</c:v>
                </c:pt>
                <c:pt idx="165">
                  <c:v>0.97670280019697342</c:v>
                </c:pt>
                <c:pt idx="166">
                  <c:v>0.97769351906386692</c:v>
                </c:pt>
                <c:pt idx="167">
                  <c:v>0.97866628972178993</c:v>
                </c:pt>
                <c:pt idx="168">
                  <c:v>0.97962114513896648</c:v>
                </c:pt>
                <c:pt idx="169">
                  <c:v>0.98055811089506639</c:v>
                </c:pt>
                <c:pt idx="170">
                  <c:v>0.98147720475315248</c:v>
                </c:pt>
                <c:pt idx="171">
                  <c:v>0.98237843617367082</c:v>
                </c:pt>
                <c:pt idx="172">
                  <c:v>0.98326180576139066</c:v>
                </c:pt>
                <c:pt idx="173">
                  <c:v>0.98412730463437026</c:v>
                </c:pt>
                <c:pt idx="174">
                  <c:v>0.98497491370173229</c:v>
                </c:pt>
                <c:pt idx="175">
                  <c:v>0.9858046028341596</c:v>
                </c:pt>
                <c:pt idx="176">
                  <c:v>0.98661632990739279</c:v>
                </c:pt>
                <c:pt idx="177">
                  <c:v>0.98741003969436791</c:v>
                </c:pt>
                <c:pt idx="178">
                  <c:v>0.98818566257566143</c:v>
                </c:pt>
                <c:pt idx="179">
                  <c:v>0.98894311303013527</c:v>
                </c:pt>
                <c:pt idx="180">
                  <c:v>0.98968228785744183</c:v>
                </c:pt>
                <c:pt idx="181">
                  <c:v>0.99040306407043244</c:v>
                </c:pt>
                <c:pt idx="182">
                  <c:v>0.9911052963771384</c:v>
                </c:pt>
                <c:pt idx="183">
                  <c:v>0.99178881414685438</c:v>
                </c:pt>
                <c:pt idx="184">
                  <c:v>0.99245341771991391</c:v>
                </c:pt>
                <c:pt idx="185">
                  <c:v>0.99309887387132423</c:v>
                </c:pt>
                <c:pt idx="186">
                  <c:v>0.99372491016716802</c:v>
                </c:pt>
                <c:pt idx="187">
                  <c:v>0.99433120784766627</c:v>
                </c:pt>
                <c:pt idx="188">
                  <c:v>0.99491739271221802</c:v>
                </c:pt>
                <c:pt idx="189">
                  <c:v>0.99548302323550564</c:v>
                </c:pt>
                <c:pt idx="190">
                  <c:v>0.99602757474899284</c:v>
                </c:pt>
                <c:pt idx="191">
                  <c:v>0.99655041786532494</c:v>
                </c:pt>
                <c:pt idx="192">
                  <c:v>0.99705078818141679</c:v>
                </c:pt>
                <c:pt idx="193">
                  <c:v>0.99752774220491847</c:v>
                </c:pt>
                <c:pt idx="194">
                  <c:v>0.99798009036654889</c:v>
                </c:pt>
                <c:pt idx="195">
                  <c:v>0.99840628934949105</c:v>
                </c:pt>
                <c:pt idx="196">
                  <c:v>0.99880425573065423</c:v>
                </c:pt>
                <c:pt idx="197">
                  <c:v>0.99917100833212213</c:v>
                </c:pt>
                <c:pt idx="198">
                  <c:v>0.99950186570950728</c:v>
                </c:pt>
                <c:pt idx="199">
                  <c:v>0.99978807469927389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BB6-4FEF-AFF8-B063F96A483E}"/>
            </c:ext>
          </c:extLst>
        </c:ser>
        <c:ser>
          <c:idx val="4"/>
          <c:order val="5"/>
          <c:tx>
            <c:v>AUC=0.7959   2-D ResNet</c:v>
          </c:tx>
          <c:spPr>
            <a:ln w="12700">
              <a:solidFill>
                <a:srgbClr val="3B64AD"/>
              </a:solidFill>
              <a:prstDash val="dashDot"/>
            </a:ln>
          </c:spPr>
          <c:marker>
            <c:symbol val="none"/>
          </c:marker>
          <c:xVal>
            <c:numRef>
              <c:f>'2D'!$A$6:$A$206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'2D'!$F$6:$F$206</c:f>
              <c:numCache>
                <c:formatCode>General</c:formatCode>
                <c:ptCount val="201"/>
                <c:pt idx="0">
                  <c:v>0</c:v>
                </c:pt>
                <c:pt idx="1">
                  <c:v>7.1655208100546292E-2</c:v>
                </c:pt>
                <c:pt idx="2">
                  <c:v>0.11372303166239837</c:v>
                </c:pt>
                <c:pt idx="3">
                  <c:v>0.14772786054579801</c:v>
                </c:pt>
                <c:pt idx="4">
                  <c:v>0.1770816624766357</c:v>
                </c:pt>
                <c:pt idx="5">
                  <c:v>0.20325282405247705</c:v>
                </c:pt>
                <c:pt idx="6">
                  <c:v>0.22704795717814263</c:v>
                </c:pt>
                <c:pt idx="7">
                  <c:v>0.24897143689419127</c:v>
                </c:pt>
                <c:pt idx="8">
                  <c:v>0.26936559913573782</c:v>
                </c:pt>
                <c:pt idx="9">
                  <c:v>0.28847642636517506</c:v>
                </c:pt>
                <c:pt idx="10">
                  <c:v>0.3064882614923104</c:v>
                </c:pt>
                <c:pt idx="11">
                  <c:v>0.3235438022573397</c:v>
                </c:pt>
                <c:pt idx="12">
                  <c:v>0.33975638988825368</c:v>
                </c:pt>
                <c:pt idx="13">
                  <c:v>0.35521795596388367</c:v>
                </c:pt>
                <c:pt idx="14">
                  <c:v>0.37000437673366904</c:v>
                </c:pt>
                <c:pt idx="15">
                  <c:v>0.38417920479310314</c:v>
                </c:pt>
                <c:pt idx="16">
                  <c:v>0.39779634477097797</c:v>
                </c:pt>
                <c:pt idx="17">
                  <c:v>0.41090201882567967</c:v>
                </c:pt>
                <c:pt idx="18">
                  <c:v>0.42353624089119096</c:v>
                </c:pt>
                <c:pt idx="19">
                  <c:v>0.43573394274744021</c:v>
                </c:pt>
                <c:pt idx="20">
                  <c:v>0.4475258480137545</c:v>
                </c:pt>
                <c:pt idx="21">
                  <c:v>0.45893916018374764</c:v>
                </c:pt>
                <c:pt idx="22">
                  <c:v>0.46999811117066731</c:v>
                </c:pt>
                <c:pt idx="23">
                  <c:v>0.48072440364712143</c:v>
                </c:pt>
                <c:pt idx="24">
                  <c:v>0.49113757142758568</c:v>
                </c:pt>
                <c:pt idx="25">
                  <c:v>0.50125557504814466</c:v>
                </c:pt>
                <c:pt idx="26">
                  <c:v>0.51109380531143789</c:v>
                </c:pt>
                <c:pt idx="27">
                  <c:v>0.52066714945432269</c:v>
                </c:pt>
                <c:pt idx="28">
                  <c:v>0.52998897184357485</c:v>
                </c:pt>
                <c:pt idx="29">
                  <c:v>0.53907153196417401</c:v>
                </c:pt>
                <c:pt idx="30">
                  <c:v>0.54792611005253633</c:v>
                </c:pt>
                <c:pt idx="31">
                  <c:v>0.55656311475474729</c:v>
                </c:pt>
                <c:pt idx="32">
                  <c:v>0.56499217587895711</c:v>
                </c:pt>
                <c:pt idx="33">
                  <c:v>0.57322222470706441</c:v>
                </c:pt>
                <c:pt idx="34">
                  <c:v>0.58126156386047356</c:v>
                </c:pt>
                <c:pt idx="35">
                  <c:v>0.58911792834540666</c:v>
                </c:pt>
                <c:pt idx="36">
                  <c:v>0.59679853911099001</c:v>
                </c:pt>
                <c:pt idx="37">
                  <c:v>0.60431015022028922</c:v>
                </c:pt>
                <c:pt idx="38">
                  <c:v>0.61165909054744039</c:v>
                </c:pt>
                <c:pt idx="39">
                  <c:v>0.61885130076282691</c:v>
                </c:pt>
                <c:pt idx="40">
                  <c:v>0.62589236624540878</c:v>
                </c:pt>
                <c:pt idx="41">
                  <c:v>0.63278754646079105</c:v>
                </c:pt>
                <c:pt idx="42">
                  <c:v>0.63954180126103677</c:v>
                </c:pt>
                <c:pt idx="43">
                  <c:v>0.64615981449393578</c:v>
                </c:pt>
                <c:pt idx="44">
                  <c:v>0.65264601525274957</c:v>
                </c:pt>
                <c:pt idx="45">
                  <c:v>0.65900459705015346</c:v>
                </c:pt>
                <c:pt idx="46">
                  <c:v>0.66523953516043743</c:v>
                </c:pt>
                <c:pt idx="47">
                  <c:v>0.67135460234067923</c:v>
                </c:pt>
                <c:pt idx="48">
                  <c:v>0.67735338311340643</c:v>
                </c:pt>
                <c:pt idx="49">
                  <c:v>0.68323928676934975</c:v>
                </c:pt>
                <c:pt idx="50">
                  <c:v>0.68901555922854363</c:v>
                </c:pt>
                <c:pt idx="51">
                  <c:v>0.69468529388063915</c:v>
                </c:pt>
                <c:pt idx="52">
                  <c:v>0.70025144151038965</c:v>
                </c:pt>
                <c:pt idx="53">
                  <c:v>0.70571681940144726</c:v>
                </c:pt>
                <c:pt idx="54">
                  <c:v>0.71108411970057583</c:v>
                </c:pt>
                <c:pt idx="55">
                  <c:v>0.7163559171147964</c:v>
                </c:pt>
                <c:pt idx="56">
                  <c:v>0.72153467600571108</c:v>
                </c:pt>
                <c:pt idx="57">
                  <c:v>0.72662275693801781</c:v>
                </c:pt>
                <c:pt idx="58">
                  <c:v>0.73162242273294598</c:v>
                </c:pt>
                <c:pt idx="59">
                  <c:v>0.73653584407183648</c:v>
                </c:pt>
                <c:pt idx="60">
                  <c:v>0.74136510469026651</c:v>
                </c:pt>
                <c:pt idx="61">
                  <c:v>0.74611220619888252</c:v>
                </c:pt>
                <c:pt idx="62">
                  <c:v>0.75077907256337806</c:v>
                </c:pt>
                <c:pt idx="63">
                  <c:v>0.75536755427275415</c:v>
                </c:pt>
                <c:pt idx="64">
                  <c:v>0.75987943222209275</c:v>
                </c:pt>
                <c:pt idx="65">
                  <c:v>0.76431642133349631</c:v>
                </c:pt>
                <c:pt idx="66">
                  <c:v>0.76868017393654842</c:v>
                </c:pt>
                <c:pt idx="67">
                  <c:v>0.77297228292762266</c:v>
                </c:pt>
                <c:pt idx="68">
                  <c:v>0.77719428472554142</c:v>
                </c:pt>
                <c:pt idx="69">
                  <c:v>0.78134766203947337</c:v>
                </c:pt>
                <c:pt idx="70">
                  <c:v>0.78543384646350434</c:v>
                </c:pt>
                <c:pt idx="71">
                  <c:v>0.78945422091101758</c:v>
                </c:pt>
                <c:pt idx="72">
                  <c:v>0.79341012190085336</c:v>
                </c:pt>
                <c:pt idx="73">
                  <c:v>0.79730284170617727</c:v>
                </c:pt>
                <c:pt idx="74">
                  <c:v>0.80113363037603025</c:v>
                </c:pt>
                <c:pt idx="75">
                  <c:v>0.8049036976386994</c:v>
                </c:pt>
                <c:pt idx="76">
                  <c:v>0.80861421469526773</c:v>
                </c:pt>
                <c:pt idx="77">
                  <c:v>0.81226631591101817</c:v>
                </c:pt>
                <c:pt idx="78">
                  <c:v>0.81586110041172999</c:v>
                </c:pt>
                <c:pt idx="79">
                  <c:v>0.81939963359134349</c:v>
                </c:pt>
                <c:pt idx="80">
                  <c:v>0.82288294853695132</c:v>
                </c:pt>
                <c:pt idx="81">
                  <c:v>0.82631204737660024</c:v>
                </c:pt>
                <c:pt idx="82">
                  <c:v>0.82968790255496461</c:v>
                </c:pt>
                <c:pt idx="83">
                  <c:v>0.83301145804156518</c:v>
                </c:pt>
                <c:pt idx="84">
                  <c:v>0.83628363047584586</c:v>
                </c:pt>
                <c:pt idx="85">
                  <c:v>0.83950531025309916</c:v>
                </c:pt>
                <c:pt idx="86">
                  <c:v>0.84267736255494285</c:v>
                </c:pt>
                <c:pt idx="87">
                  <c:v>0.84580062832776148</c:v>
                </c:pt>
                <c:pt idx="88">
                  <c:v>0.84887592521229771</c:v>
                </c:pt>
                <c:pt idx="89">
                  <c:v>0.85190404842733713</c:v>
                </c:pt>
                <c:pt idx="90">
                  <c:v>0.85488577161022394</c:v>
                </c:pt>
                <c:pt idx="91">
                  <c:v>0.8578218476167585</c:v>
                </c:pt>
                <c:pt idx="92">
                  <c:v>0.86071300928284189</c:v>
                </c:pt>
                <c:pt idx="93">
                  <c:v>0.86355997015007746</c:v>
                </c:pt>
                <c:pt idx="94">
                  <c:v>0.8663634251573844</c:v>
                </c:pt>
                <c:pt idx="95">
                  <c:v>0.86912405130054282</c:v>
                </c:pt>
                <c:pt idx="96">
                  <c:v>0.87184250826146115</c:v>
                </c:pt>
                <c:pt idx="97">
                  <c:v>0.874519439008837</c:v>
                </c:pt>
                <c:pt idx="98">
                  <c:v>0.8771554703717781</c:v>
                </c:pt>
                <c:pt idx="99">
                  <c:v>0.8797512135878417</c:v>
                </c:pt>
                <c:pt idx="100">
                  <c:v>0.88230726482686439</c:v>
                </c:pt>
                <c:pt idx="101">
                  <c:v>0.88482458027244892</c:v>
                </c:pt>
                <c:pt idx="102">
                  <c:v>0.8873041988765793</c:v>
                </c:pt>
                <c:pt idx="103">
                  <c:v>0.88974659731610051</c:v>
                </c:pt>
                <c:pt idx="104">
                  <c:v>0.89215228155961979</c:v>
                </c:pt>
                <c:pt idx="105">
                  <c:v>0.89452174620911984</c:v>
                </c:pt>
                <c:pt idx="106">
                  <c:v>0.89685547483202943</c:v>
                </c:pt>
                <c:pt idx="107">
                  <c:v>0.89915394027996176</c:v>
                </c:pt>
                <c:pt idx="108">
                  <c:v>0.90141760499473822</c:v>
                </c:pt>
                <c:pt idx="109">
                  <c:v>0.90364692130227053</c:v>
                </c:pt>
                <c:pt idx="110">
                  <c:v>0.90584233169484907</c:v>
                </c:pt>
                <c:pt idx="111">
                  <c:v>0.90800426910235033</c:v>
                </c:pt>
                <c:pt idx="112">
                  <c:v>0.91013315715284338</c:v>
                </c:pt>
                <c:pt idx="113">
                  <c:v>0.91222941042305361</c:v>
                </c:pt>
                <c:pt idx="114">
                  <c:v>0.91429343467911206</c:v>
                </c:pt>
                <c:pt idx="115">
                  <c:v>0.91632562710799204</c:v>
                </c:pt>
                <c:pt idx="116">
                  <c:v>0.91832637654001736</c:v>
                </c:pt>
                <c:pt idx="117">
                  <c:v>0.92029606366279859</c:v>
                </c:pt>
                <c:pt idx="118">
                  <c:v>0.92223506122693388</c:v>
                </c:pt>
                <c:pt idx="119">
                  <c:v>0.92414373424379637</c:v>
                </c:pt>
                <c:pt idx="120">
                  <c:v>0.92602244017570101</c:v>
                </c:pt>
                <c:pt idx="121">
                  <c:v>0.92787152911873738</c:v>
                </c:pt>
                <c:pt idx="122">
                  <c:v>0.92969134397852848</c:v>
                </c:pt>
                <c:pt idx="123">
                  <c:v>0.93148222063916486</c:v>
                </c:pt>
                <c:pt idx="124">
                  <c:v>0.93324448812554373</c:v>
                </c:pt>
                <c:pt idx="125">
                  <c:v>0.93497846875933255</c:v>
                </c:pt>
                <c:pt idx="126">
                  <c:v>0.93668447830875479</c:v>
                </c:pt>
                <c:pt idx="127">
                  <c:v>0.93836282613238819</c:v>
                </c:pt>
                <c:pt idx="128">
                  <c:v>0.94001381531715078</c:v>
                </c:pt>
                <c:pt idx="129">
                  <c:v>0.94163774281063017</c:v>
                </c:pt>
                <c:pt idx="130">
                  <c:v>0.94323489954790796</c:v>
                </c:pt>
                <c:pt idx="131">
                  <c:v>0.94480557057301229</c:v>
                </c:pt>
                <c:pt idx="132">
                  <c:v>0.94635003515511851</c:v>
                </c:pt>
                <c:pt idx="133">
                  <c:v>0.94786856689960852</c:v>
                </c:pt>
                <c:pt idx="134">
                  <c:v>0.94936143385408334</c:v>
                </c:pt>
                <c:pt idx="135">
                  <c:v>0.950828898609413</c:v>
                </c:pt>
                <c:pt idx="136">
                  <c:v>0.95227121839589224</c:v>
                </c:pt>
                <c:pt idx="137">
                  <c:v>0.95368864517455954</c:v>
                </c:pt>
                <c:pt idx="138">
                  <c:v>0.95508142572372201</c:v>
                </c:pt>
                <c:pt idx="139">
                  <c:v>0.95644980172071448</c:v>
                </c:pt>
                <c:pt idx="140">
                  <c:v>0.95779400981890661</c:v>
                </c:pt>
                <c:pt idx="141">
                  <c:v>0.95911428171995661</c:v>
                </c:pt>
                <c:pt idx="142">
                  <c:v>0.96041084424129319</c:v>
                </c:pt>
                <c:pt idx="143">
                  <c:v>0.96168391937878983</c:v>
                </c:pt>
                <c:pt idx="144">
                  <c:v>0.9629337243645778</c:v>
                </c:pt>
                <c:pt idx="145">
                  <c:v>0.96416047171992347</c:v>
                </c:pt>
                <c:pt idx="146">
                  <c:v>0.96536436930307401</c:v>
                </c:pt>
                <c:pt idx="147">
                  <c:v>0.96654562035195146</c:v>
                </c:pt>
                <c:pt idx="148">
                  <c:v>0.9677044235215494</c:v>
                </c:pt>
                <c:pt idx="149">
                  <c:v>0.96884097291586002</c:v>
                </c:pt>
                <c:pt idx="150">
                  <c:v>0.96995545811412254</c:v>
                </c:pt>
                <c:pt idx="151">
                  <c:v>0.97104806419115508</c:v>
                </c:pt>
                <c:pt idx="152">
                  <c:v>0.97211897173148776</c:v>
                </c:pt>
                <c:pt idx="153">
                  <c:v>0.97316835683697378</c:v>
                </c:pt>
                <c:pt idx="154">
                  <c:v>0.97419639112750422</c:v>
                </c:pt>
                <c:pt idx="155">
                  <c:v>0.97520324173439565</c:v>
                </c:pt>
                <c:pt idx="156">
                  <c:v>0.97618907128595633</c:v>
                </c:pt>
                <c:pt idx="157">
                  <c:v>0.97715403788466426</c:v>
                </c:pt>
                <c:pt idx="158">
                  <c:v>0.97809829507530488</c:v>
                </c:pt>
                <c:pt idx="159">
                  <c:v>0.97902199180332161</c:v>
                </c:pt>
                <c:pt idx="160">
                  <c:v>0.97992527236251903</c:v>
                </c:pt>
                <c:pt idx="161">
                  <c:v>0.98080827633113254</c:v>
                </c:pt>
                <c:pt idx="162">
                  <c:v>0.98167113849512433</c:v>
                </c:pt>
                <c:pt idx="163">
                  <c:v>0.98251398875739193</c:v>
                </c:pt>
                <c:pt idx="164">
                  <c:v>0.98333695203136706</c:v>
                </c:pt>
                <c:pt idx="165">
                  <c:v>0.9841401481172416</c:v>
                </c:pt>
                <c:pt idx="166">
                  <c:v>0.98492369155876314</c:v>
                </c:pt>
                <c:pt idx="167">
                  <c:v>0.98568769147820323</c:v>
                </c:pt>
                <c:pt idx="168">
                  <c:v>0.98643225138668533</c:v>
                </c:pt>
                <c:pt idx="169">
                  <c:v>0.98715746896656431</c:v>
                </c:pt>
                <c:pt idx="170">
                  <c:v>0.98786343582194591</c:v>
                </c:pt>
                <c:pt idx="171">
                  <c:v>0.98855023719270729</c:v>
                </c:pt>
                <c:pt idx="172">
                  <c:v>0.98921795162647741</c:v>
                </c:pt>
                <c:pt idx="173">
                  <c:v>0.9898666506019328</c:v>
                </c:pt>
                <c:pt idx="174">
                  <c:v>0.99049639809539325</c:v>
                </c:pt>
                <c:pt idx="175">
                  <c:v>0.99110725008097855</c:v>
                </c:pt>
                <c:pt idx="176">
                  <c:v>0.99169925395242564</c:v>
                </c:pt>
                <c:pt idx="177">
                  <c:v>0.99227244785190771</c:v>
                </c:pt>
                <c:pt idx="178">
                  <c:v>0.99282685988765829</c:v>
                </c:pt>
                <c:pt idx="179">
                  <c:v>0.99336250721761754</c:v>
                </c:pt>
                <c:pt idx="180">
                  <c:v>0.9938793949703072</c:v>
                </c:pt>
                <c:pt idx="181">
                  <c:v>0.99437751496616678</c:v>
                </c:pt>
                <c:pt idx="182">
                  <c:v>0.9948568441918807</c:v>
                </c:pt>
                <c:pt idx="183">
                  <c:v>0.995317342965643</c:v>
                </c:pt>
                <c:pt idx="184">
                  <c:v>0.99575895271113701</c:v>
                </c:pt>
                <c:pt idx="185">
                  <c:v>0.99618159322963507</c:v>
                </c:pt>
                <c:pt idx="186">
                  <c:v>0.99658515931892877</c:v>
                </c:pt>
                <c:pt idx="187">
                  <c:v>0.99696951652820764</c:v>
                </c:pt>
                <c:pt idx="188">
                  <c:v>0.99733449574857957</c:v>
                </c:pt>
                <c:pt idx="189">
                  <c:v>0.99767988620106274</c:v>
                </c:pt>
                <c:pt idx="190">
                  <c:v>0.99800542616453614</c:v>
                </c:pt>
                <c:pt idx="191">
                  <c:v>0.99831079042424187</c:v>
                </c:pt>
                <c:pt idx="192">
                  <c:v>0.99859557279821443</c:v>
                </c:pt>
                <c:pt idx="193">
                  <c:v>0.9988592609693856</c:v>
                </c:pt>
                <c:pt idx="194">
                  <c:v>0.99910119867170688</c:v>
                </c:pt>
                <c:pt idx="195">
                  <c:v>0.99932052573254204</c:v>
                </c:pt>
                <c:pt idx="196">
                  <c:v>0.99951607598349479</c:v>
                </c:pt>
                <c:pt idx="197">
                  <c:v>0.99968618529314945</c:v>
                </c:pt>
                <c:pt idx="198">
                  <c:v>0.99982827222894943</c:v>
                </c:pt>
                <c:pt idx="199">
                  <c:v>0.99993764709617794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BB6-4FEF-AFF8-B063F96A483E}"/>
            </c:ext>
          </c:extLst>
        </c:ser>
        <c:ser>
          <c:idx val="5"/>
          <c:order val="6"/>
          <c:tx>
            <c:v>AUC=0.7924   2-D Inception</c:v>
          </c:tx>
          <c:spPr>
            <a:ln w="12700">
              <a:solidFill>
                <a:srgbClr val="7030A0"/>
              </a:solidFill>
              <a:prstDash val="dash"/>
            </a:ln>
          </c:spPr>
          <c:marker>
            <c:symbol val="none"/>
          </c:marker>
          <c:xVal>
            <c:numRef>
              <c:f>'2D'!$A$6:$A$206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'2D'!$G$6:$G$206</c:f>
              <c:numCache>
                <c:formatCode>General</c:formatCode>
                <c:ptCount val="201"/>
                <c:pt idx="0">
                  <c:v>0</c:v>
                </c:pt>
                <c:pt idx="1">
                  <c:v>3.8525485519202991E-2</c:v>
                </c:pt>
                <c:pt idx="2">
                  <c:v>7.0082281402359739E-2</c:v>
                </c:pt>
                <c:pt idx="3">
                  <c:v>9.822646958093996E-2</c:v>
                </c:pt>
                <c:pt idx="4">
                  <c:v>0.12402009757147119</c:v>
                </c:pt>
                <c:pt idx="5">
                  <c:v>0.14801155400822633</c:v>
                </c:pt>
                <c:pt idx="6">
                  <c:v>0.17054034335200657</c:v>
                </c:pt>
                <c:pt idx="7">
                  <c:v>0.19183866208621464</c:v>
                </c:pt>
                <c:pt idx="8">
                  <c:v>0.21207582277963646</c:v>
                </c:pt>
                <c:pt idx="9">
                  <c:v>0.23138096550046211</c:v>
                </c:pt>
                <c:pt idx="10">
                  <c:v>0.24985593980590087</c:v>
                </c:pt>
                <c:pt idx="11">
                  <c:v>0.26758317936018072</c:v>
                </c:pt>
                <c:pt idx="12">
                  <c:v>0.28463079689203835</c:v>
                </c:pt>
                <c:pt idx="13">
                  <c:v>0.30105603136911163</c:v>
                </c:pt>
                <c:pt idx="14">
                  <c:v>0.31690766618762978</c:v>
                </c:pt>
                <c:pt idx="15">
                  <c:v>0.33222777700636585</c:v>
                </c:pt>
                <c:pt idx="16">
                  <c:v>0.34705302722904552</c:v>
                </c:pt>
                <c:pt idx="17">
                  <c:v>0.3614156490379592</c:v>
                </c:pt>
                <c:pt idx="18">
                  <c:v>0.37534420020659781</c:v>
                </c:pt>
                <c:pt idx="19">
                  <c:v>0.38886415746377589</c:v>
                </c:pt>
                <c:pt idx="20">
                  <c:v>0.40199838838742291</c:v>
                </c:pt>
                <c:pt idx="21">
                  <c:v>0.41476753147309092</c:v>
                </c:pt>
                <c:pt idx="22">
                  <c:v>0.42719030572659705</c:v>
                </c:pt>
                <c:pt idx="23">
                  <c:v>0.43928376542684955</c:v>
                </c:pt>
                <c:pt idx="24">
                  <c:v>0.45106351170624037</c:v>
                </c:pt>
                <c:pt idx="25">
                  <c:v>0.46254386974276829</c:v>
                </c:pt>
                <c:pt idx="26">
                  <c:v>0.47373803828951827</c:v>
                </c:pt>
                <c:pt idx="27">
                  <c:v>0.48465821674567777</c:v>
                </c:pt>
                <c:pt idx="28">
                  <c:v>0.49531571383929146</c:v>
                </c:pt>
                <c:pt idx="29">
                  <c:v>0.50572132876746756</c:v>
                </c:pt>
                <c:pt idx="30">
                  <c:v>0.51588419883948111</c:v>
                </c:pt>
                <c:pt idx="31">
                  <c:v>0.5258137653269942</c:v>
                </c:pt>
                <c:pt idx="32">
                  <c:v>0.53551858905166216</c:v>
                </c:pt>
                <c:pt idx="33">
                  <c:v>0.54500669672410762</c:v>
                </c:pt>
                <c:pt idx="34">
                  <c:v>0.55428562903529599</c:v>
                </c:pt>
                <c:pt idx="35">
                  <c:v>0.56336248312173298</c:v>
                </c:pt>
                <c:pt idx="36">
                  <c:v>0.57224395020942453</c:v>
                </c:pt>
                <c:pt idx="37">
                  <c:v>0.58093634910615233</c:v>
                </c:pt>
                <c:pt idx="38">
                  <c:v>0.58944565610230315</c:v>
                </c:pt>
                <c:pt idx="39">
                  <c:v>0.59777753175154147</c:v>
                </c:pt>
                <c:pt idx="40">
                  <c:v>0.60593734492986251</c:v>
                </c:pt>
                <c:pt idx="41">
                  <c:v>0.61393019451164044</c:v>
                </c:pt>
                <c:pt idx="42">
                  <c:v>0.62176092895169599</c:v>
                </c:pt>
                <c:pt idx="43">
                  <c:v>0.62943416402112606</c:v>
                </c:pt>
                <c:pt idx="44">
                  <c:v>0.63695429891011823</c:v>
                </c:pt>
                <c:pt idx="45">
                  <c:v>0.64432553088195932</c:v>
                </c:pt>
                <c:pt idx="46">
                  <c:v>0.65155186863796555</c:v>
                </c:pt>
                <c:pt idx="47">
                  <c:v>0.65863714453230948</c:v>
                </c:pt>
                <c:pt idx="48">
                  <c:v>0.66558502575805345</c:v>
                </c:pt>
                <c:pt idx="49">
                  <c:v>0.67239902461061429</c:v>
                </c:pt>
                <c:pt idx="50">
                  <c:v>0.67908250792195479</c:v>
                </c:pt>
                <c:pt idx="51">
                  <c:v>0.68563870574766872</c:v>
                </c:pt>
                <c:pt idx="52">
                  <c:v>0.69207071937951892</c:v>
                </c:pt>
                <c:pt idx="53">
                  <c:v>0.69838152874767856</c:v>
                </c:pt>
                <c:pt idx="54">
                  <c:v>0.70457399926970599</c:v>
                </c:pt>
                <c:pt idx="55">
                  <c:v>0.71065088819698752</c:v>
                </c:pt>
                <c:pt idx="56">
                  <c:v>0.71661485050390117</c:v>
                </c:pt>
                <c:pt idx="57">
                  <c:v>0.72246844436013302</c:v>
                </c:pt>
                <c:pt idx="58">
                  <c:v>0.72821413622236852</c:v>
                </c:pt>
                <c:pt idx="59">
                  <c:v>0.73385430557785658</c:v>
                </c:pt>
                <c:pt idx="60">
                  <c:v>0.73939124936907241</c:v>
                </c:pt>
                <c:pt idx="61">
                  <c:v>0.74482718612580268</c:v>
                </c:pt>
                <c:pt idx="62">
                  <c:v>0.7501642598284165</c:v>
                </c:pt>
                <c:pt idx="63">
                  <c:v>0.75540454352380138</c:v>
                </c:pt>
                <c:pt idx="64">
                  <c:v>0.7605500427134142</c:v>
                </c:pt>
                <c:pt idx="65">
                  <c:v>0.76560269853109753</c:v>
                </c:pt>
                <c:pt idx="66">
                  <c:v>0.77056439072668714</c:v>
                </c:pt>
                <c:pt idx="67">
                  <c:v>0.77543694046999967</c:v>
                </c:pt>
                <c:pt idx="68">
                  <c:v>0.78022211298849253</c:v>
                </c:pt>
                <c:pt idx="69">
                  <c:v>0.78492162005072097</c:v>
                </c:pt>
                <c:pt idx="70">
                  <c:v>0.78953712230668538</c:v>
                </c:pt>
                <c:pt idx="71">
                  <c:v>0.79407023149519784</c:v>
                </c:pt>
                <c:pt idx="72">
                  <c:v>0.79852251252757234</c:v>
                </c:pt>
                <c:pt idx="73">
                  <c:v>0.8028954854561573</c:v>
                </c:pt>
                <c:pt idx="74">
                  <c:v>0.80719062733554126</c:v>
                </c:pt>
                <c:pt idx="75">
                  <c:v>0.81140937398363544</c:v>
                </c:pt>
                <c:pt idx="76">
                  <c:v>0.81555312164925686</c:v>
                </c:pt>
                <c:pt idx="77">
                  <c:v>0.81962322859233061</c:v>
                </c:pt>
                <c:pt idx="78">
                  <c:v>0.82362101658234299</c:v>
                </c:pt>
                <c:pt idx="79">
                  <c:v>0.82754777232025689</c:v>
                </c:pt>
                <c:pt idx="80">
                  <c:v>0.83140474878870452</c:v>
                </c:pt>
                <c:pt idx="81">
                  <c:v>0.83519316653491871</c:v>
                </c:pt>
                <c:pt idx="82">
                  <c:v>0.83891421489052498</c:v>
                </c:pt>
                <c:pt idx="83">
                  <c:v>0.84256905313203456</c:v>
                </c:pt>
                <c:pt idx="84">
                  <c:v>0.84615881158558703</c:v>
                </c:pt>
                <c:pt idx="85">
                  <c:v>0.8496845926792489</c:v>
                </c:pt>
                <c:pt idx="86">
                  <c:v>0.85314747194594198</c:v>
                </c:pt>
                <c:pt idx="87">
                  <c:v>0.85654849897985685</c:v>
                </c:pt>
                <c:pt idx="88">
                  <c:v>0.85988869834902082</c:v>
                </c:pt>
                <c:pt idx="89">
                  <c:v>0.86316907046650115</c:v>
                </c:pt>
                <c:pt idx="90">
                  <c:v>0.86639059242255945</c:v>
                </c:pt>
                <c:pt idx="91">
                  <c:v>0.86955421877992567</c:v>
                </c:pt>
                <c:pt idx="92">
                  <c:v>0.87266088233421202</c:v>
                </c:pt>
                <c:pt idx="93">
                  <c:v>0.87571149484135757</c:v>
                </c:pt>
                <c:pt idx="94">
                  <c:v>0.87870694771387636</c:v>
                </c:pt>
                <c:pt idx="95">
                  <c:v>0.88164811268756593</c:v>
                </c:pt>
                <c:pt idx="96">
                  <c:v>0.88453584246023154</c:v>
                </c:pt>
                <c:pt idx="97">
                  <c:v>0.88737097130388387</c:v>
                </c:pt>
                <c:pt idx="98">
                  <c:v>0.89015431565177938</c:v>
                </c:pt>
                <c:pt idx="99">
                  <c:v>0.89288667466158689</c:v>
                </c:pt>
                <c:pt idx="100">
                  <c:v>0.895568830755892</c:v>
                </c:pt>
                <c:pt idx="101">
                  <c:v>0.89820194132066167</c:v>
                </c:pt>
                <c:pt idx="102">
                  <c:v>0.90078724375048347</c:v>
                </c:pt>
                <c:pt idx="103">
                  <c:v>0.90332538441299581</c:v>
                </c:pt>
                <c:pt idx="104">
                  <c:v>0.90581703968603233</c:v>
                </c:pt>
                <c:pt idx="105">
                  <c:v>0.9082628733530197</c:v>
                </c:pt>
                <c:pt idx="106">
                  <c:v>0.9106635369449837</c:v>
                </c:pt>
                <c:pt idx="107">
                  <c:v>0.91301967007058915</c:v>
                </c:pt>
                <c:pt idx="108">
                  <c:v>0.91533190073473925</c:v>
                </c:pt>
                <c:pt idx="109">
                  <c:v>0.91760084564623712</c:v>
                </c:pt>
                <c:pt idx="110">
                  <c:v>0.91982711051498312</c:v>
                </c:pt>
                <c:pt idx="111">
                  <c:v>0.92201129033915907</c:v>
                </c:pt>
                <c:pt idx="112">
                  <c:v>0.92415396968282526</c:v>
                </c:pt>
                <c:pt idx="113">
                  <c:v>0.92625572294433722</c:v>
                </c:pt>
                <c:pt idx="114">
                  <c:v>0.92831711461596611</c:v>
                </c:pt>
                <c:pt idx="115">
                  <c:v>0.93033869953508852</c:v>
                </c:pt>
                <c:pt idx="116">
                  <c:v>0.9323210231272947</c:v>
                </c:pt>
                <c:pt idx="117">
                  <c:v>0.93426462164174506</c:v>
                </c:pt>
                <c:pt idx="118">
                  <c:v>0.93617002237908986</c:v>
                </c:pt>
                <c:pt idx="119">
                  <c:v>0.93803774391225225</c:v>
                </c:pt>
                <c:pt idx="120">
                  <c:v>0.9398682963003594</c:v>
                </c:pt>
                <c:pt idx="121">
                  <c:v>0.94166218129609458</c:v>
                </c:pt>
                <c:pt idx="122">
                  <c:v>0.94341989254672887</c:v>
                </c:pt>
                <c:pt idx="123">
                  <c:v>0.94514191578907991</c:v>
                </c:pt>
                <c:pt idx="124">
                  <c:v>0.94682872903863335</c:v>
                </c:pt>
                <c:pt idx="125">
                  <c:v>0.94848080277305435</c:v>
                </c:pt>
                <c:pt idx="126">
                  <c:v>0.95009860011029967</c:v>
                </c:pt>
                <c:pt idx="127">
                  <c:v>0.95168257698154035</c:v>
                </c:pt>
                <c:pt idx="128">
                  <c:v>0.95323318229908982</c:v>
                </c:pt>
                <c:pt idx="129">
                  <c:v>0.95475085811952332</c:v>
                </c:pt>
                <c:pt idx="130">
                  <c:v>0.95623603980217065</c:v>
                </c:pt>
                <c:pt idx="131">
                  <c:v>0.95768915616315253</c:v>
                </c:pt>
                <c:pt idx="132">
                  <c:v>0.95911062962512572</c:v>
                </c:pt>
                <c:pt idx="133">
                  <c:v>0.96050087636289305</c:v>
                </c:pt>
                <c:pt idx="134">
                  <c:v>0.96186030644503029</c:v>
                </c:pt>
                <c:pt idx="135">
                  <c:v>0.96318932397167323</c:v>
                </c:pt>
                <c:pt idx="136">
                  <c:v>0.96448832720860345</c:v>
                </c:pt>
                <c:pt idx="137">
                  <c:v>0.96575770871776545</c:v>
                </c:pt>
                <c:pt idx="138">
                  <c:v>0.96699785548434103</c:v>
                </c:pt>
                <c:pt idx="139">
                  <c:v>0.96820914904050437</c:v>
                </c:pt>
                <c:pt idx="140">
                  <c:v>0.9693919655859724</c:v>
                </c:pt>
                <c:pt idx="141">
                  <c:v>0.97054667610546297</c:v>
                </c:pt>
                <c:pt idx="142">
                  <c:v>0.97167364648316779</c:v>
                </c:pt>
                <c:pt idx="143">
                  <c:v>0.97277323761434298</c:v>
                </c:pt>
                <c:pt idx="144">
                  <c:v>0.97384580551411404</c:v>
                </c:pt>
                <c:pt idx="145">
                  <c:v>0.97489170142358994</c:v>
                </c:pt>
                <c:pt idx="146">
                  <c:v>0.97591127191337668</c:v>
                </c:pt>
                <c:pt idx="147">
                  <c:v>0.97690485898457335</c:v>
                </c:pt>
                <c:pt idx="148">
                  <c:v>0.97787280016733513</c:v>
                </c:pt>
                <c:pt idx="149">
                  <c:v>0.97881542861707815</c:v>
                </c:pt>
                <c:pt idx="150">
                  <c:v>0.97973307320840131</c:v>
                </c:pt>
                <c:pt idx="151">
                  <c:v>0.98062605862679364</c:v>
                </c:pt>
                <c:pt idx="152">
                  <c:v>0.98149470545819184</c:v>
                </c:pt>
                <c:pt idx="153">
                  <c:v>0.98233933027645004</c:v>
                </c:pt>
                <c:pt idx="154">
                  <c:v>0.98316024572877625</c:v>
                </c:pt>
                <c:pt idx="155">
                  <c:v>0.98395776061918883</c:v>
                </c:pt>
                <c:pt idx="156">
                  <c:v>0.98473217999003726</c:v>
                </c:pt>
                <c:pt idx="157">
                  <c:v>0.98548380520162959</c:v>
                </c:pt>
                <c:pt idx="158">
                  <c:v>0.98621293401000054</c:v>
                </c:pt>
                <c:pt idx="159">
                  <c:v>0.98691986064284654</c:v>
                </c:pt>
                <c:pt idx="160">
                  <c:v>0.98760487587364987</c:v>
                </c:pt>
                <c:pt idx="161">
                  <c:v>0.98826826709400128</c:v>
                </c:pt>
                <c:pt idx="162">
                  <c:v>0.98891031838412302</c:v>
                </c:pt>
                <c:pt idx="163">
                  <c:v>0.98953131058157962</c:v>
                </c:pt>
                <c:pt idx="164">
                  <c:v>0.99013152134815408</c:v>
                </c:pt>
                <c:pt idx="165">
                  <c:v>0.99071122523484634</c:v>
                </c:pt>
                <c:pt idx="166">
                  <c:v>0.99127069374493249</c:v>
                </c:pt>
                <c:pt idx="167">
                  <c:v>0.9918101953950017</c:v>
                </c:pt>
                <c:pt idx="168">
                  <c:v>0.99232999577385661</c:v>
                </c:pt>
                <c:pt idx="169">
                  <c:v>0.99283035759912697</c:v>
                </c:pt>
                <c:pt idx="170">
                  <c:v>0.99331154077140782</c:v>
                </c:pt>
                <c:pt idx="171">
                  <c:v>0.99377380242567426</c:v>
                </c:pt>
                <c:pt idx="172">
                  <c:v>0.99421739697966294</c:v>
                </c:pt>
                <c:pt idx="173">
                  <c:v>0.99464257617882446</c:v>
                </c:pt>
                <c:pt idx="174">
                  <c:v>0.99504958913734753</c:v>
                </c:pt>
                <c:pt idx="175">
                  <c:v>0.99543868237461897</c:v>
                </c:pt>
                <c:pt idx="176">
                  <c:v>0.99581009984631497</c:v>
                </c:pt>
                <c:pt idx="177">
                  <c:v>0.99616408296909431</c:v>
                </c:pt>
                <c:pt idx="178">
                  <c:v>0.99650087063757575</c:v>
                </c:pt>
                <c:pt idx="179">
                  <c:v>0.99682069923189831</c:v>
                </c:pt>
                <c:pt idx="180">
                  <c:v>0.9971238026136573</c:v>
                </c:pt>
                <c:pt idx="181">
                  <c:v>0.99741041210732184</c:v>
                </c:pt>
                <c:pt idx="182">
                  <c:v>0.99768075646331256</c:v>
                </c:pt>
                <c:pt idx="183">
                  <c:v>0.9979350617976277</c:v>
                </c:pt>
                <c:pt idx="184">
                  <c:v>0.99817355150111042</c:v>
                </c:pt>
                <c:pt idx="185">
                  <c:v>0.99839644610888478</c:v>
                </c:pt>
                <c:pt idx="186">
                  <c:v>0.99860396311677313</c:v>
                </c:pt>
                <c:pt idx="187">
                  <c:v>0.99879631672601343</c:v>
                </c:pt>
                <c:pt idx="188">
                  <c:v>0.9989737174892761</c:v>
                </c:pt>
                <c:pt idx="189">
                  <c:v>0.99913637181805459</c:v>
                </c:pt>
                <c:pt idx="190">
                  <c:v>0.99928448129080671</c:v>
                </c:pt>
                <c:pt idx="191">
                  <c:v>0.99941824166690307</c:v>
                </c:pt>
                <c:pt idx="192">
                  <c:v>0.99953784145213043</c:v>
                </c:pt>
                <c:pt idx="193">
                  <c:v>0.99964345975385338</c:v>
                </c:pt>
                <c:pt idx="194">
                  <c:v>0.99973526295645088</c:v>
                </c:pt>
                <c:pt idx="195">
                  <c:v>0.99981339931658375</c:v>
                </c:pt>
                <c:pt idx="196">
                  <c:v>0.99987798959113305</c:v>
                </c:pt>
                <c:pt idx="197">
                  <c:v>0.99992910923524292</c:v>
                </c:pt>
                <c:pt idx="198">
                  <c:v>0.99996674956927356</c:v>
                </c:pt>
                <c:pt idx="199">
                  <c:v>0.99999070990791061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7BB6-4FEF-AFF8-B063F96A483E}"/>
            </c:ext>
          </c:extLst>
        </c:ser>
        <c:ser>
          <c:idx val="6"/>
          <c:order val="7"/>
          <c:tx>
            <c:v>AUC=0.8449   2-D SE-Net</c:v>
          </c:tx>
          <c:spPr>
            <a:ln w="12700">
              <a:solidFill>
                <a:schemeClr val="accent3"/>
              </a:solidFill>
              <a:prstDash val="lgDash"/>
            </a:ln>
          </c:spPr>
          <c:marker>
            <c:symbol val="none"/>
          </c:marker>
          <c:xVal>
            <c:numRef>
              <c:f>'2D'!$A$6:$A$206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'2D'!$H$6:$H$206</c:f>
              <c:numCache>
                <c:formatCode>General</c:formatCode>
                <c:ptCount val="201"/>
                <c:pt idx="0">
                  <c:v>0</c:v>
                </c:pt>
                <c:pt idx="1">
                  <c:v>8.8936686735801171E-2</c:v>
                </c:pt>
                <c:pt idx="2">
                  <c:v>0.1423281206022631</c:v>
                </c:pt>
                <c:pt idx="3">
                  <c:v>0.1850860897696289</c:v>
                </c:pt>
                <c:pt idx="4">
                  <c:v>0.22161106109506928</c:v>
                </c:pt>
                <c:pt idx="5">
                  <c:v>0.25383964452658531</c:v>
                </c:pt>
                <c:pt idx="6">
                  <c:v>0.28284956611097617</c:v>
                </c:pt>
                <c:pt idx="7">
                  <c:v>0.30932060189698174</c:v>
                </c:pt>
                <c:pt idx="8">
                  <c:v>0.33371699719459025</c:v>
                </c:pt>
                <c:pt idx="9">
                  <c:v>0.35637385363118917</c:v>
                </c:pt>
                <c:pt idx="10">
                  <c:v>0.37754316187369774</c:v>
                </c:pt>
                <c:pt idx="11">
                  <c:v>0.39742049136843355</c:v>
                </c:pt>
                <c:pt idx="12">
                  <c:v>0.41616148350621535</c:v>
                </c:pt>
                <c:pt idx="13">
                  <c:v>0.43389256619891342</c:v>
                </c:pt>
                <c:pt idx="14">
                  <c:v>0.45071820098928317</c:v>
                </c:pt>
                <c:pt idx="15">
                  <c:v>0.46672595070790956</c:v>
                </c:pt>
                <c:pt idx="16">
                  <c:v>0.48199012354544951</c:v>
                </c:pt>
                <c:pt idx="17">
                  <c:v>0.49657445660929883</c:v>
                </c:pt>
                <c:pt idx="18">
                  <c:v>0.51053439154308122</c:v>
                </c:pt>
                <c:pt idx="19">
                  <c:v>0.52391740748717286</c:v>
                </c:pt>
                <c:pt idx="20">
                  <c:v>0.53676616167438729</c:v>
                </c:pt>
                <c:pt idx="21">
                  <c:v>0.54911814095989064</c:v>
                </c:pt>
                <c:pt idx="22">
                  <c:v>0.56100671599049567</c:v>
                </c:pt>
                <c:pt idx="23">
                  <c:v>0.57246175322565174</c:v>
                </c:pt>
                <c:pt idx="24">
                  <c:v>0.58351011373322992</c:v>
                </c:pt>
                <c:pt idx="25">
                  <c:v>0.59417606352167862</c:v>
                </c:pt>
                <c:pt idx="26">
                  <c:v>0.60448161398164912</c:v>
                </c:pt>
                <c:pt idx="27">
                  <c:v>0.61444680654767803</c:v>
                </c:pt>
                <c:pt idx="28">
                  <c:v>0.62408995242610099</c:v>
                </c:pt>
                <c:pt idx="29">
                  <c:v>0.63342783581590578</c:v>
                </c:pt>
                <c:pt idx="30">
                  <c:v>0.64247588723428561</c:v>
                </c:pt>
                <c:pt idx="31">
                  <c:v>0.65124833218202149</c:v>
                </c:pt>
                <c:pt idx="32">
                  <c:v>0.65975831932889784</c:v>
                </c:pt>
                <c:pt idx="33">
                  <c:v>0.66801803158324724</c:v>
                </c:pt>
                <c:pt idx="34">
                  <c:v>0.67603878277274787</c:v>
                </c:pt>
                <c:pt idx="35">
                  <c:v>0.68383110216236231</c:v>
                </c:pt>
                <c:pt idx="36">
                  <c:v>0.69140480863779963</c:v>
                </c:pt>
                <c:pt idx="37">
                  <c:v>0.69876907606538263</c:v>
                </c:pt>
                <c:pt idx="38">
                  <c:v>0.70593249108388467</c:v>
                </c:pt>
                <c:pt idx="39">
                  <c:v>0.71290310437724913</c:v>
                </c:pt>
                <c:pt idx="40">
                  <c:v>0.71968847630887489</c:v>
                </c:pt>
                <c:pt idx="41">
                  <c:v>0.72629571766039902</c:v>
                </c:pt>
                <c:pt idx="42">
                  <c:v>0.73273152610449455</c:v>
                </c:pt>
                <c:pt idx="43">
                  <c:v>0.73900221894739548</c:v>
                </c:pt>
                <c:pt idx="44">
                  <c:v>0.74511376259884354</c:v>
                </c:pt>
                <c:pt idx="45">
                  <c:v>0.75107179916201283</c:v>
                </c:pt>
                <c:pt idx="46">
                  <c:v>0.75688167048132271</c:v>
                </c:pt>
                <c:pt idx="47">
                  <c:v>0.76254843994002086</c:v>
                </c:pt>
                <c:pt idx="48">
                  <c:v>0.76807691226049368</c:v>
                </c:pt>
                <c:pt idx="49">
                  <c:v>0.77347165152723196</c:v>
                </c:pt>
                <c:pt idx="50">
                  <c:v>0.77873699762422754</c:v>
                </c:pt>
                <c:pt idx="51">
                  <c:v>0.78387708125452893</c:v>
                </c:pt>
                <c:pt idx="52">
                  <c:v>0.78889583768904248</c:v>
                </c:pt>
                <c:pt idx="53">
                  <c:v>0.793797019373922</c:v>
                </c:pt>
                <c:pt idx="54">
                  <c:v>0.79858420751057113</c:v>
                </c:pt>
                <c:pt idx="55">
                  <c:v>0.8032608227090221</c:v>
                </c:pt>
                <c:pt idx="56">
                  <c:v>0.8078301348039536</c:v>
                </c:pt>
                <c:pt idx="57">
                  <c:v>0.81229527191259532</c:v>
                </c:pt>
                <c:pt idx="58">
                  <c:v>0.81665922880503228</c:v>
                </c:pt>
                <c:pt idx="59">
                  <c:v>0.82092487464978148</c:v>
                </c:pt>
                <c:pt idx="60">
                  <c:v>0.82509496019081663</c:v>
                </c:pt>
                <c:pt idx="61">
                  <c:v>0.82917212440632504</c:v>
                </c:pt>
                <c:pt idx="62">
                  <c:v>0.8331589006943021</c:v>
                </c:pt>
                <c:pt idx="63">
                  <c:v>0.83705772262550937</c:v>
                </c:pt>
                <c:pt idx="64">
                  <c:v>0.84087092930027285</c:v>
                </c:pt>
                <c:pt idx="65">
                  <c:v>0.84460077034201719</c:v>
                </c:pt>
                <c:pt idx="66">
                  <c:v>0.84824941055723768</c:v>
                </c:pt>
                <c:pt idx="67">
                  <c:v>0.85181893428878386</c:v>
                </c:pt>
                <c:pt idx="68">
                  <c:v>0.85531134948680299</c:v>
                </c:pt>
                <c:pt idx="69">
                  <c:v>0.85872859151942793</c:v>
                </c:pt>
                <c:pt idx="70">
                  <c:v>0.86207252674329105</c:v>
                </c:pt>
                <c:pt idx="71">
                  <c:v>0.86534495585212201</c:v>
                </c:pt>
                <c:pt idx="72">
                  <c:v>0.86854761702007899</c:v>
                </c:pt>
                <c:pt idx="73">
                  <c:v>0.87168218885499837</c:v>
                </c:pt>
                <c:pt idx="74">
                  <c:v>0.87475029317543695</c:v>
                </c:pt>
                <c:pt idx="75">
                  <c:v>0.87775349762420085</c:v>
                </c:pt>
                <c:pt idx="76">
                  <c:v>0.88069331812997964</c:v>
                </c:pt>
                <c:pt idx="77">
                  <c:v>0.88357122122775333</c:v>
                </c:pt>
                <c:pt idx="78">
                  <c:v>0.88638862624775006</c:v>
                </c:pt>
                <c:pt idx="79">
                  <c:v>0.88914690738195068</c:v>
                </c:pt>
                <c:pt idx="80">
                  <c:v>0.89184739563641335</c:v>
                </c:pt>
                <c:pt idx="81">
                  <c:v>0.8944913806770427</c:v>
                </c:pt>
                <c:pt idx="82">
                  <c:v>0.89708011257582376</c:v>
                </c:pt>
                <c:pt idx="83">
                  <c:v>0.89961480346401246</c:v>
                </c:pt>
                <c:pt idx="84">
                  <c:v>0.9020966290982696</c:v>
                </c:pt>
                <c:pt idx="85">
                  <c:v>0.9045267303452813</c:v>
                </c:pt>
                <c:pt idx="86">
                  <c:v>0.90690621458999288</c:v>
                </c:pt>
                <c:pt idx="87">
                  <c:v>0.90923615707220784</c:v>
                </c:pt>
                <c:pt idx="88">
                  <c:v>0.91151760215595923</c:v>
                </c:pt>
                <c:pt idx="89">
                  <c:v>0.91375156453574113</c:v>
                </c:pt>
                <c:pt idx="90">
                  <c:v>0.91593903038339786</c:v>
                </c:pt>
                <c:pt idx="91">
                  <c:v>0.91808095843920512</c:v>
                </c:pt>
                <c:pt idx="92">
                  <c:v>0.92017828105042698</c:v>
                </c:pt>
                <c:pt idx="93">
                  <c:v>0.92223190516040821</c:v>
                </c:pt>
                <c:pt idx="94">
                  <c:v>0.92424271325105456</c:v>
                </c:pt>
                <c:pt idx="95">
                  <c:v>0.92621156424135953</c:v>
                </c:pt>
                <c:pt idx="96">
                  <c:v>0.92813929434445996</c:v>
                </c:pt>
                <c:pt idx="97">
                  <c:v>0.93002671788553848</c:v>
                </c:pt>
                <c:pt idx="98">
                  <c:v>0.93187462808274046</c:v>
                </c:pt>
                <c:pt idx="99">
                  <c:v>0.93368379779313093</c:v>
                </c:pt>
                <c:pt idx="100">
                  <c:v>0.93545498022558982</c:v>
                </c:pt>
                <c:pt idx="101">
                  <c:v>0.93718916691542264</c:v>
                </c:pt>
                <c:pt idx="102">
                  <c:v>0.93888739118751974</c:v>
                </c:pt>
                <c:pt idx="103">
                  <c:v>0.94055028865740375</c:v>
                </c:pt>
                <c:pt idx="104">
                  <c:v>0.9421785077711361</c:v>
                </c:pt>
                <c:pt idx="105">
                  <c:v>0.94377268196302988</c:v>
                </c:pt>
                <c:pt idx="106">
                  <c:v>0.94533343012455295</c:v>
                </c:pt>
                <c:pt idx="107">
                  <c:v>0.94686135705480212</c:v>
                </c:pt>
                <c:pt idx="108">
                  <c:v>0.94835705389343272</c:v>
                </c:pt>
                <c:pt idx="109">
                  <c:v>0.94982109853687546</c:v>
                </c:pt>
                <c:pt idx="110">
                  <c:v>0.95125405603862845</c:v>
                </c:pt>
                <c:pt idx="111">
                  <c:v>0.95265647899436545</c:v>
                </c:pt>
                <c:pt idx="112">
                  <c:v>0.95402890791256434</c:v>
                </c:pt>
                <c:pt idx="113">
                  <c:v>0.95537187157131898</c:v>
                </c:pt>
                <c:pt idx="114">
                  <c:v>0.95668588736196203</c:v>
                </c:pt>
                <c:pt idx="115">
                  <c:v>0.95797146162009505</c:v>
                </c:pt>
                <c:pt idx="116">
                  <c:v>0.959229089944587</c:v>
                </c:pt>
                <c:pt idx="117">
                  <c:v>0.96045925750507632</c:v>
                </c:pt>
                <c:pt idx="118">
                  <c:v>0.96166243933848106</c:v>
                </c:pt>
                <c:pt idx="119">
                  <c:v>0.96283910063499756</c:v>
                </c:pt>
                <c:pt idx="120">
                  <c:v>0.96398969701404191</c:v>
                </c:pt>
                <c:pt idx="121">
                  <c:v>0.96511467479056667</c:v>
                </c:pt>
                <c:pt idx="122">
                  <c:v>0.96621447123216253</c:v>
                </c:pt>
                <c:pt idx="123">
                  <c:v>0.96728951480733405</c:v>
                </c:pt>
                <c:pt idx="124">
                  <c:v>0.96834022542532139</c:v>
                </c:pt>
                <c:pt idx="125">
                  <c:v>0.96936701466781783</c:v>
                </c:pt>
                <c:pt idx="126">
                  <c:v>0.97037028601291841</c:v>
                </c:pt>
                <c:pt idx="127">
                  <c:v>0.97135043505161978</c:v>
                </c:pt>
                <c:pt idx="128">
                  <c:v>0.97230784969717232</c:v>
                </c:pt>
                <c:pt idx="129">
                  <c:v>0.97324291038757338</c:v>
                </c:pt>
                <c:pt idx="130">
                  <c:v>0.97415599028147815</c:v>
                </c:pt>
                <c:pt idx="131">
                  <c:v>0.97504745544778781</c:v>
                </c:pt>
                <c:pt idx="132">
                  <c:v>0.97591766504916688</c:v>
                </c:pt>
                <c:pt idx="133">
                  <c:v>0.9767669715197248</c:v>
                </c:pt>
                <c:pt idx="134">
                  <c:v>0.977595720737091</c:v>
                </c:pt>
                <c:pt idx="135">
                  <c:v>0.97840425218909943</c:v>
                </c:pt>
                <c:pt idx="136">
                  <c:v>0.97919289913528706</c:v>
                </c:pt>
                <c:pt idx="137">
                  <c:v>0.9799619887634059</c:v>
                </c:pt>
                <c:pt idx="138">
                  <c:v>0.98071184234113395</c:v>
                </c:pt>
                <c:pt idx="139">
                  <c:v>0.98144277536316626</c:v>
                </c:pt>
                <c:pt idx="140">
                  <c:v>0.98215509769385589</c:v>
                </c:pt>
                <c:pt idx="141">
                  <c:v>0.98284911370556871</c:v>
                </c:pt>
                <c:pt idx="142">
                  <c:v>0.98352512241290702</c:v>
                </c:pt>
                <c:pt idx="143">
                  <c:v>0.98418341760295158</c:v>
                </c:pt>
                <c:pt idx="144">
                  <c:v>0.98482428796166233</c:v>
                </c:pt>
                <c:pt idx="145">
                  <c:v>0.98544801719657393</c:v>
                </c:pt>
                <c:pt idx="146">
                  <c:v>0.98605488415591425</c:v>
                </c:pt>
                <c:pt idx="147">
                  <c:v>0.98664516294426718</c:v>
                </c:pt>
                <c:pt idx="148">
                  <c:v>0.98721912303489734</c:v>
                </c:pt>
                <c:pt idx="149">
                  <c:v>0.98777702937884637</c:v>
                </c:pt>
                <c:pt idx="150">
                  <c:v>0.98831914251090414</c:v>
                </c:pt>
                <c:pt idx="151">
                  <c:v>0.98884571865255533</c:v>
                </c:pt>
                <c:pt idx="152">
                  <c:v>0.98935700981199237</c:v>
                </c:pt>
                <c:pt idx="153">
                  <c:v>0.9898532638812827</c:v>
                </c:pt>
                <c:pt idx="154">
                  <c:v>0.99033472473077111</c:v>
                </c:pt>
                <c:pt idx="155">
                  <c:v>0.99080163230079166</c:v>
                </c:pt>
                <c:pt idx="156">
                  <c:v>0.99125422269075913</c:v>
                </c:pt>
                <c:pt idx="157">
                  <c:v>0.99169272824569987</c:v>
                </c:pt>
                <c:pt idx="158">
                  <c:v>0.99211737764027985</c:v>
                </c:pt>
                <c:pt idx="159">
                  <c:v>0.99252839596037545</c:v>
                </c:pt>
                <c:pt idx="160">
                  <c:v>0.99292600478222715</c:v>
                </c:pt>
                <c:pt idx="161">
                  <c:v>0.99331042224920674</c:v>
                </c:pt>
                <c:pt idx="162">
                  <c:v>0.99368186314621787</c:v>
                </c:pt>
                <c:pt idx="163">
                  <c:v>0.99404053897173961</c:v>
                </c:pt>
                <c:pt idx="164">
                  <c:v>0.99438665800750803</c:v>
                </c:pt>
                <c:pt idx="165">
                  <c:v>0.99472042538581806</c:v>
                </c:pt>
                <c:pt idx="166">
                  <c:v>0.99504204315440736</c:v>
                </c:pt>
                <c:pt idx="167">
                  <c:v>0.99535171033886638</c:v>
                </c:pt>
                <c:pt idx="168">
                  <c:v>0.99564962300249193</c:v>
                </c:pt>
                <c:pt idx="169">
                  <c:v>0.99593597430347236</c:v>
                </c:pt>
                <c:pt idx="170">
                  <c:v>0.99621095454925668</c:v>
                </c:pt>
                <c:pt idx="171">
                  <c:v>0.99647475124791673</c:v>
                </c:pt>
                <c:pt idx="172">
                  <c:v>0.99672754915625639</c:v>
                </c:pt>
                <c:pt idx="173">
                  <c:v>0.99696953032435343</c:v>
                </c:pt>
                <c:pt idx="174">
                  <c:v>0.99720087413613911</c:v>
                </c:pt>
                <c:pt idx="175">
                  <c:v>0.9974217573455102</c:v>
                </c:pt>
                <c:pt idx="176">
                  <c:v>0.99763235410733431</c:v>
                </c:pt>
                <c:pt idx="177">
                  <c:v>0.99783283600253669</c:v>
                </c:pt>
                <c:pt idx="178">
                  <c:v>0.99802337205622749</c:v>
                </c:pt>
                <c:pt idx="179">
                  <c:v>0.99820412874753583</c:v>
                </c:pt>
                <c:pt idx="180">
                  <c:v>0.9983752700094235</c:v>
                </c:pt>
                <c:pt idx="181">
                  <c:v>0.99853695721622604</c:v>
                </c:pt>
                <c:pt idx="182">
                  <c:v>0.99868934915595797</c:v>
                </c:pt>
                <c:pt idx="183">
                  <c:v>0.99883260198343782</c:v>
                </c:pt>
                <c:pt idx="184">
                  <c:v>0.99896686914892363</c:v>
                </c:pt>
                <c:pt idx="185">
                  <c:v>0.99909230129500914</c:v>
                </c:pt>
                <c:pt idx="186">
                  <c:v>0.9992090461117249</c:v>
                </c:pt>
                <c:pt idx="187">
                  <c:v>0.99931724813565137</c:v>
                </c:pt>
                <c:pt idx="188">
                  <c:v>0.99941704847260115</c:v>
                </c:pt>
                <c:pt idx="189">
                  <c:v>0.99950858441372781</c:v>
                </c:pt>
                <c:pt idx="190">
                  <c:v>0.99959198889942191</c:v>
                </c:pt>
                <c:pt idx="191">
                  <c:v>0.99966738975967329</c:v>
                </c:pt>
                <c:pt idx="192">
                  <c:v>0.99973490861524827</c:v>
                </c:pt>
                <c:pt idx="193">
                  <c:v>0.99979465924357958</c:v>
                </c:pt>
                <c:pt idx="194">
                  <c:v>0.99984674505818327</c:v>
                </c:pt>
                <c:pt idx="195">
                  <c:v>0.99989125502793108</c:v>
                </c:pt>
                <c:pt idx="196">
                  <c:v>0.99992825662307849</c:v>
                </c:pt>
                <c:pt idx="197">
                  <c:v>0.99995778243940447</c:v>
                </c:pt>
                <c:pt idx="198">
                  <c:v>0.99997980100614392</c:v>
                </c:pt>
                <c:pt idx="199">
                  <c:v>0.99999413532108894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7BB6-4FEF-AFF8-B063F96A48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4039423"/>
        <c:axId val="1"/>
      </c:scatterChart>
      <c:valAx>
        <c:axId val="2014039423"/>
        <c:scaling>
          <c:orientation val="minMax"/>
          <c:max val="1"/>
        </c:scaling>
        <c:delete val="0"/>
        <c:axPos val="b"/>
        <c:title>
          <c:tx>
            <c:rich>
              <a:bodyPr/>
              <a:lstStyle/>
              <a:p>
                <a:pPr>
                  <a:defRPr altLang="zh-TW" sz="1600" b="1" i="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sz="1600"/>
                  <a:t>False Position Fraction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1"/>
        <c:crosses val="autoZero"/>
        <c:crossBetween val="midCat"/>
        <c:majorUnit val="0.1"/>
      </c:valAx>
      <c:valAx>
        <c:axId val="1"/>
        <c:scaling>
          <c:orientation val="minMax"/>
          <c:max val="1"/>
        </c:scaling>
        <c:delete val="0"/>
        <c:axPos val="l"/>
        <c:title>
          <c:tx>
            <c:rich>
              <a:bodyPr/>
              <a:lstStyle/>
              <a:p>
                <a:pPr>
                  <a:defRPr altLang="zh-TW" sz="1600" b="1" i="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sz="1600"/>
                  <a:t>True Position Fraction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zh-TW"/>
          </a:p>
        </c:txPr>
        <c:crossAx val="2014039423"/>
        <c:crosses val="autoZero"/>
        <c:crossBetween val="midCat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31902671650350117"/>
          <c:y val="0.43926613437339024"/>
          <c:w val="0.57561015325670495"/>
          <c:h val="0.37734822282728675"/>
        </c:manualLayout>
      </c:layout>
      <c:overlay val="0"/>
      <c:txPr>
        <a:bodyPr/>
        <a:lstStyle/>
        <a:p>
          <a:pPr>
            <a:defRPr sz="1200">
              <a:latin typeface="Times New Roman" panose="02020603050405020304" pitchFamily="18" charset="0"/>
              <a:cs typeface="Times New Roman" panose="02020603050405020304" pitchFamily="18" charset="0"/>
            </a:defRPr>
          </a:pPr>
          <a:endParaRPr lang="zh-TW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6.2392950881139858E-2"/>
          <c:y val="8.0952380952380956E-2"/>
          <c:w val="0.83333333333333337"/>
          <c:h val="0.83333333333333337"/>
        </c:manualLayout>
      </c:layout>
      <c:scatterChart>
        <c:scatterStyle val="lineMarker"/>
        <c:varyColors val="0"/>
        <c:ser>
          <c:idx val="0"/>
          <c:order val="0"/>
          <c:tx>
            <c:v>AUC=0.9457   Proposed 3-D SWIRL Transformer</c:v>
          </c:tx>
          <c:spPr>
            <a:ln w="12700">
              <a:solidFill>
                <a:srgbClr val="FF0000"/>
              </a:solidFill>
              <a:prstDash val="solid"/>
            </a:ln>
          </c:spPr>
          <c:marker>
            <c:symbol val="none"/>
          </c:marker>
          <c:xVal>
            <c:numRef>
              <c:f>mass!$A$6:$A$206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mass!$B$6:$B$206</c:f>
              <c:numCache>
                <c:formatCode>General</c:formatCode>
                <c:ptCount val="201"/>
                <c:pt idx="0">
                  <c:v>0</c:v>
                </c:pt>
                <c:pt idx="1">
                  <c:v>0.53242306692594288</c:v>
                </c:pt>
                <c:pt idx="2">
                  <c:v>0.6053338398476269</c:v>
                </c:pt>
                <c:pt idx="3">
                  <c:v>0.64935122320050276</c:v>
                </c:pt>
                <c:pt idx="4">
                  <c:v>0.68090647568689922</c:v>
                </c:pt>
                <c:pt idx="5">
                  <c:v>0.70543669290196598</c:v>
                </c:pt>
                <c:pt idx="6">
                  <c:v>0.72544187901295443</c:v>
                </c:pt>
                <c:pt idx="7">
                  <c:v>0.74228502572442179</c:v>
                </c:pt>
                <c:pt idx="8">
                  <c:v>0.7567929447412618</c:v>
                </c:pt>
                <c:pt idx="9">
                  <c:v>0.76950562433756531</c:v>
                </c:pt>
                <c:pt idx="10">
                  <c:v>0.78079542268058633</c:v>
                </c:pt>
                <c:pt idx="11">
                  <c:v>0.79093005649174497</c:v>
                </c:pt>
                <c:pt idx="12">
                  <c:v>0.80010849555240959</c:v>
                </c:pt>
                <c:pt idx="13">
                  <c:v>0.80848265988833612</c:v>
                </c:pt>
                <c:pt idx="14">
                  <c:v>0.81617117274680151</c:v>
                </c:pt>
                <c:pt idx="15">
                  <c:v>0.82326842565267289</c:v>
                </c:pt>
                <c:pt idx="16">
                  <c:v>0.82985075268194075</c:v>
                </c:pt>
                <c:pt idx="17">
                  <c:v>0.83598075486049583</c:v>
                </c:pt>
                <c:pt idx="18">
                  <c:v>0.84171040270744624</c:v>
                </c:pt>
                <c:pt idx="19">
                  <c:v>0.84708330932803733</c:v>
                </c:pt>
                <c:pt idx="20">
                  <c:v>0.85213642680118007</c:v>
                </c:pt>
                <c:pt idx="21">
                  <c:v>0.85690133304161065</c:v>
                </c:pt>
                <c:pt idx="22">
                  <c:v>0.86140522234990868</c:v>
                </c:pt>
                <c:pt idx="23">
                  <c:v>0.86567167793969635</c:v>
                </c:pt>
                <c:pt idx="24">
                  <c:v>0.86972128160635309</c:v>
                </c:pt>
                <c:pt idx="25">
                  <c:v>0.87357210007056774</c:v>
                </c:pt>
                <c:pt idx="26">
                  <c:v>0.87724007676608251</c:v>
                </c:pt>
                <c:pt idx="27">
                  <c:v>0.88073935030231287</c:v>
                </c:pt>
                <c:pt idx="28">
                  <c:v>0.88408251547077632</c:v>
                </c:pt>
                <c:pt idx="29">
                  <c:v>0.88728083879661168</c:v>
                </c:pt>
                <c:pt idx="30">
                  <c:v>0.89034443781014405</c:v>
                </c:pt>
                <c:pt idx="31">
                  <c:v>0.8932824311232157</c:v>
                </c:pt>
                <c:pt idx="32">
                  <c:v>0.89610306483192859</c:v>
                </c:pt>
                <c:pt idx="33">
                  <c:v>0.89881381958649986</c:v>
                </c:pt>
                <c:pt idx="34">
                  <c:v>0.90142150176810576</c:v>
                </c:pt>
                <c:pt idx="35">
                  <c:v>0.90393232151928171</c:v>
                </c:pt>
                <c:pt idx="36">
                  <c:v>0.90635195983636474</c:v>
                </c:pt>
                <c:pt idx="37">
                  <c:v>0.90868562651157625</c:v>
                </c:pt>
                <c:pt idx="38">
                  <c:v>0.91093811038068973</c:v>
                </c:pt>
                <c:pt idx="39">
                  <c:v>0.91311382306906952</c:v>
                </c:pt>
                <c:pt idx="40">
                  <c:v>0.91521683721869784</c:v>
                </c:pt>
                <c:pt idx="41">
                  <c:v>0.91725092000990827</c:v>
                </c:pt>
                <c:pt idx="42">
                  <c:v>0.91921956265502325</c:v>
                </c:pt>
                <c:pt idx="43">
                  <c:v>0.92112600643013021</c:v>
                </c:pt>
                <c:pt idx="44">
                  <c:v>0.92297326572056593</c:v>
                </c:pt>
                <c:pt idx="45">
                  <c:v>0.92476414848122368</c:v>
                </c:pt>
                <c:pt idx="46">
                  <c:v>0.92650127445137886</c:v>
                </c:pt>
                <c:pt idx="47">
                  <c:v>0.92818709141280875</c:v>
                </c:pt>
                <c:pt idx="48">
                  <c:v>0.9298238897376141</c:v>
                </c:pt>
                <c:pt idx="49">
                  <c:v>0.93141381543672352</c:v>
                </c:pt>
                <c:pt idx="50">
                  <c:v>0.93295888189034537</c:v>
                </c:pt>
                <c:pt idx="51">
                  <c:v>0.9344609804165972</c:v>
                </c:pt>
                <c:pt idx="52">
                  <c:v>0.93592188981338287</c:v>
                </c:pt>
                <c:pt idx="53">
                  <c:v>0.93734328499063702</c:v>
                </c:pt>
                <c:pt idx="54">
                  <c:v>0.9387267447947818</c:v>
                </c:pt>
                <c:pt idx="55">
                  <c:v>0.94007375911419877</c:v>
                </c:pt>
                <c:pt idx="56">
                  <c:v>0.94138573534334946</c:v>
                </c:pt>
                <c:pt idx="57">
                  <c:v>0.94266400427358421</c:v>
                </c:pt>
                <c:pt idx="58">
                  <c:v>0.94390982547041891</c:v>
                </c:pt>
                <c:pt idx="59">
                  <c:v>0.94512439218991873</c:v>
                </c:pt>
                <c:pt idx="60">
                  <c:v>0.9463088358806524</c:v>
                </c:pt>
                <c:pt idx="61">
                  <c:v>0.94746423031231064</c:v>
                </c:pt>
                <c:pt idx="62">
                  <c:v>0.94859159536741666</c:v>
                </c:pt>
                <c:pt idx="63">
                  <c:v>0.94969190052848251</c:v>
                </c:pt>
                <c:pt idx="64">
                  <c:v>0.95076606808940212</c:v>
                </c:pt>
                <c:pt idx="65">
                  <c:v>0.95181497611675392</c:v>
                </c:pt>
                <c:pt idx="66">
                  <c:v>0.95283946118394203</c:v>
                </c:pt>
                <c:pt idx="67">
                  <c:v>0.95384032089869741</c:v>
                </c:pt>
                <c:pt idx="68">
                  <c:v>0.95481831624232993</c:v>
                </c:pt>
                <c:pt idx="69">
                  <c:v>0.95577417373724782</c:v>
                </c:pt>
                <c:pt idx="70">
                  <c:v>0.9567085874575959</c:v>
                </c:pt>
                <c:pt idx="71">
                  <c:v>0.95762222089638971</c:v>
                </c:pt>
                <c:pt idx="72">
                  <c:v>0.95851570870121505</c:v>
                </c:pt>
                <c:pt idx="73">
                  <c:v>0.95938965828939515</c:v>
                </c:pt>
                <c:pt idx="74">
                  <c:v>0.96024465135248982</c:v>
                </c:pt>
                <c:pt idx="75">
                  <c:v>0.96108124525906524</c:v>
                </c:pt>
                <c:pt idx="76">
                  <c:v>0.96189997436383967</c:v>
                </c:pt>
                <c:pt idx="77">
                  <c:v>0.96270135123057465</c:v>
                </c:pt>
                <c:pt idx="78">
                  <c:v>0.96348586777540879</c:v>
                </c:pt>
                <c:pt idx="79">
                  <c:v>0.96425399633673692</c:v>
                </c:pt>
                <c:pt idx="80">
                  <c:v>0.96500619067719917</c:v>
                </c:pt>
                <c:pt idx="81">
                  <c:v>0.96574288692285892</c:v>
                </c:pt>
                <c:pt idx="82">
                  <c:v>0.96646450444421228</c:v>
                </c:pt>
                <c:pt idx="83">
                  <c:v>0.9671714466832777</c:v>
                </c:pt>
                <c:pt idx="84">
                  <c:v>0.96786410193065664</c:v>
                </c:pt>
                <c:pt idx="85">
                  <c:v>0.96854284405613322</c:v>
                </c:pt>
                <c:pt idx="86">
                  <c:v>0.96920803319608995</c:v>
                </c:pt>
                <c:pt idx="87">
                  <c:v>0.96986001640074726</c:v>
                </c:pt>
                <c:pt idx="88">
                  <c:v>0.97049912824399731</c:v>
                </c:pt>
                <c:pt idx="89">
                  <c:v>0.97112569139838001</c:v>
                </c:pt>
                <c:pt idx="90">
                  <c:v>0.97174001717755032</c:v>
                </c:pt>
                <c:pt idx="91">
                  <c:v>0.9723424060484045</c:v>
                </c:pt>
                <c:pt idx="92">
                  <c:v>0.97293314811486464</c:v>
                </c:pt>
                <c:pt idx="93">
                  <c:v>0.97351252357517082</c:v>
                </c:pt>
                <c:pt idx="94">
                  <c:v>0.97408080315439083</c:v>
                </c:pt>
                <c:pt idx="95">
                  <c:v>0.97463824851372971</c:v>
                </c:pt>
                <c:pt idx="96">
                  <c:v>0.97518511263810514</c:v>
                </c:pt>
                <c:pt idx="97">
                  <c:v>0.97572164020334884</c:v>
                </c:pt>
                <c:pt idx="98">
                  <c:v>0.97624806792429419</c:v>
                </c:pt>
                <c:pt idx="99">
                  <c:v>0.97676462488492288</c:v>
                </c:pt>
                <c:pt idx="100">
                  <c:v>0.97727153285165724</c:v>
                </c:pt>
                <c:pt idx="101">
                  <c:v>0.97776908048375277</c:v>
                </c:pt>
                <c:pt idx="102">
                  <c:v>0.97825756779343698</c:v>
                </c:pt>
                <c:pt idx="103">
                  <c:v>0.97873717962128204</c:v>
                </c:pt>
                <c:pt idx="104">
                  <c:v>0.9792081031708042</c:v>
                </c:pt>
                <c:pt idx="105">
                  <c:v>0.97967052010665834</c:v>
                </c:pt>
                <c:pt idx="106">
                  <c:v>0.98012460676079338</c:v>
                </c:pt>
                <c:pt idx="107">
                  <c:v>0.98057053432907326</c:v>
                </c:pt>
                <c:pt idx="108">
                  <c:v>0.98100846905887951</c:v>
                </c:pt>
                <c:pt idx="109">
                  <c:v>0.981438572428176</c:v>
                </c:pt>
                <c:pt idx="110">
                  <c:v>0.98186100131648946</c:v>
                </c:pt>
                <c:pt idx="111">
                  <c:v>0.98227590816822841</c:v>
                </c:pt>
                <c:pt idx="112">
                  <c:v>0.9826834411487404</c:v>
                </c:pt>
                <c:pt idx="113">
                  <c:v>0.983083744293479</c:v>
                </c:pt>
                <c:pt idx="114">
                  <c:v>0.98347695765063281</c:v>
                </c:pt>
                <c:pt idx="115">
                  <c:v>0.98386321741754657</c:v>
                </c:pt>
                <c:pt idx="116">
                  <c:v>0.98424265607124251</c:v>
                </c:pt>
                <c:pt idx="117">
                  <c:v>0.98461540249333646</c:v>
                </c:pt>
                <c:pt idx="118">
                  <c:v>0.98498158208961906</c:v>
                </c:pt>
                <c:pt idx="119">
                  <c:v>0.98534131690456483</c:v>
                </c:pt>
                <c:pt idx="120">
                  <c:v>0.98569472573100769</c:v>
                </c:pt>
                <c:pt idx="121">
                  <c:v>0.98604192421521519</c:v>
                </c:pt>
                <c:pt idx="122">
                  <c:v>0.98638302495757424</c:v>
                </c:pt>
                <c:pt idx="123">
                  <c:v>0.98671813760909344</c:v>
                </c:pt>
                <c:pt idx="124">
                  <c:v>0.98704736896391188</c:v>
                </c:pt>
                <c:pt idx="125">
                  <c:v>0.98737082304799551</c:v>
                </c:pt>
                <c:pt idx="126">
                  <c:v>0.98768860120419011</c:v>
                </c:pt>
                <c:pt idx="127">
                  <c:v>0.98800080217379049</c:v>
                </c:pt>
                <c:pt idx="128">
                  <c:v>0.98830752217477835</c:v>
                </c:pt>
                <c:pt idx="129">
                  <c:v>0.9886088549768679</c:v>
                </c:pt>
                <c:pt idx="130">
                  <c:v>0.98890489197349518</c:v>
                </c:pt>
                <c:pt idx="131">
                  <c:v>0.98919572225087504</c:v>
                </c:pt>
                <c:pt idx="132">
                  <c:v>0.98948143265424493</c:v>
                </c:pt>
                <c:pt idx="133">
                  <c:v>0.98976210785140506</c:v>
                </c:pt>
                <c:pt idx="134">
                  <c:v>0.99003783039366045</c:v>
                </c:pt>
                <c:pt idx="135">
                  <c:v>0.99030868077426126</c:v>
                </c:pt>
                <c:pt idx="136">
                  <c:v>0.99057473748443214</c:v>
                </c:pt>
                <c:pt idx="137">
                  <c:v>0.99083607706707744</c:v>
                </c:pt>
                <c:pt idx="138">
                  <c:v>0.99109277416823871</c:v>
                </c:pt>
                <c:pt idx="139">
                  <c:v>0.99134490158638022</c:v>
                </c:pt>
                <c:pt idx="140">
                  <c:v>0.99159253031956818</c:v>
                </c:pt>
                <c:pt idx="141">
                  <c:v>0.9918357296106074</c:v>
                </c:pt>
                <c:pt idx="142">
                  <c:v>0.99207456699019103</c:v>
                </c:pt>
                <c:pt idx="143">
                  <c:v>0.99230910831811447</c:v>
                </c:pt>
                <c:pt idx="144">
                  <c:v>0.99253941782260047</c:v>
                </c:pt>
                <c:pt idx="145">
                  <c:v>0.99276555813777356</c:v>
                </c:pt>
                <c:pt idx="146">
                  <c:v>0.99298759033932038</c:v>
                </c:pt>
                <c:pt idx="147">
                  <c:v>0.99320557397836406</c:v>
                </c:pt>
                <c:pt idx="148">
                  <c:v>0.99341956711357404</c:v>
                </c:pt>
                <c:pt idx="149">
                  <c:v>0.99362962634153118</c:v>
                </c:pt>
                <c:pt idx="150">
                  <c:v>0.99383580682535499</c:v>
                </c:pt>
                <c:pt idx="151">
                  <c:v>0.9940381623215987</c:v>
                </c:pt>
                <c:pt idx="152">
                  <c:v>0.99423674520540528</c:v>
                </c:pt>
                <c:pt idx="153">
                  <c:v>0.99443160649391571</c:v>
                </c:pt>
                <c:pt idx="154">
                  <c:v>0.99462279586790425</c:v>
                </c:pt>
                <c:pt idx="155">
                  <c:v>0.99481036169161297</c:v>
                </c:pt>
                <c:pt idx="156">
                  <c:v>0.9949943510307433</c:v>
                </c:pt>
                <c:pt idx="157">
                  <c:v>0.99517480966855076</c:v>
                </c:pt>
                <c:pt idx="158">
                  <c:v>0.99535178211997677</c:v>
                </c:pt>
                <c:pt idx="159">
                  <c:v>0.9955253116437357</c:v>
                </c:pt>
                <c:pt idx="160">
                  <c:v>0.99569544025225776</c:v>
                </c:pt>
                <c:pt idx="161">
                  <c:v>0.99586220871937015</c:v>
                </c:pt>
                <c:pt idx="162">
                  <c:v>0.99602565658557329</c:v>
                </c:pt>
                <c:pt idx="163">
                  <c:v>0.99618582216074614</c:v>
                </c:pt>
                <c:pt idx="164">
                  <c:v>0.99634274252408139</c:v>
                </c:pt>
                <c:pt idx="165">
                  <c:v>0.99649645352101579</c:v>
                </c:pt>
                <c:pt idx="166">
                  <c:v>0.99664698975687982</c:v>
                </c:pt>
                <c:pt idx="167">
                  <c:v>0.99679438458693836</c:v>
                </c:pt>
                <c:pt idx="168">
                  <c:v>0.99693867010243609</c:v>
                </c:pt>
                <c:pt idx="169">
                  <c:v>0.9970798771121886</c:v>
                </c:pt>
                <c:pt idx="170">
                  <c:v>0.99721803511917217</c:v>
                </c:pt>
                <c:pt idx="171">
                  <c:v>0.99735317229146248</c:v>
                </c:pt>
                <c:pt idx="172">
                  <c:v>0.99748531542674002</c:v>
                </c:pt>
                <c:pt idx="173">
                  <c:v>0.99761448990942614</c:v>
                </c:pt>
                <c:pt idx="174">
                  <c:v>0.99774071965931155</c:v>
                </c:pt>
                <c:pt idx="175">
                  <c:v>0.99786402707029886</c:v>
                </c:pt>
                <c:pt idx="176">
                  <c:v>0.99798443293756944</c:v>
                </c:pt>
                <c:pt idx="177">
                  <c:v>0.99810195637109433</c:v>
                </c:pt>
                <c:pt idx="178">
                  <c:v>0.99821661469290501</c:v>
                </c:pt>
                <c:pt idx="179">
                  <c:v>0.99832842331489535</c:v>
                </c:pt>
                <c:pt idx="180">
                  <c:v>0.99843739559307298</c:v>
                </c:pt>
                <c:pt idx="181">
                  <c:v>0.99854354265305989</c:v>
                </c:pt>
                <c:pt idx="182">
                  <c:v>0.99864687318013845</c:v>
                </c:pt>
                <c:pt idx="183">
                  <c:v>0.99874739316510275</c:v>
                </c:pt>
                <c:pt idx="184">
                  <c:v>0.99884510559436479</c:v>
                </c:pt>
                <c:pt idx="185">
                  <c:v>0.9989400100688316</c:v>
                </c:pt>
                <c:pt idx="186">
                  <c:v>0.99903210233045636</c:v>
                </c:pt>
                <c:pt idx="187">
                  <c:v>0.99912137366718945</c:v>
                </c:pt>
                <c:pt idx="188">
                  <c:v>0.99920781015486937</c:v>
                </c:pt>
                <c:pt idx="189">
                  <c:v>0.99929139167593961</c:v>
                </c:pt>
                <c:pt idx="190">
                  <c:v>0.99937209062547394</c:v>
                </c:pt>
                <c:pt idx="191">
                  <c:v>0.99944987016696518</c:v>
                </c:pt>
                <c:pt idx="192">
                  <c:v>0.99952468181868503</c:v>
                </c:pt>
                <c:pt idx="193">
                  <c:v>0.99959646200567231</c:v>
                </c:pt>
                <c:pt idx="194">
                  <c:v>0.99966512693660348</c:v>
                </c:pt>
                <c:pt idx="195">
                  <c:v>0.99973056460359444</c:v>
                </c:pt>
                <c:pt idx="196">
                  <c:v>0.99979262145045278</c:v>
                </c:pt>
                <c:pt idx="197">
                  <c:v>0.99985107809405904</c:v>
                </c:pt>
                <c:pt idx="198">
                  <c:v>0.99990559900174725</c:v>
                </c:pt>
                <c:pt idx="199">
                  <c:v>0.99995560394801586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9C1-4A5B-9750-0AD2C6FC6FF9}"/>
            </c:ext>
          </c:extLst>
        </c:ser>
        <c:ser>
          <c:idx val="1"/>
          <c:order val="1"/>
          <c:tx>
            <c:v>AUC=0.8920   3-D Swin Transformer</c:v>
          </c:tx>
          <c:spPr>
            <a:ln w="12700">
              <a:solidFill>
                <a:schemeClr val="accent2"/>
              </a:solidFill>
              <a:prstDash val="sysDash"/>
            </a:ln>
          </c:spPr>
          <c:marker>
            <c:symbol val="none"/>
          </c:marker>
          <c:xVal>
            <c:numRef>
              <c:f>mass!$A$6:$A$206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mass!$C$6:$C$206</c:f>
              <c:numCache>
                <c:formatCode>General</c:formatCode>
                <c:ptCount val="201"/>
                <c:pt idx="0">
                  <c:v>0</c:v>
                </c:pt>
                <c:pt idx="1">
                  <c:v>0.16040771824093211</c:v>
                </c:pt>
                <c:pt idx="2">
                  <c:v>0.23618215251460942</c:v>
                </c:pt>
                <c:pt idx="3">
                  <c:v>0.29221790656440849</c:v>
                </c:pt>
                <c:pt idx="4">
                  <c:v>0.33758855510279873</c:v>
                </c:pt>
                <c:pt idx="5">
                  <c:v>0.37601108157221758</c:v>
                </c:pt>
                <c:pt idx="6">
                  <c:v>0.40945270633235542</c:v>
                </c:pt>
                <c:pt idx="7">
                  <c:v>0.43910615554546756</c:v>
                </c:pt>
                <c:pt idx="8">
                  <c:v>0.46575959550648988</c:v>
                </c:pt>
                <c:pt idx="9">
                  <c:v>0.48996601498297387</c:v>
                </c:pt>
                <c:pt idx="10">
                  <c:v>0.51213121114559113</c:v>
                </c:pt>
                <c:pt idx="11">
                  <c:v>0.53256208935576788</c:v>
                </c:pt>
                <c:pt idx="12">
                  <c:v>0.55149888013057591</c:v>
                </c:pt>
                <c:pt idx="13">
                  <c:v>0.56913284002383047</c:v>
                </c:pt>
                <c:pt idx="14">
                  <c:v>0.5856192429181899</c:v>
                </c:pt>
                <c:pt idx="15">
                  <c:v>0.60108613077781237</c:v>
                </c:pt>
                <c:pt idx="16">
                  <c:v>0.61564050840218743</c:v>
                </c:pt>
                <c:pt idx="17">
                  <c:v>0.62937283955051537</c:v>
                </c:pt>
                <c:pt idx="18">
                  <c:v>0.6423603811535501</c:v>
                </c:pt>
                <c:pt idx="19">
                  <c:v>0.65466970265353841</c:v>
                </c:pt>
                <c:pt idx="20">
                  <c:v>0.66635862125673007</c:v>
                </c:pt>
                <c:pt idx="21">
                  <c:v>0.67747771039266169</c:v>
                </c:pt>
                <c:pt idx="22">
                  <c:v>0.68807149094117315</c:v>
                </c:pt>
                <c:pt idx="23">
                  <c:v>0.6981793830311418</c:v>
                </c:pt>
                <c:pt idx="24">
                  <c:v>0.70783647462943089</c:v>
                </c:pt>
                <c:pt idx="25">
                  <c:v>0.71707414818180437</c:v>
                </c:pt>
                <c:pt idx="26">
                  <c:v>0.72592059602230674</c:v>
                </c:pt>
                <c:pt idx="27">
                  <c:v>0.73440124771449256</c:v>
                </c:pt>
                <c:pt idx="28">
                  <c:v>0.74253912699956048</c:v>
                </c:pt>
                <c:pt idx="29">
                  <c:v>0.75035515198556857</c:v>
                </c:pt>
                <c:pt idx="30">
                  <c:v>0.75786838920047417</c:v>
                </c:pt>
                <c:pt idx="31">
                  <c:v>0.76509626986231372</c:v>
                </c:pt>
                <c:pt idx="32">
                  <c:v>0.77205477499175668</c:v>
                </c:pt>
                <c:pt idx="33">
                  <c:v>0.7787585946637603</c:v>
                </c:pt>
                <c:pt idx="34">
                  <c:v>0.78522126566450989</c:v>
                </c:pt>
                <c:pt idx="35">
                  <c:v>0.79145529101376255</c:v>
                </c:pt>
                <c:pt idx="36">
                  <c:v>0.79747224417726148</c:v>
                </c:pt>
                <c:pt idx="37">
                  <c:v>0.80328286028927942</c:v>
                </c:pt>
                <c:pt idx="38">
                  <c:v>0.80889711630186567</c:v>
                </c:pt>
                <c:pt idx="39">
                  <c:v>0.81432430165265801</c:v>
                </c:pt>
                <c:pt idx="40">
                  <c:v>0.8195730807802023</c:v>
                </c:pt>
                <c:pt idx="41">
                  <c:v>0.82465154860160583</c:v>
                </c:pt>
                <c:pt idx="42">
                  <c:v>0.82956727989202206</c:v>
                </c:pt>
                <c:pt idx="43">
                  <c:v>0.83432737336115803</c:v>
                </c:pt>
                <c:pt idx="44">
                  <c:v>0.83893849110264207</c:v>
                </c:pt>
                <c:pt idx="45">
                  <c:v>0.84340689399289492</c:v>
                </c:pt>
                <c:pt idx="46">
                  <c:v>0.84773847353336895</c:v>
                </c:pt>
                <c:pt idx="47">
                  <c:v>0.85193878056062267</c:v>
                </c:pt>
                <c:pt idx="48">
                  <c:v>0.85601305119029625</c:v>
                </c:pt>
                <c:pt idx="49">
                  <c:v>0.85996623031172281</c:v>
                </c:pt>
                <c:pt idx="50">
                  <c:v>0.86380299290806151</c:v>
                </c:pt>
                <c:pt idx="51">
                  <c:v>0.86752776344125415</c:v>
                </c:pt>
                <c:pt idx="52">
                  <c:v>0.87114473351069988</c:v>
                </c:pt>
                <c:pt idx="53">
                  <c:v>0.87465787796851091</c:v>
                </c:pt>
                <c:pt idx="54">
                  <c:v>0.8780709696518495</c:v>
                </c:pt>
                <c:pt idx="55">
                  <c:v>0.88138759287355595</c:v>
                </c:pt>
                <c:pt idx="56">
                  <c:v>0.88461115579562832</c:v>
                </c:pt>
                <c:pt idx="57">
                  <c:v>0.88774490179566845</c:v>
                </c:pt>
                <c:pt idx="58">
                  <c:v>0.89079191992386719</c:v>
                </c:pt>
                <c:pt idx="59">
                  <c:v>0.8937551545371708</c:v>
                </c:pt>
                <c:pt idx="60">
                  <c:v>0.89663741418772491</c:v>
                </c:pt>
                <c:pt idx="61">
                  <c:v>0.89944137983434136</c:v>
                </c:pt>
                <c:pt idx="62">
                  <c:v>0.90216961243839966</c:v>
                </c:pt>
                <c:pt idx="63">
                  <c:v>0.90482455999915135</c:v>
                </c:pt>
                <c:pt idx="64">
                  <c:v>0.90740856407771586</c:v>
                </c:pt>
                <c:pt idx="65">
                  <c:v>0.90992386585404206</c:v>
                </c:pt>
                <c:pt idx="66">
                  <c:v>0.91237261175667106</c:v>
                </c:pt>
                <c:pt idx="67">
                  <c:v>0.91475685870120427</c:v>
                </c:pt>
                <c:pt idx="68">
                  <c:v>0.9170785789698872</c:v>
                </c:pt>
                <c:pt idx="69">
                  <c:v>0.91933966476160967</c:v>
                </c:pt>
                <c:pt idx="70">
                  <c:v>0.92154193243885596</c:v>
                </c:pt>
                <c:pt idx="71">
                  <c:v>0.92368712649566131</c:v>
                </c:pt>
                <c:pt idx="72">
                  <c:v>0.92577692326842176</c:v>
                </c:pt>
                <c:pt idx="73">
                  <c:v>0.92781293440942181</c:v>
                </c:pt>
                <c:pt idx="74">
                  <c:v>0.92979671014116716</c:v>
                </c:pt>
                <c:pt idx="75">
                  <c:v>0.93172974230801275</c:v>
                </c:pt>
                <c:pt idx="76">
                  <c:v>0.93361346724013661</c:v>
                </c:pt>
                <c:pt idx="77">
                  <c:v>0.93544926844362009</c:v>
                </c:pt>
                <c:pt idx="78">
                  <c:v>0.93723847912922043</c:v>
                </c:pt>
                <c:pt idx="79">
                  <c:v>0.93898238459136929</c:v>
                </c:pt>
                <c:pt idx="80">
                  <c:v>0.94068222444797511</c:v>
                </c:pt>
                <c:pt idx="81">
                  <c:v>0.94233919475073857</c:v>
                </c:pt>
                <c:pt idx="82">
                  <c:v>0.94395444997490896</c:v>
                </c:pt>
                <c:pt idx="83">
                  <c:v>0.94552910489669395</c:v>
                </c:pt>
                <c:pt idx="84">
                  <c:v>0.94706423636588655</c:v>
                </c:pt>
                <c:pt idx="85">
                  <c:v>0.94856088498068325</c:v>
                </c:pt>
                <c:pt idx="86">
                  <c:v>0.95002005667113032</c:v>
                </c:pt>
                <c:pt idx="87">
                  <c:v>0.95144272419714104</c:v>
                </c:pt>
                <c:pt idx="88">
                  <c:v>0.95282982856658338</c:v>
                </c:pt>
                <c:pt idx="89">
                  <c:v>0.95418228037852204</c:v>
                </c:pt>
                <c:pt idx="90">
                  <c:v>0.95550096109632698</c:v>
                </c:pt>
                <c:pt idx="91">
                  <c:v>0.95678672425501665</c:v>
                </c:pt>
                <c:pt idx="92">
                  <c:v>0.95804039660688767</c:v>
                </c:pt>
                <c:pt idx="93">
                  <c:v>0.95926277920919323</c:v>
                </c:pt>
                <c:pt idx="94">
                  <c:v>0.96045464845736706</c:v>
                </c:pt>
                <c:pt idx="95">
                  <c:v>0.96161675706704619</c:v>
                </c:pt>
                <c:pt idx="96">
                  <c:v>0.96274983500791811</c:v>
                </c:pt>
                <c:pt idx="97">
                  <c:v>0.96385459039221244</c:v>
                </c:pt>
                <c:pt idx="98">
                  <c:v>0.9649317103204661</c:v>
                </c:pt>
                <c:pt idx="99">
                  <c:v>0.96598186168701206</c:v>
                </c:pt>
                <c:pt idx="100">
                  <c:v>0.96700569194748232</c:v>
                </c:pt>
                <c:pt idx="101">
                  <c:v>0.96800397765284296</c:v>
                </c:pt>
                <c:pt idx="102">
                  <c:v>0.96897750927952753</c:v>
                </c:pt>
                <c:pt idx="103">
                  <c:v>0.96992684047408395</c:v>
                </c:pt>
                <c:pt idx="104">
                  <c:v>0.97085252578130843</c:v>
                </c:pt>
                <c:pt idx="105">
                  <c:v>0.97175510483690852</c:v>
                </c:pt>
                <c:pt idx="106">
                  <c:v>0.9726351028797241</c:v>
                </c:pt>
                <c:pt idx="107">
                  <c:v>0.9734930312423693</c:v>
                </c:pt>
                <c:pt idx="108">
                  <c:v>0.97432938782138268</c:v>
                </c:pt>
                <c:pt idx="109">
                  <c:v>0.9751446575279108</c:v>
                </c:pt>
                <c:pt idx="110">
                  <c:v>0.97593931271989165</c:v>
                </c:pt>
                <c:pt idx="111">
                  <c:v>0.97671381361664777</c:v>
                </c:pt>
                <c:pt idx="112">
                  <c:v>0.97746860869674534</c:v>
                </c:pt>
                <c:pt idx="113">
                  <c:v>0.97820413507993087</c:v>
                </c:pt>
                <c:pt idx="114">
                  <c:v>0.97892081889390836</c:v>
                </c:pt>
                <c:pt idx="115">
                  <c:v>0.97961907562667794</c:v>
                </c:pt>
                <c:pt idx="116">
                  <c:v>0.98029931046511964</c:v>
                </c:pt>
                <c:pt idx="117">
                  <c:v>0.98096191862046433</c:v>
                </c:pt>
                <c:pt idx="118">
                  <c:v>0.98160728564126365</c:v>
                </c:pt>
                <c:pt idx="119">
                  <c:v>0.98223578771443321</c:v>
                </c:pt>
                <c:pt idx="120">
                  <c:v>0.98284779195491845</c:v>
                </c:pt>
                <c:pt idx="121">
                  <c:v>0.98344365668449696</c:v>
                </c:pt>
                <c:pt idx="122">
                  <c:v>0.98402373170020896</c:v>
                </c:pt>
                <c:pt idx="123">
                  <c:v>0.98458835853288162</c:v>
                </c:pt>
                <c:pt idx="124">
                  <c:v>0.98513787069618486</c:v>
                </c:pt>
                <c:pt idx="125">
                  <c:v>0.98567259392664064</c:v>
                </c:pt>
                <c:pt idx="126">
                  <c:v>0.98619284641497884</c:v>
                </c:pt>
                <c:pt idx="127">
                  <c:v>0.98669893902922001</c:v>
                </c:pt>
                <c:pt idx="128">
                  <c:v>0.98719117552984093</c:v>
                </c:pt>
                <c:pt idx="129">
                  <c:v>0.98766985277736496</c:v>
                </c:pt>
                <c:pt idx="130">
                  <c:v>0.98813526093270043</c:v>
                </c:pt>
                <c:pt idx="131">
                  <c:v>0.98858768365053495</c:v>
                </c:pt>
                <c:pt idx="132">
                  <c:v>0.98902739826607966</c:v>
                </c:pt>
                <c:pt idx="133">
                  <c:v>0.98945467597544234</c:v>
                </c:pt>
                <c:pt idx="134">
                  <c:v>0.98986978200989562</c:v>
                </c:pt>
                <c:pt idx="135">
                  <c:v>0.99027297580429385</c:v>
                </c:pt>
                <c:pt idx="136">
                  <c:v>0.9906645111598803</c:v>
                </c:pt>
                <c:pt idx="137">
                  <c:v>0.99104463640171714</c:v>
                </c:pt>
                <c:pt idx="138">
                  <c:v>0.99141359453095546</c:v>
                </c:pt>
                <c:pt idx="139">
                  <c:v>0.99177162337215918</c:v>
                </c:pt>
                <c:pt idx="140">
                  <c:v>0.99211895571588116</c:v>
                </c:pt>
                <c:pt idx="141">
                  <c:v>0.99245581945668604</c:v>
                </c:pt>
                <c:pt idx="142">
                  <c:v>0.99278243772680186</c:v>
                </c:pt>
                <c:pt idx="143">
                  <c:v>0.99309902902557767</c:v>
                </c:pt>
                <c:pt idx="144">
                  <c:v>0.99340580734491557</c:v>
                </c:pt>
                <c:pt idx="145">
                  <c:v>0.99370298229083798</c:v>
                </c:pt>
                <c:pt idx="146">
                  <c:v>0.99399075920134705</c:v>
                </c:pt>
                <c:pt idx="147">
                  <c:v>0.99426933926072258</c:v>
                </c:pt>
                <c:pt idx="148">
                  <c:v>0.9945389196104033</c:v>
                </c:pt>
                <c:pt idx="149">
                  <c:v>0.99479969345658803</c:v>
                </c:pt>
                <c:pt idx="150">
                  <c:v>0.99505185017468889</c:v>
                </c:pt>
                <c:pt idx="151">
                  <c:v>0.99529557541076463</c:v>
                </c:pt>
                <c:pt idx="152">
                  <c:v>0.99553105118005636</c:v>
                </c:pt>
                <c:pt idx="153">
                  <c:v>0.99575845596274393</c:v>
                </c:pt>
                <c:pt idx="154">
                  <c:v>0.9959779647970386</c:v>
                </c:pt>
                <c:pt idx="155">
                  <c:v>0.99618974936972227</c:v>
                </c:pt>
                <c:pt idx="156">
                  <c:v>0.99639397810424113</c:v>
                </c:pt>
                <c:pt idx="157">
                  <c:v>0.99659081624645773</c:v>
                </c:pt>
                <c:pt idx="158">
                  <c:v>0.99678042594816485</c:v>
                </c:pt>
                <c:pt idx="159">
                  <c:v>0.99696296634845749</c:v>
                </c:pt>
                <c:pt idx="160">
                  <c:v>0.99713859365306257</c:v>
                </c:pt>
                <c:pt idx="161">
                  <c:v>0.99730746121172043</c:v>
                </c:pt>
                <c:pt idx="162">
                  <c:v>0.99746971959370967</c:v>
                </c:pt>
                <c:pt idx="163">
                  <c:v>0.99762551666161026</c:v>
                </c:pt>
                <c:pt idx="164">
                  <c:v>0.99777499764339239</c:v>
                </c:pt>
                <c:pt idx="165">
                  <c:v>0.99791830520292346</c:v>
                </c:pt>
                <c:pt idx="166">
                  <c:v>0.99805557950898027</c:v>
                </c:pt>
                <c:pt idx="167">
                  <c:v>0.99818695830285753</c:v>
                </c:pt>
                <c:pt idx="168">
                  <c:v>0.99831257696466025</c:v>
                </c:pt>
                <c:pt idx="169">
                  <c:v>0.99843256857837037</c:v>
                </c:pt>
                <c:pt idx="170">
                  <c:v>0.99854706399577742</c:v>
                </c:pt>
                <c:pt idx="171">
                  <c:v>0.99865619189936494</c:v>
                </c:pt>
                <c:pt idx="172">
                  <c:v>0.99876007886424367</c:v>
                </c:pt>
                <c:pt idx="173">
                  <c:v>0.99885884941922709</c:v>
                </c:pt>
                <c:pt idx="174">
                  <c:v>0.99895262610714153</c:v>
                </c:pt>
                <c:pt idx="175">
                  <c:v>0.99904152954446934</c:v>
                </c:pt>
                <c:pt idx="176">
                  <c:v>0.99912567848041978</c:v>
                </c:pt>
                <c:pt idx="177">
                  <c:v>0.99920518985552431</c:v>
                </c:pt>
                <c:pt idx="178">
                  <c:v>0.99928017885984988</c:v>
                </c:pt>
                <c:pt idx="179">
                  <c:v>0.99935075899091841</c:v>
                </c:pt>
                <c:pt idx="180">
                  <c:v>0.99941704211141047</c:v>
                </c:pt>
                <c:pt idx="181">
                  <c:v>0.9994791385067151</c:v>
                </c:pt>
                <c:pt idx="182">
                  <c:v>0.99953715694235423</c:v>
                </c:pt>
                <c:pt idx="183">
                  <c:v>0.99959120472126539</c:v>
                </c:pt>
                <c:pt idx="184">
                  <c:v>0.99964138774084477</c:v>
                </c:pt>
                <c:pt idx="185">
                  <c:v>0.99968781054952394</c:v>
                </c:pt>
                <c:pt idx="186">
                  <c:v>0.99973057640245122</c:v>
                </c:pt>
                <c:pt idx="187">
                  <c:v>0.99976978731550392</c:v>
                </c:pt>
                <c:pt idx="188">
                  <c:v>0.99980554411630973</c:v>
                </c:pt>
                <c:pt idx="189">
                  <c:v>0.99983794649000912</c:v>
                </c:pt>
                <c:pt idx="190">
                  <c:v>0.99986709301588872</c:v>
                </c:pt>
                <c:pt idx="191">
                  <c:v>0.99989308118815068</c:v>
                </c:pt>
                <c:pt idx="192">
                  <c:v>0.99991600740884057</c:v>
                </c:pt>
                <c:pt idx="193">
                  <c:v>0.99993596693086284</c:v>
                </c:pt>
                <c:pt idx="194">
                  <c:v>0.99995305370847498</c:v>
                </c:pt>
                <c:pt idx="195">
                  <c:v>0.99996736006772202</c:v>
                </c:pt>
                <c:pt idx="196">
                  <c:v>0.99997897600113805</c:v>
                </c:pt>
                <c:pt idx="197">
                  <c:v>0.99998798759460505</c:v>
                </c:pt>
                <c:pt idx="198">
                  <c:v>0.99999447310960143</c:v>
                </c:pt>
                <c:pt idx="199">
                  <c:v>0.99999849072270686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9C1-4A5B-9750-0AD2C6FC6FF9}"/>
            </c:ext>
          </c:extLst>
        </c:ser>
        <c:ser>
          <c:idx val="7"/>
          <c:order val="2"/>
          <c:tx>
            <c:v>AUC=0.9147   3-D Res-CapsNet</c:v>
          </c:tx>
          <c:spPr>
            <a:ln w="12700">
              <a:solidFill>
                <a:schemeClr val="accent4"/>
              </a:solidFill>
              <a:prstDash val="lgDashDot"/>
            </a:ln>
          </c:spPr>
          <c:marker>
            <c:symbol val="none"/>
          </c:marker>
          <c:xVal>
            <c:numRef>
              <c:f>mass!$A$6:$A$206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mass!$I$6:$I$206</c:f>
              <c:numCache>
                <c:formatCode>General</c:formatCode>
                <c:ptCount val="201"/>
                <c:pt idx="0">
                  <c:v>0</c:v>
                </c:pt>
                <c:pt idx="1">
                  <c:v>0.32085371014863007</c:v>
                </c:pt>
                <c:pt idx="2">
                  <c:v>0.40428202083973164</c:v>
                </c:pt>
                <c:pt idx="3">
                  <c:v>0.45915025052311176</c:v>
                </c:pt>
                <c:pt idx="4">
                  <c:v>0.50057861255185765</c:v>
                </c:pt>
                <c:pt idx="5">
                  <c:v>0.53399309002309292</c:v>
                </c:pt>
                <c:pt idx="6">
                  <c:v>0.56202605005857476</c:v>
                </c:pt>
                <c:pt idx="7">
                  <c:v>0.58617181098734883</c:v>
                </c:pt>
                <c:pt idx="8">
                  <c:v>0.60736682538572961</c:v>
                </c:pt>
                <c:pt idx="9">
                  <c:v>0.62623962699744107</c:v>
                </c:pt>
                <c:pt idx="10">
                  <c:v>0.6432339578316949</c:v>
                </c:pt>
                <c:pt idx="11">
                  <c:v>0.65867552345090763</c:v>
                </c:pt>
                <c:pt idx="12">
                  <c:v>0.67281089229021962</c:v>
                </c:pt>
                <c:pt idx="13">
                  <c:v>0.68583147898834196</c:v>
                </c:pt>
                <c:pt idx="14">
                  <c:v>0.69788901908989276</c:v>
                </c:pt>
                <c:pt idx="15">
                  <c:v>0.70910593488251772</c:v>
                </c:pt>
                <c:pt idx="16">
                  <c:v>0.71958250073387253</c:v>
                </c:pt>
                <c:pt idx="17">
                  <c:v>0.72940193046196655</c:v>
                </c:pt>
                <c:pt idx="18">
                  <c:v>0.73863407369157297</c:v>
                </c:pt>
                <c:pt idx="19">
                  <c:v>0.74733815610363186</c:v>
                </c:pt>
                <c:pt idx="20">
                  <c:v>0.75556484714563799</c:v>
                </c:pt>
                <c:pt idx="21">
                  <c:v>0.76335784492958303</c:v>
                </c:pt>
                <c:pt idx="22">
                  <c:v>0.77075510818719817</c:v>
                </c:pt>
                <c:pt idx="23">
                  <c:v>0.77778982600453062</c:v>
                </c:pt>
                <c:pt idx="24">
                  <c:v>0.78449118987588418</c:v>
                </c:pt>
                <c:pt idx="25">
                  <c:v>0.79088501475166995</c:v>
                </c:pt>
                <c:pt idx="26">
                  <c:v>0.79699424334109148</c:v>
                </c:pt>
                <c:pt idx="27">
                  <c:v>0.80283935916199067</c:v>
                </c:pt>
                <c:pt idx="28">
                  <c:v>0.80843872754260193</c:v>
                </c:pt>
                <c:pt idx="29">
                  <c:v>0.81380887920904721</c:v>
                </c:pt>
                <c:pt idx="30">
                  <c:v>0.81896474772710415</c:v>
                </c:pt>
                <c:pt idx="31">
                  <c:v>0.82391986956011032</c:v>
                </c:pt>
                <c:pt idx="32">
                  <c:v>0.82868655361740362</c:v>
                </c:pt>
                <c:pt idx="33">
                  <c:v>0.83327602573224324</c:v>
                </c:pt>
                <c:pt idx="34">
                  <c:v>0.83769855240614899</c:v>
                </c:pt>
                <c:pt idx="35">
                  <c:v>0.84196354730324396</c:v>
                </c:pt>
                <c:pt idx="36">
                  <c:v>0.8460796633119293</c:v>
                </c:pt>
                <c:pt idx="37">
                  <c:v>0.85005487246707478</c:v>
                </c:pt>
                <c:pt idx="38">
                  <c:v>0.85389653561058643</c:v>
                </c:pt>
                <c:pt idx="39">
                  <c:v>0.85761146333688432</c:v>
                </c:pt>
                <c:pt idx="40">
                  <c:v>0.86120596950381945</c:v>
                </c:pt>
                <c:pt idx="41">
                  <c:v>0.86468591837470909</c:v>
                </c:pt>
                <c:pt idx="42">
                  <c:v>0.86805676628264328</c:v>
                </c:pt>
                <c:pt idx="43">
                  <c:v>0.87132359856567976</c:v>
                </c:pt>
                <c:pt idx="44">
                  <c:v>0.87449116240454261</c:v>
                </c:pt>
                <c:pt idx="45">
                  <c:v>0.87756389609791874</c:v>
                </c:pt>
                <c:pt idx="46">
                  <c:v>0.88054595523046153</c:v>
                </c:pt>
                <c:pt idx="47">
                  <c:v>0.88344123612203385</c:v>
                </c:pt>
                <c:pt idx="48">
                  <c:v>0.88625339689106775</c:v>
                </c:pt>
                <c:pt idx="49">
                  <c:v>0.8889858764182117</c:v>
                </c:pt>
                <c:pt idx="50">
                  <c:v>0.89164191145709037</c:v>
                </c:pt>
                <c:pt idx="51">
                  <c:v>0.8942245521057246</c:v>
                </c:pt>
                <c:pt idx="52">
                  <c:v>0.89673667582392791</c:v>
                </c:pt>
                <c:pt idx="53">
                  <c:v>0.89918100015795865</c:v>
                </c:pt>
                <c:pt idx="54">
                  <c:v>0.90156009431317063</c:v>
                </c:pt>
                <c:pt idx="55">
                  <c:v>0.90387638969781359</c:v>
                </c:pt>
                <c:pt idx="56">
                  <c:v>0.90613218954601438</c:v>
                </c:pt>
                <c:pt idx="57">
                  <c:v>0.90832967771494044</c:v>
                </c:pt>
                <c:pt idx="58">
                  <c:v>0.91047092673988073</c:v>
                </c:pt>
                <c:pt idx="59">
                  <c:v>0.91255790522122748</c:v>
                </c:pt>
                <c:pt idx="60">
                  <c:v>0.91459248460885512</c:v>
                </c:pt>
                <c:pt idx="61">
                  <c:v>0.916576445442017</c:v>
                </c:pt>
                <c:pt idx="62">
                  <c:v>0.91851148309642816</c:v>
                </c:pt>
                <c:pt idx="63">
                  <c:v>0.92039921308456518</c:v>
                </c:pt>
                <c:pt idx="64">
                  <c:v>0.92224117595026711</c:v>
                </c:pt>
                <c:pt idx="65">
                  <c:v>0.92403884179437157</c:v>
                </c:pt>
                <c:pt idx="66">
                  <c:v>0.92579361446429698</c:v>
                </c:pt>
                <c:pt idx="67">
                  <c:v>0.927506835437096</c:v>
                </c:pt>
                <c:pt idx="68">
                  <c:v>0.92917978742252538</c:v>
                </c:pt>
                <c:pt idx="69">
                  <c:v>0.93081369771002265</c:v>
                </c:pt>
                <c:pt idx="70">
                  <c:v>0.9324097412811414</c:v>
                </c:pt>
                <c:pt idx="71">
                  <c:v>0.93396904370689826</c:v>
                </c:pt>
                <c:pt idx="72">
                  <c:v>0.93549268384763362</c:v>
                </c:pt>
                <c:pt idx="73">
                  <c:v>0.93698169637132256</c:v>
                </c:pt>
                <c:pt idx="74">
                  <c:v>0.93843707410479471</c:v>
                </c:pt>
                <c:pt idx="75">
                  <c:v>0.9398597702309921</c:v>
                </c:pt>
                <c:pt idx="76">
                  <c:v>0.94125070034420544</c:v>
                </c:pt>
                <c:pt idx="77">
                  <c:v>0.94261074437416248</c:v>
                </c:pt>
                <c:pt idx="78">
                  <c:v>0.94394074838888165</c:v>
                </c:pt>
                <c:pt idx="79">
                  <c:v>0.94524152628533864</c:v>
                </c:pt>
                <c:pt idx="80">
                  <c:v>0.94651386137621896</c:v>
                </c:pt>
                <c:pt idx="81">
                  <c:v>0.9477585078803209</c:v>
                </c:pt>
                <c:pt idx="82">
                  <c:v>0.9489761923235418</c:v>
                </c:pt>
                <c:pt idx="83">
                  <c:v>0.95016761485680268</c:v>
                </c:pt>
                <c:pt idx="84">
                  <c:v>0.951333450496747</c:v>
                </c:pt>
                <c:pt idx="85">
                  <c:v>0.95247435029457495</c:v>
                </c:pt>
                <c:pt idx="86">
                  <c:v>0.95359094243794562</c:v>
                </c:pt>
                <c:pt idx="87">
                  <c:v>0.95468383329048845</c:v>
                </c:pt>
                <c:pt idx="88">
                  <c:v>0.95575360837310963</c:v>
                </c:pt>
                <c:pt idx="89">
                  <c:v>0.956800833290956</c:v>
                </c:pt>
                <c:pt idx="90">
                  <c:v>0.95782605460960013</c:v>
                </c:pt>
                <c:pt idx="91">
                  <c:v>0.9588298006837459</c:v>
                </c:pt>
                <c:pt idx="92">
                  <c:v>0.95981258244149847</c:v>
                </c:pt>
                <c:pt idx="93">
                  <c:v>0.96077489412702599</c:v>
                </c:pt>
                <c:pt idx="94">
                  <c:v>0.9617172140042245</c:v>
                </c:pt>
                <c:pt idx="95">
                  <c:v>0.96264000502381464</c:v>
                </c:pt>
                <c:pt idx="96">
                  <c:v>0.96354371545611839</c:v>
                </c:pt>
                <c:pt idx="97">
                  <c:v>0.96442877949161065</c:v>
                </c:pt>
                <c:pt idx="98">
                  <c:v>0.96529561781118489</c:v>
                </c:pt>
                <c:pt idx="99">
                  <c:v>0.9661446381279456</c:v>
                </c:pt>
                <c:pt idx="100">
                  <c:v>0.96697623570220759</c:v>
                </c:pt>
                <c:pt idx="101">
                  <c:v>0.9677909147377004</c:v>
                </c:pt>
                <c:pt idx="102">
                  <c:v>0.96858919652156883</c:v>
                </c:pt>
                <c:pt idx="103">
                  <c:v>0.96937141294657114</c:v>
                </c:pt>
                <c:pt idx="104">
                  <c:v>0.97013789938592454</c:v>
                </c:pt>
                <c:pt idx="105">
                  <c:v>0.97088898174420291</c:v>
                </c:pt>
                <c:pt idx="106">
                  <c:v>0.97162497679739035</c:v>
                </c:pt>
                <c:pt idx="107">
                  <c:v>0.97234619251775811</c:v>
                </c:pt>
                <c:pt idx="108">
                  <c:v>0.9730529283843623</c:v>
                </c:pt>
                <c:pt idx="109">
                  <c:v>0.97374547567991065</c:v>
                </c:pt>
                <c:pt idx="110">
                  <c:v>0.97442411777470017</c:v>
                </c:pt>
                <c:pt idx="111">
                  <c:v>0.97508913039828704</c:v>
                </c:pt>
                <c:pt idx="112">
                  <c:v>0.97574078189950775</c:v>
                </c:pt>
                <c:pt idx="113">
                  <c:v>0.97637933349543737</c:v>
                </c:pt>
                <c:pt idx="114">
                  <c:v>0.97700503950983097</c:v>
                </c:pt>
                <c:pt idx="115">
                  <c:v>0.97761814760156895</c:v>
                </c:pt>
                <c:pt idx="116">
                  <c:v>0.97821889898358871</c:v>
                </c:pt>
                <c:pt idx="117">
                  <c:v>0.97880752863276566</c:v>
                </c:pt>
                <c:pt idx="118">
                  <c:v>0.97938426549117286</c:v>
                </c:pt>
                <c:pt idx="119">
                  <c:v>0.97994933265912776</c:v>
                </c:pt>
                <c:pt idx="120">
                  <c:v>0.98050294758041046</c:v>
                </c:pt>
                <c:pt idx="121">
                  <c:v>0.98104532222001639</c:v>
                </c:pt>
                <c:pt idx="122">
                  <c:v>0.98157666323478521</c:v>
                </c:pt>
                <c:pt idx="123">
                  <c:v>0.98209717213722802</c:v>
                </c:pt>
                <c:pt idx="124">
                  <c:v>0.98260704545286026</c:v>
                </c:pt>
                <c:pt idx="125">
                  <c:v>0.98310647487132508</c:v>
                </c:pt>
                <c:pt idx="126">
                  <c:v>0.98359564739158167</c:v>
                </c:pt>
                <c:pt idx="127">
                  <c:v>0.98407474546141294</c:v>
                </c:pt>
                <c:pt idx="128">
                  <c:v>0.98454394711149695</c:v>
                </c:pt>
                <c:pt idx="129">
                  <c:v>0.98500342608426961</c:v>
                </c:pt>
                <c:pt idx="130">
                  <c:v>0.98545335195779415</c:v>
                </c:pt>
                <c:pt idx="131">
                  <c:v>0.98589389026484309</c:v>
                </c:pt>
                <c:pt idx="132">
                  <c:v>0.98632520260738277</c:v>
                </c:pt>
                <c:pt idx="133">
                  <c:v>0.98674744676664239</c:v>
                </c:pt>
                <c:pt idx="134">
                  <c:v>0.98716077680893899</c:v>
                </c:pt>
                <c:pt idx="135">
                  <c:v>0.98756534318741729</c:v>
                </c:pt>
                <c:pt idx="136">
                  <c:v>0.9879612928398559</c:v>
                </c:pt>
                <c:pt idx="137">
                  <c:v>0.98834876928268212</c:v>
                </c:pt>
                <c:pt idx="138">
                  <c:v>0.98872791270132621</c:v>
                </c:pt>
                <c:pt idx="139">
                  <c:v>0.98909886003704028</c:v>
                </c:pt>
                <c:pt idx="140">
                  <c:v>0.98946174507029661</c:v>
                </c:pt>
                <c:pt idx="141">
                  <c:v>0.98981669850087128</c:v>
                </c:pt>
                <c:pt idx="142">
                  <c:v>0.99016384802471358</c:v>
                </c:pt>
                <c:pt idx="143">
                  <c:v>0.99050331840769046</c:v>
                </c:pt>
                <c:pt idx="144">
                  <c:v>0.9908352315562885</c:v>
                </c:pt>
                <c:pt idx="145">
                  <c:v>0.99115970658534891</c:v>
                </c:pt>
                <c:pt idx="146">
                  <c:v>0.99147685988290057</c:v>
                </c:pt>
                <c:pt idx="147">
                  <c:v>0.9917868051721489</c:v>
                </c:pt>
                <c:pt idx="148">
                  <c:v>0.9920896535706718</c:v>
                </c:pt>
                <c:pt idx="149">
                  <c:v>0.99238551364685978</c:v>
                </c:pt>
                <c:pt idx="150">
                  <c:v>0.99267449147363496</c:v>
                </c:pt>
                <c:pt idx="151">
                  <c:v>0.9929566906794669</c:v>
                </c:pt>
                <c:pt idx="152">
                  <c:v>0.99323221249669968</c:v>
                </c:pt>
                <c:pt idx="153">
                  <c:v>0.99350115580718656</c:v>
                </c:pt>
                <c:pt idx="154">
                  <c:v>0.99376361718522199</c:v>
                </c:pt>
                <c:pt idx="155">
                  <c:v>0.99401969093774567</c:v>
                </c:pt>
                <c:pt idx="156">
                  <c:v>0.99426946914177594</c:v>
                </c:pt>
                <c:pt idx="157">
                  <c:v>0.99451304167901866</c:v>
                </c:pt>
                <c:pt idx="158">
                  <c:v>0.99475049626757606</c:v>
                </c:pt>
                <c:pt idx="159">
                  <c:v>0.99498191849065909</c:v>
                </c:pt>
                <c:pt idx="160">
                  <c:v>0.99520739182218709</c:v>
                </c:pt>
                <c:pt idx="161">
                  <c:v>0.99542699764912757</c:v>
                </c:pt>
                <c:pt idx="162">
                  <c:v>0.99564081529040083</c:v>
                </c:pt>
                <c:pt idx="163">
                  <c:v>0.99584892201213893</c:v>
                </c:pt>
                <c:pt idx="164">
                  <c:v>0.99605139303904333</c:v>
                </c:pt>
                <c:pt idx="165">
                  <c:v>0.99624830156154232</c:v>
                </c:pt>
                <c:pt idx="166">
                  <c:v>0.99643971873838677</c:v>
                </c:pt>
                <c:pt idx="167">
                  <c:v>0.99662571369425634</c:v>
                </c:pt>
                <c:pt idx="168">
                  <c:v>0.99680635351186864</c:v>
                </c:pt>
                <c:pt idx="169">
                  <c:v>0.99698170321798119</c:v>
                </c:pt>
                <c:pt idx="170">
                  <c:v>0.99715182576256189</c:v>
                </c:pt>
                <c:pt idx="171">
                  <c:v>0.99731678199025586</c:v>
                </c:pt>
                <c:pt idx="172">
                  <c:v>0.99747663060310199</c:v>
                </c:pt>
                <c:pt idx="173">
                  <c:v>0.99763142811323058</c:v>
                </c:pt>
                <c:pt idx="174">
                  <c:v>0.99778122878400766</c:v>
                </c:pt>
                <c:pt idx="175">
                  <c:v>0.99792608455774279</c:v>
                </c:pt>
                <c:pt idx="176">
                  <c:v>0.99806604496765672</c:v>
                </c:pt>
                <c:pt idx="177">
                  <c:v>0.99820115703124879</c:v>
                </c:pt>
                <c:pt idx="178">
                  <c:v>0.99833146512150639</c:v>
                </c:pt>
                <c:pt idx="179">
                  <c:v>0.99845701081147797</c:v>
                </c:pt>
                <c:pt idx="180">
                  <c:v>0.99857783268653144</c:v>
                </c:pt>
                <c:pt idx="181">
                  <c:v>0.99869396611702033</c:v>
                </c:pt>
                <c:pt idx="182">
                  <c:v>0.99880544298192631</c:v>
                </c:pt>
                <c:pt idx="183">
                  <c:v>0.99891229133110859</c:v>
                </c:pt>
                <c:pt idx="184">
                  <c:v>0.99901453496970993</c:v>
                </c:pt>
                <c:pt idx="185">
                  <c:v>0.99911219294251574</c:v>
                </c:pt>
                <c:pt idx="186">
                  <c:v>0.9992052788877841</c:v>
                </c:pt>
                <c:pt idx="187">
                  <c:v>0.9992938002178956</c:v>
                </c:pt>
                <c:pt idx="188">
                  <c:v>0.99937775706585796</c:v>
                </c:pt>
                <c:pt idx="189">
                  <c:v>0.99945714090834592</c:v>
                </c:pt>
                <c:pt idx="190">
                  <c:v>0.99953193273068064</c:v>
                </c:pt>
                <c:pt idx="191">
                  <c:v>0.9996021005241178</c:v>
                </c:pt>
                <c:pt idx="192">
                  <c:v>0.99966759577600717</c:v>
                </c:pt>
                <c:pt idx="193">
                  <c:v>0.99972834837690516</c:v>
                </c:pt>
                <c:pt idx="194">
                  <c:v>0.99978425890991729</c:v>
                </c:pt>
                <c:pt idx="195">
                  <c:v>0.99983518632445756</c:v>
                </c:pt>
                <c:pt idx="196">
                  <c:v>0.99988092675805129</c:v>
                </c:pt>
                <c:pt idx="197">
                  <c:v>0.99992117329437014</c:v>
                </c:pt>
                <c:pt idx="198">
                  <c:v>0.99995542691189121</c:v>
                </c:pt>
                <c:pt idx="199">
                  <c:v>0.99998273892280587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9C1-4A5B-9750-0AD2C6FC6FF9}"/>
            </c:ext>
          </c:extLst>
        </c:ser>
        <c:ser>
          <c:idx val="2"/>
          <c:order val="3"/>
          <c:tx>
            <c:v>AUC=0.9409   3-D ResNeSt</c:v>
          </c:tx>
          <c:spPr>
            <a:ln w="12700">
              <a:solidFill>
                <a:srgbClr val="92D050"/>
              </a:solidFill>
              <a:prstDash val="lgDashDotDot"/>
            </a:ln>
          </c:spPr>
          <c:marker>
            <c:symbol val="none"/>
          </c:marker>
          <c:xVal>
            <c:numRef>
              <c:f>mass!$A$6:$A$206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mass!$D$6:$D$206</c:f>
              <c:numCache>
                <c:formatCode>General</c:formatCode>
                <c:ptCount val="201"/>
                <c:pt idx="0">
                  <c:v>0</c:v>
                </c:pt>
                <c:pt idx="1">
                  <c:v>0.49958454846278338</c:v>
                </c:pt>
                <c:pt idx="2">
                  <c:v>0.57509663172918524</c:v>
                </c:pt>
                <c:pt idx="3">
                  <c:v>0.62119913305604424</c:v>
                </c:pt>
                <c:pt idx="4">
                  <c:v>0.65447773851202129</c:v>
                </c:pt>
                <c:pt idx="5">
                  <c:v>0.68047617294242957</c:v>
                </c:pt>
                <c:pt idx="6">
                  <c:v>0.70176046455569296</c:v>
                </c:pt>
                <c:pt idx="7">
                  <c:v>0.71973666714544193</c:v>
                </c:pt>
                <c:pt idx="8">
                  <c:v>0.73526119903813048</c:v>
                </c:pt>
                <c:pt idx="9">
                  <c:v>0.74889530619474209</c:v>
                </c:pt>
                <c:pt idx="10">
                  <c:v>0.76102715336920257</c:v>
                </c:pt>
                <c:pt idx="11">
                  <c:v>0.77193655025222008</c:v>
                </c:pt>
                <c:pt idx="12">
                  <c:v>0.78183193878867929</c:v>
                </c:pt>
                <c:pt idx="13">
                  <c:v>0.79087280616167654</c:v>
                </c:pt>
                <c:pt idx="14">
                  <c:v>0.79918392304058594</c:v>
                </c:pt>
                <c:pt idx="15">
                  <c:v>0.80686474743769865</c:v>
                </c:pt>
                <c:pt idx="16">
                  <c:v>0.81399584158964489</c:v>
                </c:pt>
                <c:pt idx="17">
                  <c:v>0.8206433739503598</c:v>
                </c:pt>
                <c:pt idx="18">
                  <c:v>0.8268623542707354</c:v>
                </c:pt>
                <c:pt idx="19">
                  <c:v>0.83269900730242086</c:v>
                </c:pt>
                <c:pt idx="20">
                  <c:v>0.83819254672786747</c:v>
                </c:pt>
                <c:pt idx="21">
                  <c:v>0.84337652260238716</c:v>
                </c:pt>
                <c:pt idx="22">
                  <c:v>0.84827985981375098</c:v>
                </c:pt>
                <c:pt idx="23">
                  <c:v>0.85292766891977156</c:v>
                </c:pt>
                <c:pt idx="24">
                  <c:v>0.8573418867608813</c:v>
                </c:pt>
                <c:pt idx="25">
                  <c:v>0.86154178802787129</c:v>
                </c:pt>
                <c:pt idx="26">
                  <c:v>0.86554439778501879</c:v>
                </c:pt>
                <c:pt idx="27">
                  <c:v>0.86936482711049667</c:v>
                </c:pt>
                <c:pt idx="28">
                  <c:v>0.87301654843537135</c:v>
                </c:pt>
                <c:pt idx="29">
                  <c:v>0.87651162313308217</c:v>
                </c:pt>
                <c:pt idx="30">
                  <c:v>0.87986089096399178</c:v>
                </c:pt>
                <c:pt idx="31">
                  <c:v>0.8830741287979551</c:v>
                </c:pt>
                <c:pt idx="32">
                  <c:v>0.88616018440500222</c:v>
                </c:pt>
                <c:pt idx="33">
                  <c:v>0.88912708986955491</c:v>
                </c:pt>
                <c:pt idx="34">
                  <c:v>0.89198215824102312</c:v>
                </c:pt>
                <c:pt idx="35">
                  <c:v>0.89473206630763324</c:v>
                </c:pt>
                <c:pt idx="36">
                  <c:v>0.89738292581646517</c:v>
                </c:pt>
                <c:pt idx="37">
                  <c:v>0.89994034502129605</c:v>
                </c:pt>
                <c:pt idx="38">
                  <c:v>0.9024094820918015</c:v>
                </c:pt>
                <c:pt idx="39">
                  <c:v>0.90479509164131644</c:v>
                </c:pt>
                <c:pt idx="40">
                  <c:v>0.90710156540950082</c:v>
                </c:pt>
                <c:pt idx="41">
                  <c:v>0.90933296795866214</c:v>
                </c:pt>
                <c:pt idx="42">
                  <c:v>0.91149306809884645</c:v>
                </c:pt>
                <c:pt idx="43">
                  <c:v>0.91358536663998235</c:v>
                </c:pt>
                <c:pt idx="44">
                  <c:v>0.91561312097386249</c:v>
                </c:pt>
                <c:pt idx="45">
                  <c:v>0.91757936691026754</c:v>
                </c:pt>
                <c:pt idx="46">
                  <c:v>0.9194869381267593</c:v>
                </c:pt>
                <c:pt idx="47">
                  <c:v>0.921338483537951</c:v>
                </c:pt>
                <c:pt idx="48">
                  <c:v>0.92313648284532035</c:v>
                </c:pt>
                <c:pt idx="49">
                  <c:v>0.9248832604912206</c:v>
                </c:pt>
                <c:pt idx="50">
                  <c:v>0.9265809982093336</c:v>
                </c:pt>
                <c:pt idx="51">
                  <c:v>0.92823174633733962</c:v>
                </c:pt>
                <c:pt idx="52">
                  <c:v>0.9298374340351957</c:v>
                </c:pt>
                <c:pt idx="53">
                  <c:v>0.93139987853341422</c:v>
                </c:pt>
                <c:pt idx="54">
                  <c:v>0.93292079351956114</c:v>
                </c:pt>
                <c:pt idx="55">
                  <c:v>0.93440179675737578</c:v>
                </c:pt>
                <c:pt idx="56">
                  <c:v>0.93584441702107701</c:v>
                </c:pt>
                <c:pt idx="57">
                  <c:v>0.93725010041724999</c:v>
                </c:pt>
                <c:pt idx="58">
                  <c:v>0.93862021615794322</c:v>
                </c:pt>
                <c:pt idx="59">
                  <c:v>0.93995606184103031</c:v>
                </c:pt>
                <c:pt idx="60">
                  <c:v>0.94125886828733318</c:v>
                </c:pt>
                <c:pt idx="61">
                  <c:v>0.94252980397830288</c:v>
                </c:pt>
                <c:pt idx="62">
                  <c:v>0.94376997913309368</c:v>
                </c:pt>
                <c:pt idx="63">
                  <c:v>0.94498044945953819</c:v>
                </c:pt>
                <c:pt idx="64">
                  <c:v>0.94616221960974156</c:v>
                </c:pt>
                <c:pt idx="65">
                  <c:v>0.94731624636769629</c:v>
                </c:pt>
                <c:pt idx="66">
                  <c:v>0.94844344159340199</c:v>
                </c:pt>
                <c:pt idx="67">
                  <c:v>0.94954467494540507</c:v>
                </c:pt>
                <c:pt idx="68">
                  <c:v>0.95062077640141429</c:v>
                </c:pt>
                <c:pt idx="69">
                  <c:v>0.95167253859464118</c:v>
                </c:pt>
                <c:pt idx="70">
                  <c:v>0.95270071898174902</c:v>
                </c:pt>
                <c:pt idx="71">
                  <c:v>0.95370604185671459</c:v>
                </c:pt>
                <c:pt idx="72">
                  <c:v>0.95468920022351977</c:v>
                </c:pt>
                <c:pt idx="73">
                  <c:v>0.95565085753933898</c:v>
                </c:pt>
                <c:pt idx="74">
                  <c:v>0.95659164933878604</c:v>
                </c:pt>
                <c:pt idx="75">
                  <c:v>0.95751218474878985</c:v>
                </c:pt>
                <c:pt idx="76">
                  <c:v>0.95841304790278714</c:v>
                </c:pt>
                <c:pt idx="77">
                  <c:v>0.95929479926212491</c:v>
                </c:pt>
                <c:pt idx="78">
                  <c:v>0.96015797685185444</c:v>
                </c:pt>
                <c:pt idx="79">
                  <c:v>0.96100309741746004</c:v>
                </c:pt>
                <c:pt idx="80">
                  <c:v>0.96183065750849128</c:v>
                </c:pt>
                <c:pt idx="81">
                  <c:v>0.96264113449454702</c:v>
                </c:pt>
                <c:pt idx="82">
                  <c:v>0.96343498751859502</c:v>
                </c:pt>
                <c:pt idx="83">
                  <c:v>0.96421265839218717</c:v>
                </c:pt>
                <c:pt idx="84">
                  <c:v>0.96497457243674867</c:v>
                </c:pt>
                <c:pt idx="85">
                  <c:v>0.96572113927477432</c:v>
                </c:pt>
                <c:pt idx="86">
                  <c:v>0.96645275357445082</c:v>
                </c:pt>
                <c:pt idx="87">
                  <c:v>0.96716979575094031</c:v>
                </c:pt>
                <c:pt idx="88">
                  <c:v>0.9678726326273005</c:v>
                </c:pt>
                <c:pt idx="89">
                  <c:v>0.96856161805778296</c:v>
                </c:pt>
                <c:pt idx="90">
                  <c:v>0.96923709351603526</c:v>
                </c:pt>
                <c:pt idx="91">
                  <c:v>0.96989938865053915</c:v>
                </c:pt>
                <c:pt idx="92">
                  <c:v>0.97054882180943569</c:v>
                </c:pt>
                <c:pt idx="93">
                  <c:v>0.9711857005367297</c:v>
                </c:pt>
                <c:pt idx="94">
                  <c:v>0.97181032204171103</c:v>
                </c:pt>
                <c:pt idx="95">
                  <c:v>0.97242297364330044</c:v>
                </c:pt>
                <c:pt idx="96">
                  <c:v>0.97302393319089631</c:v>
                </c:pt>
                <c:pt idx="97">
                  <c:v>0.97361346946318839</c:v>
                </c:pt>
                <c:pt idx="98">
                  <c:v>0.97419184254629831</c:v>
                </c:pt>
                <c:pt idx="99">
                  <c:v>0.97475930419250723</c:v>
                </c:pt>
                <c:pt idx="100">
                  <c:v>0.9753160981607466</c:v>
                </c:pt>
                <c:pt idx="101">
                  <c:v>0.97586254171134013</c:v>
                </c:pt>
                <c:pt idx="102">
                  <c:v>0.9763989645631953</c:v>
                </c:pt>
                <c:pt idx="103">
                  <c:v>0.97692556996162494</c:v>
                </c:pt>
                <c:pt idx="104">
                  <c:v>0.97744256377949823</c:v>
                </c:pt>
                <c:pt idx="105">
                  <c:v>0.97795014583584161</c:v>
                </c:pt>
                <c:pt idx="106">
                  <c:v>0.9784485101199315</c:v>
                </c:pt>
                <c:pt idx="107">
                  <c:v>0.97893784500506542</c:v>
                </c:pt>
                <c:pt idx="108">
                  <c:v>0.97941833345256968</c:v>
                </c:pt>
                <c:pt idx="109">
                  <c:v>0.97989015320656192</c:v>
                </c:pt>
                <c:pt idx="110">
                  <c:v>0.98035347697995556</c:v>
                </c:pt>
                <c:pt idx="111">
                  <c:v>0.98080847263216553</c:v>
                </c:pt>
                <c:pt idx="112">
                  <c:v>0.98125530333894329</c:v>
                </c:pt>
                <c:pt idx="113">
                  <c:v>0.98169412775474374</c:v>
                </c:pt>
                <c:pt idx="114">
                  <c:v>0.98212510016800503</c:v>
                </c:pt>
                <c:pt idx="115">
                  <c:v>0.9825483706496948</c:v>
                </c:pt>
                <c:pt idx="116">
                  <c:v>0.98296408519545875</c:v>
                </c:pt>
                <c:pt idx="117">
                  <c:v>0.98337238586168652</c:v>
                </c:pt>
                <c:pt idx="118">
                  <c:v>0.9837734108957904</c:v>
                </c:pt>
                <c:pt idx="119">
                  <c:v>0.98416729486097598</c:v>
                </c:pt>
                <c:pt idx="120">
                  <c:v>0.98455416875576762</c:v>
                </c:pt>
                <c:pt idx="121">
                  <c:v>0.98493416012853496</c:v>
                </c:pt>
                <c:pt idx="122">
                  <c:v>0.98530739318725458</c:v>
                </c:pt>
                <c:pt idx="123">
                  <c:v>0.98567398890472446</c:v>
                </c:pt>
                <c:pt idx="124">
                  <c:v>0.98603406511944025</c:v>
                </c:pt>
                <c:pt idx="125">
                  <c:v>0.98638773663232504</c:v>
                </c:pt>
                <c:pt idx="126">
                  <c:v>0.98673511529949898</c:v>
                </c:pt>
                <c:pt idx="127">
                  <c:v>0.9870763101212594</c:v>
                </c:pt>
                <c:pt idx="128">
                  <c:v>0.98741142732743548</c:v>
                </c:pt>
                <c:pt idx="129">
                  <c:v>0.98774057045926977</c:v>
                </c:pt>
                <c:pt idx="130">
                  <c:v>0.9880638404479718</c:v>
                </c:pt>
                <c:pt idx="131">
                  <c:v>0.98838133569007791</c:v>
                </c:pt>
                <c:pt idx="132">
                  <c:v>0.98869315211974707</c:v>
                </c:pt>
                <c:pt idx="133">
                  <c:v>0.98899938327810888</c:v>
                </c:pt>
                <c:pt idx="134">
                  <c:v>0.98930012037978066</c:v>
                </c:pt>
                <c:pt idx="135">
                  <c:v>0.98959545237665325</c:v>
                </c:pt>
                <c:pt idx="136">
                  <c:v>0.98988546601904892</c:v>
                </c:pt>
                <c:pt idx="137">
                  <c:v>0.99017024591433889</c:v>
                </c:pt>
                <c:pt idx="138">
                  <c:v>0.99044987458310763</c:v>
                </c:pt>
                <c:pt idx="139">
                  <c:v>0.99072443251294229</c:v>
                </c:pt>
                <c:pt idx="140">
                  <c:v>0.99099399820991918</c:v>
                </c:pt>
                <c:pt idx="141">
                  <c:v>0.99125864824785481</c:v>
                </c:pt>
                <c:pt idx="142">
                  <c:v>0.99151845731538091</c:v>
                </c:pt>
                <c:pt idx="143">
                  <c:v>0.99177349826089878</c:v>
                </c:pt>
                <c:pt idx="144">
                  <c:v>0.99202384213546069</c:v>
                </c:pt>
                <c:pt idx="145">
                  <c:v>0.99226955823362095</c:v>
                </c:pt>
                <c:pt idx="146">
                  <c:v>0.99251071413229297</c:v>
                </c:pt>
                <c:pt idx="147">
                  <c:v>0.99274737572764093</c:v>
                </c:pt>
                <c:pt idx="148">
                  <c:v>0.99297960727003098</c:v>
                </c:pt>
                <c:pt idx="149">
                  <c:v>0.99320747139705556</c:v>
                </c:pt>
                <c:pt idx="150">
                  <c:v>0.99343102916464154</c:v>
                </c:pt>
                <c:pt idx="151">
                  <c:v>0.99365034007624176</c:v>
                </c:pt>
                <c:pt idx="152">
                  <c:v>0.9938654621101034</c:v>
                </c:pt>
                <c:pt idx="153">
                  <c:v>0.99407645174459525</c:v>
                </c:pt>
                <c:pt idx="154">
                  <c:v>0.99428336398156836</c:v>
                </c:pt>
                <c:pt idx="155">
                  <c:v>0.99448625236771226</c:v>
                </c:pt>
                <c:pt idx="156">
                  <c:v>0.99468516901385551</c:v>
                </c:pt>
                <c:pt idx="157">
                  <c:v>0.99488016461215012</c:v>
                </c:pt>
                <c:pt idx="158">
                  <c:v>0.9950712884510573</c:v>
                </c:pt>
                <c:pt idx="159">
                  <c:v>0.99525858842804238</c:v>
                </c:pt>
                <c:pt idx="160">
                  <c:v>0.99544211105985958</c:v>
                </c:pt>
                <c:pt idx="161">
                  <c:v>0.99562190149029051</c:v>
                </c:pt>
                <c:pt idx="162">
                  <c:v>0.99579800349517023</c:v>
                </c:pt>
                <c:pt idx="163">
                  <c:v>0.9959704594845058</c:v>
                </c:pt>
                <c:pt idx="164">
                  <c:v>0.99613931050145754</c:v>
                </c:pt>
                <c:pt idx="165">
                  <c:v>0.99630459621790879</c:v>
                </c:pt>
                <c:pt idx="166">
                  <c:v>0.99646635492630364</c:v>
                </c:pt>
                <c:pt idx="167">
                  <c:v>0.99662462352737213</c:v>
                </c:pt>
                <c:pt idx="168">
                  <c:v>0.99677943751329212</c:v>
                </c:pt>
                <c:pt idx="169">
                  <c:v>0.99693083094575397</c:v>
                </c:pt>
                <c:pt idx="170">
                  <c:v>0.99707883642829354</c:v>
                </c:pt>
                <c:pt idx="171">
                  <c:v>0.99722348507213276</c:v>
                </c:pt>
                <c:pt idx="172">
                  <c:v>0.99736480645461834</c:v>
                </c:pt>
                <c:pt idx="173">
                  <c:v>0.9975028285691645</c:v>
                </c:pt>
                <c:pt idx="174">
                  <c:v>0.99763757776536943</c:v>
                </c:pt>
                <c:pt idx="175">
                  <c:v>0.99776907867769316</c:v>
                </c:pt>
                <c:pt idx="176">
                  <c:v>0.99789735414071412</c:v>
                </c:pt>
                <c:pt idx="177">
                  <c:v>0.99802242508852301</c:v>
                </c:pt>
                <c:pt idx="178">
                  <c:v>0.99814431043521545</c:v>
                </c:pt>
                <c:pt idx="179">
                  <c:v>0.99826302693267688</c:v>
                </c:pt>
                <c:pt idx="180">
                  <c:v>0.99837858900083887</c:v>
                </c:pt>
                <c:pt idx="181">
                  <c:v>0.99849100852425388</c:v>
                </c:pt>
                <c:pt idx="182">
                  <c:v>0.99860029460703126</c:v>
                </c:pt>
                <c:pt idx="183">
                  <c:v>0.99870645327573582</c:v>
                </c:pt>
                <c:pt idx="184">
                  <c:v>0.99880948711646145</c:v>
                </c:pt>
                <c:pt idx="185">
                  <c:v>0.99890939482754193</c:v>
                </c:pt>
                <c:pt idx="186">
                  <c:v>0.99900617066253883</c:v>
                </c:pt>
                <c:pt idx="187">
                  <c:v>0.99909980372817919</c:v>
                </c:pt>
                <c:pt idx="188">
                  <c:v>0.99919027708697405</c:v>
                </c:pt>
                <c:pt idx="189">
                  <c:v>0.99927756659125133</c:v>
                </c:pt>
                <c:pt idx="190">
                  <c:v>0.99936163933883793</c:v>
                </c:pt>
                <c:pt idx="191">
                  <c:v>0.99944245158056511</c:v>
                </c:pt>
                <c:pt idx="192">
                  <c:v>0.99951994580672643</c:v>
                </c:pt>
                <c:pt idx="193">
                  <c:v>0.99959404655370432</c:v>
                </c:pt>
                <c:pt idx="194">
                  <c:v>0.99966465411548611</c:v>
                </c:pt>
                <c:pt idx="195">
                  <c:v>0.99973163460724856</c:v>
                </c:pt>
                <c:pt idx="196">
                  <c:v>0.99979480314551672</c:v>
                </c:pt>
                <c:pt idx="197">
                  <c:v>0.99985389252985446</c:v>
                </c:pt>
                <c:pt idx="198">
                  <c:v>0.99990848602023896</c:v>
                </c:pt>
                <c:pt idx="199">
                  <c:v>0.9999578334059761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9C1-4A5B-9750-0AD2C6FC6FF9}"/>
            </c:ext>
          </c:extLst>
        </c:ser>
        <c:ser>
          <c:idx val="3"/>
          <c:order val="4"/>
          <c:tx>
            <c:v>AUC=0.9151   3-D ResNeXt</c:v>
          </c:tx>
          <c:spPr>
            <a:ln w="15875">
              <a:solidFill>
                <a:srgbClr val="00B0F0"/>
              </a:solidFill>
              <a:prstDash val="sysDot"/>
            </a:ln>
          </c:spPr>
          <c:marker>
            <c:symbol val="none"/>
          </c:marker>
          <c:xVal>
            <c:numRef>
              <c:f>mass!$A$6:$A$206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mass!$E$6:$E$206</c:f>
              <c:numCache>
                <c:formatCode>General</c:formatCode>
                <c:ptCount val="201"/>
                <c:pt idx="0">
                  <c:v>0</c:v>
                </c:pt>
                <c:pt idx="1">
                  <c:v>0.38810341373279827</c:v>
                </c:pt>
                <c:pt idx="2">
                  <c:v>0.46517698830414506</c:v>
                </c:pt>
                <c:pt idx="3">
                  <c:v>0.51432503222247838</c:v>
                </c:pt>
                <c:pt idx="4">
                  <c:v>0.55082057013012675</c:v>
                </c:pt>
                <c:pt idx="5">
                  <c:v>0.57994648228214696</c:v>
                </c:pt>
                <c:pt idx="6">
                  <c:v>0.6042051989101167</c:v>
                </c:pt>
                <c:pt idx="7">
                  <c:v>0.6249927235592545</c:v>
                </c:pt>
                <c:pt idx="8">
                  <c:v>0.64317202859773059</c:v>
                </c:pt>
                <c:pt idx="9">
                  <c:v>0.65931586311470336</c:v>
                </c:pt>
                <c:pt idx="10">
                  <c:v>0.67382477131031837</c:v>
                </c:pt>
                <c:pt idx="11">
                  <c:v>0.68699036255635981</c:v>
                </c:pt>
                <c:pt idx="12">
                  <c:v>0.69903182490962967</c:v>
                </c:pt>
                <c:pt idx="13">
                  <c:v>0.71011824756274278</c:v>
                </c:pt>
                <c:pt idx="14">
                  <c:v>0.72038291596882964</c:v>
                </c:pt>
                <c:pt idx="15">
                  <c:v>0.72993282309943042</c:v>
                </c:pt>
                <c:pt idx="16">
                  <c:v>0.73885520398732973</c:v>
                </c:pt>
                <c:pt idx="17">
                  <c:v>0.74722214943532861</c:v>
                </c:pt>
                <c:pt idx="18">
                  <c:v>0.75509394110893679</c:v>
                </c:pt>
                <c:pt idx="19">
                  <c:v>0.76252151231873955</c:v>
                </c:pt>
                <c:pt idx="20">
                  <c:v>0.76954829674259029</c:v>
                </c:pt>
                <c:pt idx="21">
                  <c:v>0.77621163970761464</c:v>
                </c:pt>
                <c:pt idx="22">
                  <c:v>0.78254389102548838</c:v>
                </c:pt>
                <c:pt idx="23">
                  <c:v>0.78857326215668433</c:v>
                </c:pt>
                <c:pt idx="24">
                  <c:v>0.79432450635878937</c:v>
                </c:pt>
                <c:pt idx="25">
                  <c:v>0.79981946408024929</c:v>
                </c:pt>
                <c:pt idx="26">
                  <c:v>0.80507750451239957</c:v>
                </c:pt>
                <c:pt idx="27">
                  <c:v>0.81011588622469355</c:v>
                </c:pt>
                <c:pt idx="28">
                  <c:v>0.81495005409942445</c:v>
                </c:pt>
                <c:pt idx="29">
                  <c:v>0.81959388564537072</c:v>
                </c:pt>
                <c:pt idx="30">
                  <c:v>0.82405989673330993</c:v>
                </c:pt>
                <c:pt idx="31">
                  <c:v>0.82835941454109796</c:v>
                </c:pt>
                <c:pt idx="32">
                  <c:v>0.83250272380256241</c:v>
                </c:pt>
                <c:pt idx="33">
                  <c:v>0.83649919116993687</c:v>
                </c:pt>
                <c:pt idx="34">
                  <c:v>0.84035737151593382</c:v>
                </c:pt>
                <c:pt idx="35">
                  <c:v>0.84408509924170283</c:v>
                </c:pt>
                <c:pt idx="36">
                  <c:v>0.84768956706505505</c:v>
                </c:pt>
                <c:pt idx="37">
                  <c:v>0.85117739429875316</c:v>
                </c:pt>
                <c:pt idx="38">
                  <c:v>0.85455468626133069</c:v>
                </c:pt>
                <c:pt idx="39">
                  <c:v>0.85782708617047043</c:v>
                </c:pt>
                <c:pt idx="40">
                  <c:v>0.86099982063466651</c:v>
                </c:pt>
                <c:pt idx="41">
                  <c:v>0.86407773967000168</c:v>
                </c:pt>
                <c:pt idx="42">
                  <c:v>0.86706535201573354</c:v>
                </c:pt>
                <c:pt idx="43">
                  <c:v>0.8699668563975278</c:v>
                </c:pt>
                <c:pt idx="44">
                  <c:v>0.87278616928487329</c:v>
                </c:pt>
                <c:pt idx="45">
                  <c:v>0.87552694960495969</c:v>
                </c:pt>
                <c:pt idx="46">
                  <c:v>0.87819262080559368</c:v>
                </c:pt>
                <c:pt idx="47">
                  <c:v>0.88078639060180064</c:v>
                </c:pt>
                <c:pt idx="48">
                  <c:v>0.88331126869240995</c:v>
                </c:pt>
                <c:pt idx="49">
                  <c:v>0.88577008269240487</c:v>
                </c:pt>
                <c:pt idx="50">
                  <c:v>0.88816549249273746</c:v>
                </c:pt>
                <c:pt idx="51">
                  <c:v>0.89050000323052736</c:v>
                </c:pt>
                <c:pt idx="52">
                  <c:v>0.89277597702817502</c:v>
                </c:pt>
                <c:pt idx="53">
                  <c:v>0.89499564363918449</c:v>
                </c:pt>
                <c:pt idx="54">
                  <c:v>0.89716111012080357</c:v>
                </c:pt>
                <c:pt idx="55">
                  <c:v>0.89927436963844631</c:v>
                </c:pt>
                <c:pt idx="56">
                  <c:v>0.90133730949387636</c:v>
                </c:pt>
                <c:pt idx="57">
                  <c:v>0.90335171845793893</c:v>
                </c:pt>
                <c:pt idx="58">
                  <c:v>0.90531929347897799</c:v>
                </c:pt>
                <c:pt idx="59">
                  <c:v>0.90724164582971756</c:v>
                </c:pt>
                <c:pt idx="60">
                  <c:v>0.90912030674813249</c:v>
                </c:pt>
                <c:pt idx="61">
                  <c:v>0.91095673262152532</c:v>
                </c:pt>
                <c:pt idx="62">
                  <c:v>0.91275230975752564</c:v>
                </c:pt>
                <c:pt idx="63">
                  <c:v>0.9145083587809173</c:v>
                </c:pt>
                <c:pt idx="64">
                  <c:v>0.9162261386909818</c:v>
                </c:pt>
                <c:pt idx="65">
                  <c:v>0.91790685061035804</c:v>
                </c:pt>
                <c:pt idx="66">
                  <c:v>0.9195516412531467</c:v>
                </c:pt>
                <c:pt idx="67">
                  <c:v>0.92116160613713649</c:v>
                </c:pt>
                <c:pt idx="68">
                  <c:v>0.92273779256247868</c:v>
                </c:pt>
                <c:pt idx="69">
                  <c:v>0.92428120237690259</c:v>
                </c:pt>
                <c:pt idx="70">
                  <c:v>0.92579279454557295</c:v>
                </c:pt>
                <c:pt idx="71">
                  <c:v>0.92727348754191985</c:v>
                </c:pt>
                <c:pt idx="72">
                  <c:v>0.92872416157420268</c:v>
                </c:pt>
                <c:pt idx="73">
                  <c:v>0.93014566066116755</c:v>
                </c:pt>
                <c:pt idx="74">
                  <c:v>0.93153879456890365</c:v>
                </c:pt>
                <c:pt idx="75">
                  <c:v>0.93290434061988903</c:v>
                </c:pt>
                <c:pt idx="76">
                  <c:v>0.93424304538420677</c:v>
                </c:pt>
                <c:pt idx="77">
                  <c:v>0.93555562626202371</c:v>
                </c:pt>
                <c:pt idx="78">
                  <c:v>0.93684277296560581</c:v>
                </c:pt>
                <c:pt idx="79">
                  <c:v>0.93810514890842367</c:v>
                </c:pt>
                <c:pt idx="80">
                  <c:v>0.93934339250824561</c:v>
                </c:pt>
                <c:pt idx="81">
                  <c:v>0.94055811841052517</c:v>
                </c:pt>
                <c:pt idx="82">
                  <c:v>0.94174991863785573</c:v>
                </c:pt>
                <c:pt idx="83">
                  <c:v>0.94291936367078311</c:v>
                </c:pt>
                <c:pt idx="84">
                  <c:v>0.94406700346483108</c:v>
                </c:pt>
                <c:pt idx="85">
                  <c:v>0.94519336840819612</c:v>
                </c:pt>
                <c:pt idx="86">
                  <c:v>0.94629897022421172</c:v>
                </c:pt>
                <c:pt idx="87">
                  <c:v>0.94738430282235031</c:v>
                </c:pt>
                <c:pt idx="88">
                  <c:v>0.94844984310124103</c:v>
                </c:pt>
                <c:pt idx="89">
                  <c:v>0.94949605170690277</c:v>
                </c:pt>
                <c:pt idx="90">
                  <c:v>0.95052337374915097</c:v>
                </c:pt>
                <c:pt idx="91">
                  <c:v>0.95153223947890775</c:v>
                </c:pt>
                <c:pt idx="92">
                  <c:v>0.95252306492894023</c:v>
                </c:pt>
                <c:pt idx="93">
                  <c:v>0.95349625252036352</c:v>
                </c:pt>
                <c:pt idx="94">
                  <c:v>0.95445219163707151</c:v>
                </c:pt>
                <c:pt idx="95">
                  <c:v>0.95539125917010181</c:v>
                </c:pt>
                <c:pt idx="96">
                  <c:v>0.9563138200337935</c:v>
                </c:pt>
                <c:pt idx="97">
                  <c:v>0.95722022765546722</c:v>
                </c:pt>
                <c:pt idx="98">
                  <c:v>0.95811082444022966</c:v>
                </c:pt>
                <c:pt idx="99">
                  <c:v>0.95898594221239697</c:v>
                </c:pt>
                <c:pt idx="100">
                  <c:v>0.9598459026349232</c:v>
                </c:pt>
                <c:pt idx="101">
                  <c:v>0.9606911432584655</c:v>
                </c:pt>
                <c:pt idx="102">
                  <c:v>0.96152212372819146</c:v>
                </c:pt>
                <c:pt idx="103">
                  <c:v>0.96233911021241636</c:v>
                </c:pt>
                <c:pt idx="104">
                  <c:v>0.96314237467337049</c:v>
                </c:pt>
                <c:pt idx="105">
                  <c:v>0.96393218137398606</c:v>
                </c:pt>
                <c:pt idx="106">
                  <c:v>0.96470878715318575</c:v>
                </c:pt>
                <c:pt idx="107">
                  <c:v>0.96547244168873814</c:v>
                </c:pt>
                <c:pt idx="108">
                  <c:v>0.96622338774833749</c:v>
                </c:pt>
                <c:pt idx="109">
                  <c:v>0.96696186142951768</c:v>
                </c:pt>
                <c:pt idx="110">
                  <c:v>0.9676880923889789</c:v>
                </c:pt>
                <c:pt idx="111">
                  <c:v>0.96840230406186512</c:v>
                </c:pt>
                <c:pt idx="112">
                  <c:v>0.96910471387150143</c:v>
                </c:pt>
                <c:pt idx="113">
                  <c:v>0.9697955334300683</c:v>
                </c:pt>
                <c:pt idx="114">
                  <c:v>0.9704749687306593</c:v>
                </c:pt>
                <c:pt idx="115">
                  <c:v>0.97114322033114553</c:v>
                </c:pt>
                <c:pt idx="116">
                  <c:v>0.9718004835302414</c:v>
                </c:pt>
                <c:pt idx="117">
                  <c:v>0.97244694853614788</c:v>
                </c:pt>
                <c:pt idx="118">
                  <c:v>0.97308280062811947</c:v>
                </c:pt>
                <c:pt idx="119">
                  <c:v>0.97370822031129078</c:v>
                </c:pt>
                <c:pt idx="120">
                  <c:v>0.97432338346506908</c:v>
                </c:pt>
                <c:pt idx="121">
                  <c:v>0.97492846148538914</c:v>
                </c:pt>
                <c:pt idx="122">
                  <c:v>0.97552362142110505</c:v>
                </c:pt>
                <c:pt idx="123">
                  <c:v>0.97610902610477757</c:v>
                </c:pt>
                <c:pt idx="124">
                  <c:v>0.97668483427810449</c:v>
                </c:pt>
                <c:pt idx="125">
                  <c:v>0.97725120071222182</c:v>
                </c:pt>
                <c:pt idx="126">
                  <c:v>0.97780827632309286</c:v>
                </c:pt>
                <c:pt idx="127">
                  <c:v>0.97835620828219083</c:v>
                </c:pt>
                <c:pt idx="128">
                  <c:v>0.97889514012266454</c:v>
                </c:pt>
                <c:pt idx="129">
                  <c:v>0.97942521184116793</c:v>
                </c:pt>
                <c:pt idx="130">
                  <c:v>0.97994655999552382</c:v>
                </c:pt>
                <c:pt idx="131">
                  <c:v>0.98045931779837769</c:v>
                </c:pt>
                <c:pt idx="132">
                  <c:v>0.98096361520699282</c:v>
                </c:pt>
                <c:pt idx="133">
                  <c:v>0.98145957900932268</c:v>
                </c:pt>
                <c:pt idx="134">
                  <c:v>0.98194733290649205</c:v>
                </c:pt>
                <c:pt idx="135">
                  <c:v>0.9824269975918053</c:v>
                </c:pt>
                <c:pt idx="136">
                  <c:v>0.98289869082639447</c:v>
                </c:pt>
                <c:pt idx="137">
                  <c:v>0.9833625275116088</c:v>
                </c:pt>
                <c:pt idx="138">
                  <c:v>0.98381861975824025</c:v>
                </c:pt>
                <c:pt idx="139">
                  <c:v>0.98426707695267202</c:v>
                </c:pt>
                <c:pt idx="140">
                  <c:v>0.98470800582002493</c:v>
                </c:pt>
                <c:pt idx="141">
                  <c:v>0.98514151048437404</c:v>
                </c:pt>
                <c:pt idx="142">
                  <c:v>0.98556769252609411</c:v>
                </c:pt>
                <c:pt idx="143">
                  <c:v>0.98598665103638761</c:v>
                </c:pt>
                <c:pt idx="144">
                  <c:v>0.98639848266903818</c:v>
                </c:pt>
                <c:pt idx="145">
                  <c:v>0.98680328168942488</c:v>
                </c:pt>
                <c:pt idx="146">
                  <c:v>0.98720114002082349</c:v>
                </c:pt>
                <c:pt idx="147">
                  <c:v>0.98759214728800859</c:v>
                </c:pt>
                <c:pt idx="148">
                  <c:v>0.98797639085816513</c:v>
                </c:pt>
                <c:pt idx="149">
                  <c:v>0.98835395587910158</c:v>
                </c:pt>
                <c:pt idx="150">
                  <c:v>0.9887249253147492</c:v>
                </c:pt>
                <c:pt idx="151">
                  <c:v>0.9890893799779179</c:v>
                </c:pt>
                <c:pt idx="152">
                  <c:v>0.98944739856026465</c:v>
                </c:pt>
                <c:pt idx="153">
                  <c:v>0.98979905765941678</c:v>
                </c:pt>
                <c:pt idx="154">
                  <c:v>0.99014443180317435</c:v>
                </c:pt>
                <c:pt idx="155">
                  <c:v>0.99048359347069881</c:v>
                </c:pt>
                <c:pt idx="156">
                  <c:v>0.99081661311057223</c:v>
                </c:pt>
                <c:pt idx="157">
                  <c:v>0.9911435591555896</c:v>
                </c:pt>
                <c:pt idx="158">
                  <c:v>0.99146449803411996</c:v>
                </c:pt>
                <c:pt idx="159">
                  <c:v>0.99177949417784039</c:v>
                </c:pt>
                <c:pt idx="160">
                  <c:v>0.9920886100256131</c:v>
                </c:pt>
                <c:pt idx="161">
                  <c:v>0.99239190602323579</c:v>
                </c:pt>
                <c:pt idx="162">
                  <c:v>0.99268944061874798</c:v>
                </c:pt>
                <c:pt idx="163">
                  <c:v>0.99298127025292393</c:v>
                </c:pt>
                <c:pt idx="164">
                  <c:v>0.99326744934451483</c:v>
                </c:pt>
                <c:pt idx="165">
                  <c:v>0.99354803026973382</c:v>
                </c:pt>
                <c:pt idx="166">
                  <c:v>0.99382306333538517</c:v>
                </c:pt>
                <c:pt idx="167">
                  <c:v>0.99409259674493344</c:v>
                </c:pt>
                <c:pt idx="168">
                  <c:v>0.99435667655668725</c:v>
                </c:pt>
                <c:pt idx="169">
                  <c:v>0.99461534663311313</c:v>
                </c:pt>
                <c:pt idx="170">
                  <c:v>0.99486864858012125</c:v>
                </c:pt>
                <c:pt idx="171">
                  <c:v>0.99511662167493342</c:v>
                </c:pt>
                <c:pt idx="172">
                  <c:v>0.99535930278087748</c:v>
                </c:pt>
                <c:pt idx="173">
                  <c:v>0.99559672624711115</c:v>
                </c:pt>
                <c:pt idx="174">
                  <c:v>0.99582892379086441</c:v>
                </c:pt>
                <c:pt idx="175">
                  <c:v>0.99605592435926316</c:v>
                </c:pt>
                <c:pt idx="176">
                  <c:v>0.99627775396714124</c:v>
                </c:pt>
                <c:pt idx="177">
                  <c:v>0.99649443550640449</c:v>
                </c:pt>
                <c:pt idx="178">
                  <c:v>0.99670598852143888</c:v>
                </c:pt>
                <c:pt idx="179">
                  <c:v>0.99691242894365173</c:v>
                </c:pt>
                <c:pt idx="180">
                  <c:v>0.99711376877640923</c:v>
                </c:pt>
                <c:pt idx="181">
                  <c:v>0.99731001571919964</c:v>
                </c:pt>
                <c:pt idx="182">
                  <c:v>0.99750117271659167</c:v>
                </c:pt>
                <c:pt idx="183">
                  <c:v>0.99768723741311238</c:v>
                </c:pt>
                <c:pt idx="184">
                  <c:v>0.997868201489018</c:v>
                </c:pt>
                <c:pt idx="185">
                  <c:v>0.99804404984328532</c:v>
                </c:pt>
                <c:pt idx="186">
                  <c:v>0.99821475957774475</c:v>
                </c:pt>
                <c:pt idx="187">
                  <c:v>0.99838029871812173</c:v>
                </c:pt>
                <c:pt idx="188">
                  <c:v>0.99854062458051829</c:v>
                </c:pt>
                <c:pt idx="189">
                  <c:v>0.99869568164991607</c:v>
                </c:pt>
                <c:pt idx="190">
                  <c:v>0.99884539877061085</c:v>
                </c:pt>
                <c:pt idx="191">
                  <c:v>0.9989896853386544</c:v>
                </c:pt>
                <c:pt idx="192">
                  <c:v>0.99912842599763452</c:v>
                </c:pt>
                <c:pt idx="193">
                  <c:v>0.99926147299797896</c:v>
                </c:pt>
                <c:pt idx="194">
                  <c:v>0.99938863472437567</c:v>
                </c:pt>
                <c:pt idx="195">
                  <c:v>0.99950965753582099</c:v>
                </c:pt>
                <c:pt idx="196">
                  <c:v>0.99962419494888743</c:v>
                </c:pt>
                <c:pt idx="197">
                  <c:v>0.9997317500510331</c:v>
                </c:pt>
                <c:pt idx="198">
                  <c:v>0.9998315512025292</c:v>
                </c:pt>
                <c:pt idx="199">
                  <c:v>0.99992220838727464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9C1-4A5B-9750-0AD2C6FC6FF9}"/>
            </c:ext>
          </c:extLst>
        </c:ser>
        <c:ser>
          <c:idx val="4"/>
          <c:order val="5"/>
          <c:tx>
            <c:v>AUC=0.9190   3-D ResNet</c:v>
          </c:tx>
          <c:spPr>
            <a:ln w="12700">
              <a:solidFill>
                <a:schemeClr val="accent5"/>
              </a:solidFill>
              <a:prstDash val="dashDot"/>
            </a:ln>
          </c:spPr>
          <c:marker>
            <c:symbol val="none"/>
          </c:marker>
          <c:xVal>
            <c:numRef>
              <c:f>mass!$A$6:$A$206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mass!$F$6:$F$206</c:f>
              <c:numCache>
                <c:formatCode>General</c:formatCode>
                <c:ptCount val="201"/>
                <c:pt idx="0">
                  <c:v>0</c:v>
                </c:pt>
                <c:pt idx="1">
                  <c:v>0.38996868480081992</c:v>
                </c:pt>
                <c:pt idx="2">
                  <c:v>0.46871778143602466</c:v>
                </c:pt>
                <c:pt idx="3">
                  <c:v>0.51888390381333527</c:v>
                </c:pt>
                <c:pt idx="4">
                  <c:v>0.55608750343075064</c:v>
                </c:pt>
                <c:pt idx="5">
                  <c:v>0.58573923264965355</c:v>
                </c:pt>
                <c:pt idx="6">
                  <c:v>0.61040368423400548</c:v>
                </c:pt>
                <c:pt idx="7">
                  <c:v>0.63151202450449273</c:v>
                </c:pt>
                <c:pt idx="8">
                  <c:v>0.64994910671854411</c:v>
                </c:pt>
                <c:pt idx="9">
                  <c:v>0.66630223356664686</c:v>
                </c:pt>
                <c:pt idx="10">
                  <c:v>0.68098211892208727</c:v>
                </c:pt>
                <c:pt idx="11">
                  <c:v>0.69428775459353043</c:v>
                </c:pt>
                <c:pt idx="12">
                  <c:v>0.70644385306158752</c:v>
                </c:pt>
                <c:pt idx="13">
                  <c:v>0.71762374138136054</c:v>
                </c:pt>
                <c:pt idx="14">
                  <c:v>0.7279640237514412</c:v>
                </c:pt>
                <c:pt idx="15">
                  <c:v>0.73757433789457094</c:v>
                </c:pt>
                <c:pt idx="16">
                  <c:v>0.74654405825893178</c:v>
                </c:pt>
                <c:pt idx="17">
                  <c:v>0.75494702887573772</c:v>
                </c:pt>
                <c:pt idx="18">
                  <c:v>0.76284498456410177</c:v>
                </c:pt>
                <c:pt idx="19">
                  <c:v>0.77029007519850667</c:v>
                </c:pt>
                <c:pt idx="20">
                  <c:v>0.77732676206092655</c:v>
                </c:pt>
                <c:pt idx="21">
                  <c:v>0.78399326541669789</c:v>
                </c:pt>
                <c:pt idx="22">
                  <c:v>0.79032268539214123</c:v>
                </c:pt>
                <c:pt idx="23">
                  <c:v>0.7963438810777167</c:v>
                </c:pt>
                <c:pt idx="24">
                  <c:v>0.80208216803498333</c:v>
                </c:pt>
                <c:pt idx="25">
                  <c:v>0.80755987756647385</c:v>
                </c:pt>
                <c:pt idx="26">
                  <c:v>0.81279680946427146</c:v>
                </c:pt>
                <c:pt idx="27">
                  <c:v>0.81781060175743581</c:v>
                </c:pt>
                <c:pt idx="28">
                  <c:v>0.82261703512130402</c:v>
                </c:pt>
                <c:pt idx="29">
                  <c:v>0.82723028536718712</c:v>
                </c:pt>
                <c:pt idx="30">
                  <c:v>0.83166313431549754</c:v>
                </c:pt>
                <c:pt idx="31">
                  <c:v>0.83592714704142024</c:v>
                </c:pt>
                <c:pt idx="32">
                  <c:v>0.84003282174477856</c:v>
                </c:pt>
                <c:pt idx="33">
                  <c:v>0.84398971717783122</c:v>
                </c:pt>
                <c:pt idx="34">
                  <c:v>0.84780656155558498</c:v>
                </c:pt>
                <c:pt idx="35">
                  <c:v>0.85149134609363919</c:v>
                </c:pt>
                <c:pt idx="36">
                  <c:v>0.85505140571138583</c:v>
                </c:pt>
                <c:pt idx="37">
                  <c:v>0.8584934889617778</c:v>
                </c:pt>
                <c:pt idx="38">
                  <c:v>0.86182381887206161</c:v>
                </c:pt>
                <c:pt idx="39">
                  <c:v>0.86504814607988001</c:v>
                </c:pt>
                <c:pt idx="40">
                  <c:v>0.86817179540881517</c:v>
                </c:pt>
                <c:pt idx="41">
                  <c:v>0.87119970683369341</c:v>
                </c:pt>
                <c:pt idx="42">
                  <c:v>0.87413647162889696</c:v>
                </c:pt>
                <c:pt idx="43">
                  <c:v>0.87698636436487931</c:v>
                </c:pt>
                <c:pt idx="44">
                  <c:v>0.87975337131315656</c:v>
                </c:pt>
                <c:pt idx="45">
                  <c:v>0.88244121573364664</c:v>
                </c:pt>
                <c:pt idx="46">
                  <c:v>0.8850533804467422</c:v>
                </c:pt>
                <c:pt idx="47">
                  <c:v>0.88759312803310919</c:v>
                </c:pt>
                <c:pt idx="48">
                  <c:v>0.8900635189546181</c:v>
                </c:pt>
                <c:pt idx="49">
                  <c:v>0.8924674278482847</c:v>
                </c:pt>
                <c:pt idx="50">
                  <c:v>0.89480755821014379</c:v>
                </c:pt>
                <c:pt idx="51">
                  <c:v>0.89708645565648137</c:v>
                </c:pt>
                <c:pt idx="52">
                  <c:v>0.89930651992484645</c:v>
                </c:pt>
                <c:pt idx="53">
                  <c:v>0.90147001575600805</c:v>
                </c:pt>
                <c:pt idx="54">
                  <c:v>0.9035790827798944</c:v>
                </c:pt>
                <c:pt idx="55">
                  <c:v>0.9056357445130313</c:v>
                </c:pt>
                <c:pt idx="56">
                  <c:v>0.9076419165616848</c:v>
                </c:pt>
                <c:pt idx="57">
                  <c:v>0.90959941411344813</c:v>
                </c:pt>
                <c:pt idx="58">
                  <c:v>0.91150995879011976</c:v>
                </c:pt>
                <c:pt idx="59">
                  <c:v>0.91337518492615777</c:v>
                </c:pt>
                <c:pt idx="60">
                  <c:v>0.9151966453295618</c:v>
                </c:pt>
                <c:pt idx="61">
                  <c:v>0.9169758165755727</c:v>
                </c:pt>
                <c:pt idx="62">
                  <c:v>0.91871410387794239</c:v>
                </c:pt>
                <c:pt idx="63">
                  <c:v>0.92041284557759862</c:v>
                </c:pt>
                <c:pt idx="64">
                  <c:v>0.92207331728421327</c:v>
                </c:pt>
                <c:pt idx="65">
                  <c:v>0.92369673570239741</c:v>
                </c:pt>
                <c:pt idx="66">
                  <c:v>0.92528426217090609</c:v>
                </c:pt>
                <c:pt idx="67">
                  <c:v>0.92683700594030205</c:v>
                </c:pt>
                <c:pt idx="68">
                  <c:v>0.92835602721193178</c:v>
                </c:pt>
                <c:pt idx="69">
                  <c:v>0.92984233995876497</c:v>
                </c:pt>
                <c:pt idx="70">
                  <c:v>0.93129691454661812</c:v>
                </c:pt>
                <c:pt idx="71">
                  <c:v>0.93272068017246779</c:v>
                </c:pt>
                <c:pt idx="72">
                  <c:v>0.93411452713495291</c:v>
                </c:pt>
                <c:pt idx="73">
                  <c:v>0.93547930895072884</c:v>
                </c:pt>
                <c:pt idx="74">
                  <c:v>0.93681584432905562</c:v>
                </c:pt>
                <c:pt idx="75">
                  <c:v>0.93812491901585582</c:v>
                </c:pt>
                <c:pt idx="76">
                  <c:v>0.93940728751745373</c:v>
                </c:pt>
                <c:pt idx="77">
                  <c:v>0.94066367471328471</c:v>
                </c:pt>
                <c:pt idx="78">
                  <c:v>0.94189477736604132</c:v>
                </c:pt>
                <c:pt idx="79">
                  <c:v>0.94310126553697105</c:v>
                </c:pt>
                <c:pt idx="80">
                  <c:v>0.9442837839133823</c:v>
                </c:pt>
                <c:pt idx="81">
                  <c:v>0.94544295305479997</c:v>
                </c:pt>
                <c:pt idx="82">
                  <c:v>0.9465793705636727</c:v>
                </c:pt>
                <c:pt idx="83">
                  <c:v>0.94769361218603931</c:v>
                </c:pt>
                <c:pt idx="84">
                  <c:v>0.94878623284711383</c:v>
                </c:pt>
                <c:pt idx="85">
                  <c:v>0.94985776762634222</c:v>
                </c:pt>
                <c:pt idx="86">
                  <c:v>0.9509087326761223</c:v>
                </c:pt>
                <c:pt idx="87">
                  <c:v>0.95193962608803384</c:v>
                </c:pt>
                <c:pt idx="88">
                  <c:v>0.95295092871013287</c:v>
                </c:pt>
                <c:pt idx="89">
                  <c:v>0.95394310491857792</c:v>
                </c:pt>
                <c:pt idx="90">
                  <c:v>0.95491660334661033</c:v>
                </c:pt>
                <c:pt idx="91">
                  <c:v>0.95587185757367554</c:v>
                </c:pt>
                <c:pt idx="92">
                  <c:v>0.95680928677726396</c:v>
                </c:pt>
                <c:pt idx="93">
                  <c:v>0.95772929634985737</c:v>
                </c:pt>
                <c:pt idx="94">
                  <c:v>0.95863227848318866</c:v>
                </c:pt>
                <c:pt idx="95">
                  <c:v>0.95951861272186478</c:v>
                </c:pt>
                <c:pt idx="96">
                  <c:v>0.96038866648824828</c:v>
                </c:pt>
                <c:pt idx="97">
                  <c:v>0.96124279558036463</c:v>
                </c:pt>
                <c:pt idx="98">
                  <c:v>0.96208134464447037</c:v>
                </c:pt>
                <c:pt idx="99">
                  <c:v>0.96290464762380534</c:v>
                </c:pt>
                <c:pt idx="100">
                  <c:v>0.96371302818494708</c:v>
                </c:pt>
                <c:pt idx="101">
                  <c:v>0.96450691809095845</c:v>
                </c:pt>
                <c:pt idx="102">
                  <c:v>0.96528676875660657</c:v>
                </c:pt>
                <c:pt idx="103">
                  <c:v>0.96605284909486722</c:v>
                </c:pt>
                <c:pt idx="104">
                  <c:v>0.96680543288248944</c:v>
                </c:pt>
                <c:pt idx="105">
                  <c:v>0.96754478610393801</c:v>
                </c:pt>
                <c:pt idx="106">
                  <c:v>0.96827116723163309</c:v>
                </c:pt>
                <c:pt idx="107">
                  <c:v>0.96898482749352077</c:v>
                </c:pt>
                <c:pt idx="108">
                  <c:v>0.96968601112864217</c:v>
                </c:pt>
                <c:pt idx="109">
                  <c:v>0.97037495563132925</c:v>
                </c:pt>
                <c:pt idx="110">
                  <c:v>0.9710518919846145</c:v>
                </c:pt>
                <c:pt idx="111">
                  <c:v>0.97171704488340738</c:v>
                </c:pt>
                <c:pt idx="112">
                  <c:v>0.97237063294795612</c:v>
                </c:pt>
                <c:pt idx="113">
                  <c:v>0.9730128689280827</c:v>
                </c:pt>
                <c:pt idx="114">
                  <c:v>0.97364395989864838</c:v>
                </c:pt>
                <c:pt idx="115">
                  <c:v>0.97426410744668135</c:v>
                </c:pt>
                <c:pt idx="116">
                  <c:v>0.97487350785057103</c:v>
                </c:pt>
                <c:pt idx="117">
                  <c:v>0.97547235225171225</c:v>
                </c:pt>
                <c:pt idx="118">
                  <c:v>0.97606082681895545</c:v>
                </c:pt>
                <c:pt idx="119">
                  <c:v>0.97663911290620398</c:v>
                </c:pt>
                <c:pt idx="120">
                  <c:v>0.97720738720347444</c:v>
                </c:pt>
                <c:pt idx="121">
                  <c:v>0.97776582188172156</c:v>
                </c:pt>
                <c:pt idx="122">
                  <c:v>0.97831458473170918</c:v>
                </c:pt>
                <c:pt idx="123">
                  <c:v>0.9788538392971935</c:v>
                </c:pt>
                <c:pt idx="124">
                  <c:v>0.97938374500267</c:v>
                </c:pt>
                <c:pt idx="125">
                  <c:v>0.97990445727591846</c:v>
                </c:pt>
                <c:pt idx="126">
                  <c:v>0.98041612766557074</c:v>
                </c:pt>
                <c:pt idx="127">
                  <c:v>0.98091890395390813</c:v>
                </c:pt>
                <c:pt idx="128">
                  <c:v>0.98141293026508714</c:v>
                </c:pt>
                <c:pt idx="129">
                  <c:v>0.98189834716897795</c:v>
                </c:pt>
                <c:pt idx="130">
                  <c:v>0.98237529178078931</c:v>
                </c:pt>
                <c:pt idx="131">
                  <c:v>0.98284389785664439</c:v>
                </c:pt>
                <c:pt idx="132">
                  <c:v>0.98330429588525936</c:v>
                </c:pt>
                <c:pt idx="133">
                  <c:v>0.98375661317586971</c:v>
                </c:pt>
                <c:pt idx="134">
                  <c:v>0.98420097394253614</c:v>
                </c:pt>
                <c:pt idx="135">
                  <c:v>0.98463749938495715</c:v>
                </c:pt>
                <c:pt idx="136">
                  <c:v>0.98506630776590265</c:v>
                </c:pt>
                <c:pt idx="137">
                  <c:v>0.98548751448537764</c:v>
                </c:pt>
                <c:pt idx="138">
                  <c:v>0.98590123215161318</c:v>
                </c:pt>
                <c:pt idx="139">
                  <c:v>0.98630757064897767</c:v>
                </c:pt>
                <c:pt idx="140">
                  <c:v>0.98670663720288898</c:v>
                </c:pt>
                <c:pt idx="141">
                  <c:v>0.9870985364418039</c:v>
                </c:pt>
                <c:pt idx="142">
                  <c:v>0.98748337045634949</c:v>
                </c:pt>
                <c:pt idx="143">
                  <c:v>0.98786123885565591</c:v>
                </c:pt>
                <c:pt idx="144">
                  <c:v>0.98823223882093947</c:v>
                </c:pt>
                <c:pt idx="145">
                  <c:v>0.98859646515637811</c:v>
                </c:pt>
                <c:pt idx="146">
                  <c:v>0.98895401033731034</c:v>
                </c:pt>
                <c:pt idx="147">
                  <c:v>0.98930496455578187</c:v>
                </c:pt>
                <c:pt idx="148">
                  <c:v>0.98964941576345211</c:v>
                </c:pt>
                <c:pt idx="149">
                  <c:v>0.9899874497118647</c:v>
                </c:pt>
                <c:pt idx="150">
                  <c:v>0.99031914999007364</c:v>
                </c:pt>
                <c:pt idx="151">
                  <c:v>0.9906445980596037</c:v>
                </c:pt>
                <c:pt idx="152">
                  <c:v>0.99096387328671565</c:v>
                </c:pt>
                <c:pt idx="153">
                  <c:v>0.9912770529719247</c:v>
                </c:pt>
                <c:pt idx="154">
                  <c:v>0.99158421237671479</c:v>
                </c:pt>
                <c:pt idx="155">
                  <c:v>0.99188542474736385</c:v>
                </c:pt>
                <c:pt idx="156">
                  <c:v>0.99218076133578514</c:v>
                </c:pt>
                <c:pt idx="157">
                  <c:v>0.99247029141725995</c:v>
                </c:pt>
                <c:pt idx="158">
                  <c:v>0.99275408230491902</c:v>
                </c:pt>
                <c:pt idx="159">
                  <c:v>0.99303219936079634</c:v>
                </c:pt>
                <c:pt idx="160">
                  <c:v>0.99330470600325083</c:v>
                </c:pt>
                <c:pt idx="161">
                  <c:v>0.9935716637105112</c:v>
                </c:pt>
                <c:pt idx="162">
                  <c:v>0.99383313202005918</c:v>
                </c:pt>
                <c:pt idx="163">
                  <c:v>0.99408916852351281</c:v>
                </c:pt>
                <c:pt idx="164">
                  <c:v>0.9943398288566152</c:v>
                </c:pt>
                <c:pt idx="165">
                  <c:v>0.99458516668386476</c:v>
                </c:pt>
                <c:pt idx="166">
                  <c:v>0.99482523367723863</c:v>
                </c:pt>
                <c:pt idx="167">
                  <c:v>0.99506007948836761</c:v>
                </c:pt>
                <c:pt idx="168">
                  <c:v>0.99528975171340006</c:v>
                </c:pt>
                <c:pt idx="169">
                  <c:v>0.99551429584965412</c:v>
                </c:pt>
                <c:pt idx="170">
                  <c:v>0.99573375524298824</c:v>
                </c:pt>
                <c:pt idx="171">
                  <c:v>0.99594817102461064</c:v>
                </c:pt>
                <c:pt idx="172">
                  <c:v>0.99615758203579619</c:v>
                </c:pt>
                <c:pt idx="173">
                  <c:v>0.99636202473866597</c:v>
                </c:pt>
                <c:pt idx="174">
                  <c:v>0.99656153311079276</c:v>
                </c:pt>
                <c:pt idx="175">
                  <c:v>0.99675613852091161</c:v>
                </c:pt>
                <c:pt idx="176">
                  <c:v>0.99694586958239384</c:v>
                </c:pt>
                <c:pt idx="177">
                  <c:v>0.99713075198035994</c:v>
                </c:pt>
                <c:pt idx="178">
                  <c:v>0.99731080826729535</c:v>
                </c:pt>
                <c:pt idx="179">
                  <c:v>0.99748605762072229</c:v>
                </c:pt>
                <c:pt idx="180">
                  <c:v>0.99765651555475443</c:v>
                </c:pt>
                <c:pt idx="181">
                  <c:v>0.99782219357507496</c:v>
                </c:pt>
                <c:pt idx="182">
                  <c:v>0.99798309876379232</c:v>
                </c:pt>
                <c:pt idx="183">
                  <c:v>0.99813923327642262</c:v>
                </c:pt>
                <c:pt idx="184">
                  <c:v>0.99829059372741147</c:v>
                </c:pt>
                <c:pt idx="185">
                  <c:v>0.99843717043237723</c:v>
                </c:pt>
                <c:pt idx="186">
                  <c:v>0.99857894646342671</c:v>
                </c:pt>
                <c:pt idx="187">
                  <c:v>0.99871589645651271</c:v>
                </c:pt>
                <c:pt idx="188">
                  <c:v>0.99884798508364936</c:v>
                </c:pt>
                <c:pt idx="189">
                  <c:v>0.9989751650623564</c:v>
                </c:pt>
                <c:pt idx="190">
                  <c:v>0.99909737451014624</c:v>
                </c:pt>
                <c:pt idx="191">
                  <c:v>0.99921453334499211</c:v>
                </c:pt>
                <c:pt idx="192">
                  <c:v>0.99932653824800721</c:v>
                </c:pt>
                <c:pt idx="193">
                  <c:v>0.99943325536848793</c:v>
                </c:pt>
                <c:pt idx="194">
                  <c:v>0.9995345093004645</c:v>
                </c:pt>
                <c:pt idx="195">
                  <c:v>0.99963006549611988</c:v>
                </c:pt>
                <c:pt idx="196">
                  <c:v>0.9997196001202181</c:v>
                </c:pt>
                <c:pt idx="197">
                  <c:v>0.9998026429445549</c:v>
                </c:pt>
                <c:pt idx="198">
                  <c:v>0.99987845157499933</c:v>
                </c:pt>
                <c:pt idx="199">
                  <c:v>0.99994565103205757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49C1-4A5B-9750-0AD2C6FC6FF9}"/>
            </c:ext>
          </c:extLst>
        </c:ser>
        <c:ser>
          <c:idx val="5"/>
          <c:order val="6"/>
          <c:tx>
            <c:v>AUC=0.9294   3-D Inception</c:v>
          </c:tx>
          <c:spPr>
            <a:ln w="12700">
              <a:solidFill>
                <a:srgbClr val="7030A0"/>
              </a:solidFill>
              <a:prstDash val="dash"/>
            </a:ln>
          </c:spPr>
          <c:marker>
            <c:symbol val="none"/>
          </c:marker>
          <c:xVal>
            <c:numRef>
              <c:f>mass!$A$6:$A$206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mass!$G$6:$G$206</c:f>
              <c:numCache>
                <c:formatCode>General</c:formatCode>
                <c:ptCount val="201"/>
                <c:pt idx="0">
                  <c:v>0</c:v>
                </c:pt>
                <c:pt idx="1">
                  <c:v>0.33787603444168474</c:v>
                </c:pt>
                <c:pt idx="2">
                  <c:v>0.42806068702041</c:v>
                </c:pt>
                <c:pt idx="3">
                  <c:v>0.48688093884277706</c:v>
                </c:pt>
                <c:pt idx="4">
                  <c:v>0.53093752847812858</c:v>
                </c:pt>
                <c:pt idx="5">
                  <c:v>0.56620528446310114</c:v>
                </c:pt>
                <c:pt idx="6">
                  <c:v>0.59558517250805498</c:v>
                </c:pt>
                <c:pt idx="7">
                  <c:v>0.62072329487916789</c:v>
                </c:pt>
                <c:pt idx="8">
                  <c:v>0.64265048719959261</c:v>
                </c:pt>
                <c:pt idx="9">
                  <c:v>0.66205792718026668</c:v>
                </c:pt>
                <c:pt idx="10">
                  <c:v>0.67943299235716326</c:v>
                </c:pt>
                <c:pt idx="11">
                  <c:v>0.69513293809788412</c:v>
                </c:pt>
                <c:pt idx="12">
                  <c:v>0.70942783183832292</c:v>
                </c:pt>
                <c:pt idx="13">
                  <c:v>0.72252701983272827</c:v>
                </c:pt>
                <c:pt idx="14">
                  <c:v>0.73459619911075169</c:v>
                </c:pt>
                <c:pt idx="15">
                  <c:v>0.7457688486281393</c:v>
                </c:pt>
                <c:pt idx="16">
                  <c:v>0.75615412716443564</c:v>
                </c:pt>
                <c:pt idx="17">
                  <c:v>0.7658424777302979</c:v>
                </c:pt>
                <c:pt idx="18">
                  <c:v>0.7749096971449172</c:v>
                </c:pt>
                <c:pt idx="19">
                  <c:v>0.78341995103133233</c:v>
                </c:pt>
                <c:pt idx="20">
                  <c:v>0.79142804730401861</c:v>
                </c:pt>
                <c:pt idx="21">
                  <c:v>0.79898117756825249</c:v>
                </c:pt>
                <c:pt idx="22">
                  <c:v>0.80612026974130413</c:v>
                </c:pt>
                <c:pt idx="23">
                  <c:v>0.8128810519749351</c:v>
                </c:pt>
                <c:pt idx="24">
                  <c:v>0.81929489905153685</c:v>
                </c:pt>
                <c:pt idx="25">
                  <c:v>0.82538951270567606</c:v>
                </c:pt>
                <c:pt idx="26">
                  <c:v>0.83118947362366424</c:v>
                </c:pt>
                <c:pt idx="27">
                  <c:v>0.83671669319981312</c:v>
                </c:pt>
                <c:pt idx="28">
                  <c:v>0.84199078619337542</c:v>
                </c:pt>
                <c:pt idx="29">
                  <c:v>0.84702938039043052</c:v>
                </c:pt>
                <c:pt idx="30">
                  <c:v>0.85184837566579108</c:v>
                </c:pt>
                <c:pt idx="31">
                  <c:v>0.85646216207814752</c:v>
                </c:pt>
                <c:pt idx="32">
                  <c:v>0.86088380455283431</c:v>
                </c:pt>
                <c:pt idx="33">
                  <c:v>0.86512520012618932</c:v>
                </c:pt>
                <c:pt idx="34">
                  <c:v>0.86919721251267712</c:v>
                </c:pt>
                <c:pt idx="35">
                  <c:v>0.8731097878171592</c:v>
                </c:pt>
                <c:pt idx="36">
                  <c:v>0.87687205448204664</c:v>
                </c:pt>
                <c:pt idx="37">
                  <c:v>0.88049240998293121</c:v>
                </c:pt>
                <c:pt idx="38">
                  <c:v>0.8839785963299569</c:v>
                </c:pt>
                <c:pt idx="39">
                  <c:v>0.88733776606831727</c:v>
                </c:pt>
                <c:pt idx="40">
                  <c:v>0.89057654017924204</c:v>
                </c:pt>
                <c:pt idx="41">
                  <c:v>0.89370105904708874</c:v>
                </c:pt>
                <c:pt idx="42">
                  <c:v>0.89671702746672688</c:v>
                </c:pt>
                <c:pt idx="43">
                  <c:v>0.89962975450914318</c:v>
                </c:pt>
                <c:pt idx="44">
                  <c:v>0.9024441889349808</c:v>
                </c:pt>
                <c:pt idx="45">
                  <c:v>0.90516495074000436</c:v>
                </c:pt>
                <c:pt idx="46">
                  <c:v>0.90779635932891478</c:v>
                </c:pt>
                <c:pt idx="47">
                  <c:v>0.91034245874108155</c:v>
                </c:pt>
                <c:pt idx="48">
                  <c:v>0.91280704029088489</c:v>
                </c:pt>
                <c:pt idx="49">
                  <c:v>0.91519366293429771</c:v>
                </c:pt>
                <c:pt idx="50">
                  <c:v>0.91750567163033814</c:v>
                </c:pt>
                <c:pt idx="51">
                  <c:v>0.91974621392967992</c:v>
                </c:pt>
                <c:pt idx="52">
                  <c:v>0.9219182549918854</c:v>
                </c:pt>
                <c:pt idx="53">
                  <c:v>0.92402459120649161</c:v>
                </c:pt>
                <c:pt idx="54">
                  <c:v>0.9260678625707881</c:v>
                </c:pt>
                <c:pt idx="55">
                  <c:v>0.92805056395794261</c:v>
                </c:pt>
                <c:pt idx="56">
                  <c:v>0.92997505539265457</c:v>
                </c:pt>
                <c:pt idx="57">
                  <c:v>0.93184357143732655</c:v>
                </c:pt>
                <c:pt idx="58">
                  <c:v>0.93365822977948187</c:v>
                </c:pt>
                <c:pt idx="59">
                  <c:v>0.93542103910053664</c:v>
                </c:pt>
                <c:pt idx="60">
                  <c:v>0.93713390629681914</c:v>
                </c:pt>
                <c:pt idx="61">
                  <c:v>0.93879864311569272</c:v>
                </c:pt>
                <c:pt idx="62">
                  <c:v>0.94041697226264775</c:v>
                </c:pt>
                <c:pt idx="63">
                  <c:v>0.94199053302908908</c:v>
                </c:pt>
                <c:pt idx="64">
                  <c:v>0.94352088648518595</c:v>
                </c:pt>
                <c:pt idx="65">
                  <c:v>0.94500952027743046</c:v>
                </c:pt>
                <c:pt idx="66">
                  <c:v>0.94645785306639774</c:v>
                </c:pt>
                <c:pt idx="67">
                  <c:v>0.94786723863654287</c:v>
                </c:pt>
                <c:pt idx="68">
                  <c:v>0.94923896970662847</c:v>
                </c:pt>
                <c:pt idx="69">
                  <c:v>0.95057428146651468</c:v>
                </c:pt>
                <c:pt idx="70">
                  <c:v>0.95187435486349981</c:v>
                </c:pt>
                <c:pt idx="71">
                  <c:v>0.95314031965914037</c:v>
                </c:pt>
                <c:pt idx="72">
                  <c:v>0.95437325727546929</c:v>
                </c:pt>
                <c:pt idx="73">
                  <c:v>0.95557420344773736</c:v>
                </c:pt>
                <c:pt idx="74">
                  <c:v>0.95674415069920216</c:v>
                </c:pt>
                <c:pt idx="75">
                  <c:v>0.95788405065205584</c:v>
                </c:pt>
                <c:pt idx="76">
                  <c:v>0.95899481618729843</c:v>
                </c:pt>
                <c:pt idx="77">
                  <c:v>0.96007732346521424</c:v>
                </c:pt>
                <c:pt idx="78">
                  <c:v>0.96113241381707215</c:v>
                </c:pt>
                <c:pt idx="79">
                  <c:v>0.96216089551773987</c:v>
                </c:pt>
                <c:pt idx="80">
                  <c:v>0.96316354544806382</c:v>
                </c:pt>
                <c:pt idx="81">
                  <c:v>0.96414111065510866</c:v>
                </c:pt>
                <c:pt idx="82">
                  <c:v>0.96509430981766664</c:v>
                </c:pt>
                <c:pt idx="83">
                  <c:v>0.96602383462382813</c:v>
                </c:pt>
                <c:pt idx="84">
                  <c:v>0.96693035106684444</c:v>
                </c:pt>
                <c:pt idx="85">
                  <c:v>0.96781450066500641</c:v>
                </c:pt>
                <c:pt idx="86">
                  <c:v>0.96867690161079922</c:v>
                </c:pt>
                <c:pt idx="87">
                  <c:v>0.96951814985417606</c:v>
                </c:pt>
                <c:pt idx="88">
                  <c:v>0.97033882012441075</c:v>
                </c:pt>
                <c:pt idx="89">
                  <c:v>0.97113946689464281</c:v>
                </c:pt>
                <c:pt idx="90">
                  <c:v>0.97192062529290923</c:v>
                </c:pt>
                <c:pt idx="91">
                  <c:v>0.97268281196317075</c:v>
                </c:pt>
                <c:pt idx="92">
                  <c:v>0.97342652587957257</c:v>
                </c:pt>
                <c:pt idx="93">
                  <c:v>0.97415224911694054</c:v>
                </c:pt>
                <c:pt idx="94">
                  <c:v>0.974860447580291</c:v>
                </c:pt>
                <c:pt idx="95">
                  <c:v>0.97555157169592754</c:v>
                </c:pt>
                <c:pt idx="96">
                  <c:v>0.97622605706651533</c:v>
                </c:pt>
                <c:pt idx="97">
                  <c:v>0.97688432509235024</c:v>
                </c:pt>
                <c:pt idx="98">
                  <c:v>0.97752678356088185</c:v>
                </c:pt>
                <c:pt idx="99">
                  <c:v>0.97815382720640787</c:v>
                </c:pt>
                <c:pt idx="100">
                  <c:v>0.97876583824172136</c:v>
                </c:pt>
                <c:pt idx="101">
                  <c:v>0.97936327537081047</c:v>
                </c:pt>
                <c:pt idx="102">
                  <c:v>0.97994660534696454</c:v>
                </c:pt>
                <c:pt idx="103">
                  <c:v>0.9805161526600098</c:v>
                </c:pt>
                <c:pt idx="104">
                  <c:v>0.98107224167146445</c:v>
                </c:pt>
                <c:pt idx="105">
                  <c:v>0.98161518720989605</c:v>
                </c:pt>
                <c:pt idx="106">
                  <c:v>0.98214529492394476</c:v>
                </c:pt>
                <c:pt idx="107">
                  <c:v>0.98266286161940863</c:v>
                </c:pt>
                <c:pt idx="108">
                  <c:v>0.98316817558124148</c:v>
                </c:pt>
                <c:pt idx="109">
                  <c:v>0.98366151688125814</c:v>
                </c:pt>
                <c:pt idx="110">
                  <c:v>0.98414315767229688</c:v>
                </c:pt>
                <c:pt idx="111">
                  <c:v>0.98461336246954034</c:v>
                </c:pt>
                <c:pt idx="112">
                  <c:v>0.98507238841965727</c:v>
                </c:pt>
                <c:pt idx="113">
                  <c:v>0.98552048555838501</c:v>
                </c:pt>
                <c:pt idx="114">
                  <c:v>0.98595789705713766</c:v>
                </c:pt>
                <c:pt idx="115">
                  <c:v>0.98638485945919085</c:v>
                </c:pt>
                <c:pt idx="116">
                  <c:v>0.98680160290596064</c:v>
                </c:pt>
                <c:pt idx="117">
                  <c:v>0.98720835135386464</c:v>
                </c:pt>
                <c:pt idx="118">
                  <c:v>0.98760532278222801</c:v>
                </c:pt>
                <c:pt idx="119">
                  <c:v>0.98799272939266525</c:v>
                </c:pt>
                <c:pt idx="120">
                  <c:v>0.98837077780035054</c:v>
                </c:pt>
                <c:pt idx="121">
                  <c:v>0.98873966921756196</c:v>
                </c:pt>
                <c:pt idx="122">
                  <c:v>0.98909959962986582</c:v>
                </c:pt>
                <c:pt idx="123">
                  <c:v>0.98945075996528498</c:v>
                </c:pt>
                <c:pt idx="124">
                  <c:v>0.9897933362567789</c:v>
                </c:pt>
                <c:pt idx="125">
                  <c:v>0.99012750979834363</c:v>
                </c:pt>
                <c:pt idx="126">
                  <c:v>0.99045345729502243</c:v>
                </c:pt>
                <c:pt idx="127">
                  <c:v>0.99077135100710434</c:v>
                </c:pt>
                <c:pt idx="128">
                  <c:v>0.99108135888877169</c:v>
                </c:pt>
                <c:pt idx="129">
                  <c:v>0.99138364472144336</c:v>
                </c:pt>
                <c:pt idx="130">
                  <c:v>0.99167836824204936</c:v>
                </c:pt>
                <c:pt idx="131">
                  <c:v>0.99196568526645679</c:v>
                </c:pt>
                <c:pt idx="132">
                  <c:v>0.99224574780825914</c:v>
                </c:pt>
                <c:pt idx="133">
                  <c:v>0.99251870419312782</c:v>
                </c:pt>
                <c:pt idx="134">
                  <c:v>0.99278469916891354</c:v>
                </c:pt>
                <c:pt idx="135">
                  <c:v>0.99304387401167793</c:v>
                </c:pt>
                <c:pt idx="136">
                  <c:v>0.99329636662782483</c:v>
                </c:pt>
                <c:pt idx="137">
                  <c:v>0.99354231165249096</c:v>
                </c:pt>
                <c:pt idx="138">
                  <c:v>0.99378184054434948</c:v>
                </c:pt>
                <c:pt idx="139">
                  <c:v>0.99401508167697039</c:v>
                </c:pt>
                <c:pt idx="140">
                  <c:v>0.9942421604268743</c:v>
                </c:pt>
                <c:pt idx="141">
                  <c:v>0.99446319925840909</c:v>
                </c:pt>
                <c:pt idx="142">
                  <c:v>0.99467831780557281</c:v>
                </c:pt>
                <c:pt idx="143">
                  <c:v>0.99488763295089666</c:v>
                </c:pt>
                <c:pt idx="144">
                  <c:v>0.99509125890149996</c:v>
                </c:pt>
                <c:pt idx="145">
                  <c:v>0.99528930726241815</c:v>
                </c:pt>
                <c:pt idx="146">
                  <c:v>0.99548188710730245</c:v>
                </c:pt>
                <c:pt idx="147">
                  <c:v>0.99566910504658213</c:v>
                </c:pt>
                <c:pt idx="148">
                  <c:v>0.99585106529317402</c:v>
                </c:pt>
                <c:pt idx="149">
                  <c:v>0.99602786972582247</c:v>
                </c:pt>
                <c:pt idx="150">
                  <c:v>0.99619961795013956</c:v>
                </c:pt>
                <c:pt idx="151">
                  <c:v>0.99636640735741988</c:v>
                </c:pt>
                <c:pt idx="152">
                  <c:v>0.99652833318128942</c:v>
                </c:pt>
                <c:pt idx="153">
                  <c:v>0.99668548855224803</c:v>
                </c:pt>
                <c:pt idx="154">
                  <c:v>0.99683796455015916</c:v>
                </c:pt>
                <c:pt idx="155">
                  <c:v>0.99698585025473063</c:v>
                </c:pt>
                <c:pt idx="156">
                  <c:v>0.99712923279402887</c:v>
                </c:pt>
                <c:pt idx="157">
                  <c:v>0.9972681973910601</c:v>
                </c:pt>
                <c:pt idx="158">
                  <c:v>0.99740282740844544</c:v>
                </c:pt>
                <c:pt idx="159">
                  <c:v>0.9975332043912094</c:v>
                </c:pt>
                <c:pt idx="160">
                  <c:v>0.99765940810769516</c:v>
                </c:pt>
                <c:pt idx="161">
                  <c:v>0.99778151658860714</c:v>
                </c:pt>
                <c:pt idx="162">
                  <c:v>0.99789960616417694</c:v>
                </c:pt>
                <c:pt idx="163">
                  <c:v>0.99801375149943283</c:v>
                </c:pt>
                <c:pt idx="164">
                  <c:v>0.99812402562754332</c:v>
                </c:pt>
                <c:pt idx="165">
                  <c:v>0.99823049998119029</c:v>
                </c:pt>
                <c:pt idx="166">
                  <c:v>0.99833324442190985</c:v>
                </c:pt>
                <c:pt idx="167">
                  <c:v>0.99843232726732001</c:v>
                </c:pt>
                <c:pt idx="168">
                  <c:v>0.99852781531613211</c:v>
                </c:pt>
                <c:pt idx="169">
                  <c:v>0.99861977387081335</c:v>
                </c:pt>
                <c:pt idx="170">
                  <c:v>0.99870826675773661</c:v>
                </c:pt>
                <c:pt idx="171">
                  <c:v>0.99879335634461364</c:v>
                </c:pt>
                <c:pt idx="172">
                  <c:v>0.9988751035549579</c:v>
                </c:pt>
                <c:pt idx="173">
                  <c:v>0.99895356787926493</c:v>
                </c:pt>
                <c:pt idx="174">
                  <c:v>0.99902880738252242</c:v>
                </c:pt>
                <c:pt idx="175">
                  <c:v>0.99910087870757114</c:v>
                </c:pt>
                <c:pt idx="176">
                  <c:v>0.99916983707371765</c:v>
                </c:pt>
                <c:pt idx="177">
                  <c:v>0.99923573626985496</c:v>
                </c:pt>
                <c:pt idx="178">
                  <c:v>0.99929862864114982</c:v>
                </c:pt>
                <c:pt idx="179">
                  <c:v>0.99935856506811127</c:v>
                </c:pt>
                <c:pt idx="180">
                  <c:v>0.99941559493652321</c:v>
                </c:pt>
                <c:pt idx="181">
                  <c:v>0.99946976609629157</c:v>
                </c:pt>
                <c:pt idx="182">
                  <c:v>0.99952112480666677</c:v>
                </c:pt>
                <c:pt idx="183">
                  <c:v>0.99956971566450548</c:v>
                </c:pt>
                <c:pt idx="184">
                  <c:v>0.99961558151111907</c:v>
                </c:pt>
                <c:pt idx="185">
                  <c:v>0.99965876331169501</c:v>
                </c:pt>
                <c:pt idx="186">
                  <c:v>0.9996992999990183</c:v>
                </c:pt>
                <c:pt idx="187">
                  <c:v>0.99973722826991573</c:v>
                </c:pt>
                <c:pt idx="188">
                  <c:v>0.99977258231786315</c:v>
                </c:pt>
                <c:pt idx="189">
                  <c:v>0.99980539347750896</c:v>
                </c:pt>
                <c:pt idx="190">
                  <c:v>0.9998356897446008</c:v>
                </c:pt>
                <c:pt idx="191">
                  <c:v>0.99986349511452954</c:v>
                </c:pt>
                <c:pt idx="192">
                  <c:v>0.99988882864774054</c:v>
                </c:pt>
                <c:pt idx="193">
                  <c:v>0.99991170310679911</c:v>
                </c:pt>
                <c:pt idx="194">
                  <c:v>0.99993212288735578</c:v>
                </c:pt>
                <c:pt idx="195">
                  <c:v>0.99995008070956337</c:v>
                </c:pt>
                <c:pt idx="196">
                  <c:v>0.99996555194671943</c:v>
                </c:pt>
                <c:pt idx="197">
                  <c:v>0.99997848390942801</c:v>
                </c:pt>
                <c:pt idx="198">
                  <c:v>0.99998877237991635</c:v>
                </c:pt>
                <c:pt idx="199">
                  <c:v>0.99999619506024595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49C1-4A5B-9750-0AD2C6FC6FF9}"/>
            </c:ext>
          </c:extLst>
        </c:ser>
        <c:ser>
          <c:idx val="6"/>
          <c:order val="7"/>
          <c:tx>
            <c:v>AUC=0.9191   3-D SE-Net</c:v>
          </c:tx>
          <c:spPr>
            <a:ln w="12700">
              <a:solidFill>
                <a:schemeClr val="accent3"/>
              </a:solidFill>
              <a:prstDash val="lgDash"/>
            </a:ln>
          </c:spPr>
          <c:marker>
            <c:symbol val="none"/>
          </c:marker>
          <c:xVal>
            <c:numRef>
              <c:f>mass!$A$6:$A$206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mass!$H$6:$H$206</c:f>
              <c:numCache>
                <c:formatCode>General</c:formatCode>
                <c:ptCount val="201"/>
                <c:pt idx="0">
                  <c:v>0</c:v>
                </c:pt>
                <c:pt idx="1">
                  <c:v>0.45472063607541391</c:v>
                </c:pt>
                <c:pt idx="2">
                  <c:v>0.52528300674714423</c:v>
                </c:pt>
                <c:pt idx="3">
                  <c:v>0.56921941883752258</c:v>
                </c:pt>
                <c:pt idx="4">
                  <c:v>0.6014165588606738</c:v>
                </c:pt>
                <c:pt idx="5">
                  <c:v>0.62689001251640208</c:v>
                </c:pt>
                <c:pt idx="6">
                  <c:v>0.64797636045160578</c:v>
                </c:pt>
                <c:pt idx="7">
                  <c:v>0.66596313855499534</c:v>
                </c:pt>
                <c:pt idx="8">
                  <c:v>0.68163854244886057</c:v>
                </c:pt>
                <c:pt idx="9">
                  <c:v>0.69552150030283322</c:v>
                </c:pt>
                <c:pt idx="10">
                  <c:v>0.70797245034516365</c:v>
                </c:pt>
                <c:pt idx="11">
                  <c:v>0.71925226009007881</c:v>
                </c:pt>
                <c:pt idx="12">
                  <c:v>0.72955599758594003</c:v>
                </c:pt>
                <c:pt idx="13">
                  <c:v>0.73903345411141574</c:v>
                </c:pt>
                <c:pt idx="14">
                  <c:v>0.74780221693170223</c:v>
                </c:pt>
                <c:pt idx="15">
                  <c:v>0.75595632569087357</c:v>
                </c:pt>
                <c:pt idx="16">
                  <c:v>0.76357219384445862</c:v>
                </c:pt>
                <c:pt idx="17">
                  <c:v>0.77071277290762108</c:v>
                </c:pt>
                <c:pt idx="18">
                  <c:v>0.77743055167012887</c:v>
                </c:pt>
                <c:pt idx="19">
                  <c:v>0.78376976168901802</c:v>
                </c:pt>
                <c:pt idx="20">
                  <c:v>0.78976802902579935</c:v>
                </c:pt>
                <c:pt idx="21">
                  <c:v>0.79545763146734061</c:v>
                </c:pt>
                <c:pt idx="22">
                  <c:v>0.80086646939826178</c:v>
                </c:pt>
                <c:pt idx="23">
                  <c:v>0.80601882534605696</c:v>
                </c:pt>
                <c:pt idx="24">
                  <c:v>0.8109359652105449</c:v>
                </c:pt>
                <c:pt idx="25">
                  <c:v>0.8156366192721014</c:v>
                </c:pt>
                <c:pt idx="26">
                  <c:v>0.82013737077409354</c:v>
                </c:pt>
                <c:pt idx="27">
                  <c:v>0.82445297264382378</c:v>
                </c:pt>
                <c:pt idx="28">
                  <c:v>0.82859660776082489</c:v>
                </c:pt>
                <c:pt idx="29">
                  <c:v>0.83258010445376862</c:v>
                </c:pt>
                <c:pt idx="30">
                  <c:v>0.83641411617708106</c:v>
                </c:pt>
                <c:pt idx="31">
                  <c:v>0.84010827229477947</c:v>
                </c:pt>
                <c:pt idx="32">
                  <c:v>0.84367130538255197</c:v>
                </c:pt>
                <c:pt idx="33">
                  <c:v>0.84711115931095238</c:v>
                </c:pt>
                <c:pt idx="34">
                  <c:v>0.85043508149499669</c:v>
                </c:pt>
                <c:pt idx="35">
                  <c:v>0.85364970201866375</c:v>
                </c:pt>
                <c:pt idx="36">
                  <c:v>0.85676110181653964</c:v>
                </c:pt>
                <c:pt idx="37">
                  <c:v>0.85977487168240874</c:v>
                </c:pt>
                <c:pt idx="38">
                  <c:v>0.86269616354900547</c:v>
                </c:pt>
                <c:pt idx="39">
                  <c:v>0.8655297352243142</c:v>
                </c:pt>
                <c:pt idx="40">
                  <c:v>0.86827998956274188</c:v>
                </c:pt>
                <c:pt idx="41">
                  <c:v>0.87095100888277499</c:v>
                </c:pt>
                <c:pt idx="42">
                  <c:v>0.8735465853077693</c:v>
                </c:pt>
                <c:pt idx="43">
                  <c:v>0.87607024759662144</c:v>
                </c:pt>
                <c:pt idx="44">
                  <c:v>0.87852528494114135</c:v>
                </c:pt>
                <c:pt idx="45">
                  <c:v>0.8809147681329621</c:v>
                </c:pt>
                <c:pt idx="46">
                  <c:v>0.88324156844170554</c:v>
                </c:pt>
                <c:pt idx="47">
                  <c:v>0.88550837449537068</c:v>
                </c:pt>
                <c:pt idx="48">
                  <c:v>0.88771770741161249</c:v>
                </c:pt>
                <c:pt idx="49">
                  <c:v>0.88987193439316759</c:v>
                </c:pt>
                <c:pt idx="50">
                  <c:v>0.8919732809709251</c:v>
                </c:pt>
                <c:pt idx="51">
                  <c:v>0.89402384205303942</c:v>
                </c:pt>
                <c:pt idx="52">
                  <c:v>0.89602559191723608</c:v>
                </c:pt>
                <c:pt idx="53">
                  <c:v>0.8979803932654038</c:v>
                </c:pt>
                <c:pt idx="54">
                  <c:v>0.89989000544419617</c:v>
                </c:pt>
                <c:pt idx="55">
                  <c:v>0.90175609192219985</c:v>
                </c:pt>
                <c:pt idx="56">
                  <c:v>0.90358022710296126</c:v>
                </c:pt>
                <c:pt idx="57">
                  <c:v>0.90536390254345278</c:v>
                </c:pt>
                <c:pt idx="58">
                  <c:v>0.90710853263920299</c:v>
                </c:pt>
                <c:pt idx="59">
                  <c:v>0.90881545983007195</c:v>
                </c:pt>
                <c:pt idx="60">
                  <c:v>0.91048595937438592</c:v>
                </c:pt>
                <c:pt idx="61">
                  <c:v>0.91212124373368764</c:v>
                </c:pt>
                <c:pt idx="62">
                  <c:v>0.91372246660560852</c:v>
                </c:pt>
                <c:pt idx="63">
                  <c:v>0.91529072663821909</c:v>
                </c:pt>
                <c:pt idx="64">
                  <c:v>0.91682707085557735</c:v>
                </c:pt>
                <c:pt idx="65">
                  <c:v>0.91833249782101201</c:v>
                </c:pt>
                <c:pt idx="66">
                  <c:v>0.91980796056186942</c:v>
                </c:pt>
                <c:pt idx="67">
                  <c:v>0.92125436927698712</c:v>
                </c:pt>
                <c:pt idx="68">
                  <c:v>0.922672593845977</c:v>
                </c:pt>
                <c:pt idx="69">
                  <c:v>0.92406346615747126</c:v>
                </c:pt>
                <c:pt idx="70">
                  <c:v>0.92542778227177702</c:v>
                </c:pt>
                <c:pt idx="71">
                  <c:v>0.92676630443187114</c:v>
                </c:pt>
                <c:pt idx="72">
                  <c:v>0.92807976293531191</c:v>
                </c:pt>
                <c:pt idx="73">
                  <c:v>0.92936885787845125</c:v>
                </c:pt>
                <c:pt idx="74">
                  <c:v>0.93063426078325129</c:v>
                </c:pt>
                <c:pt idx="75">
                  <c:v>0.93187661611605621</c:v>
                </c:pt>
                <c:pt idx="76">
                  <c:v>0.93309654270681019</c:v>
                </c:pt>
                <c:pt idx="77">
                  <c:v>0.93429463507644461</c:v>
                </c:pt>
                <c:pt idx="78">
                  <c:v>0.93547146467946662</c:v>
                </c:pt>
                <c:pt idx="79">
                  <c:v>0.93662758106816046</c:v>
                </c:pt>
                <c:pt idx="80">
                  <c:v>0.93776351298425531</c:v>
                </c:pt>
                <c:pt idx="81">
                  <c:v>0.93887976938340945</c:v>
                </c:pt>
                <c:pt idx="82">
                  <c:v>0.93997684039740226</c:v>
                </c:pt>
                <c:pt idx="83">
                  <c:v>0.94105519823852046</c:v>
                </c:pt>
                <c:pt idx="84">
                  <c:v>0.94211529805024818</c:v>
                </c:pt>
                <c:pt idx="85">
                  <c:v>0.94315757870803385</c:v>
                </c:pt>
                <c:pt idx="86">
                  <c:v>0.94418246357360325</c:v>
                </c:pt>
                <c:pt idx="87">
                  <c:v>0.94519036120600719</c:v>
                </c:pt>
                <c:pt idx="88">
                  <c:v>0.94618166603234133</c:v>
                </c:pt>
                <c:pt idx="89">
                  <c:v>0.94715675898084484</c:v>
                </c:pt>
                <c:pt idx="90">
                  <c:v>0.94811600807887486</c:v>
                </c:pt>
                <c:pt idx="91">
                  <c:v>0.94905976901806233</c:v>
                </c:pt>
                <c:pt idx="92">
                  <c:v>0.94998838568877997</c:v>
                </c:pt>
                <c:pt idx="93">
                  <c:v>0.9509021906858931</c:v>
                </c:pt>
                <c:pt idx="94">
                  <c:v>0.95180150578761891</c:v>
                </c:pt>
                <c:pt idx="95">
                  <c:v>0.95268664240918244</c:v>
                </c:pt>
                <c:pt idx="96">
                  <c:v>0.95355790203284052</c:v>
                </c:pt>
                <c:pt idx="97">
                  <c:v>0.95441557661572418</c:v>
                </c:pt>
                <c:pt idx="98">
                  <c:v>0.9552599489768554</c:v>
                </c:pt>
                <c:pt idx="99">
                  <c:v>0.95609129316458996</c:v>
                </c:pt>
                <c:pt idx="100">
                  <c:v>0.95690987480565737</c:v>
                </c:pt>
                <c:pt idx="101">
                  <c:v>0.95771607140521164</c:v>
                </c:pt>
                <c:pt idx="102">
                  <c:v>0.95851028379350844</c:v>
                </c:pt>
                <c:pt idx="103">
                  <c:v>0.95929272974804014</c:v>
                </c:pt>
                <c:pt idx="104">
                  <c:v>0.96006363358192459</c:v>
                </c:pt>
                <c:pt idx="105">
                  <c:v>0.9608232132518596</c:v>
                </c:pt>
                <c:pt idx="106">
                  <c:v>0.96157168058686593</c:v>
                </c:pt>
                <c:pt idx="107">
                  <c:v>0.96230924150665942</c:v>
                </c:pt>
                <c:pt idx="108">
                  <c:v>0.96303609623020292</c:v>
                </c:pt>
                <c:pt idx="109">
                  <c:v>0.96375243947495248</c:v>
                </c:pt>
                <c:pt idx="110">
                  <c:v>0.96445846064728291</c:v>
                </c:pt>
                <c:pt idx="111">
                  <c:v>0.96515434402454825</c:v>
                </c:pt>
                <c:pt idx="112">
                  <c:v>0.96584026892920061</c:v>
                </c:pt>
                <c:pt idx="113">
                  <c:v>0.96651640989537213</c:v>
                </c:pt>
                <c:pt idx="114">
                  <c:v>0.96718293682829481</c:v>
                </c:pt>
                <c:pt idx="115">
                  <c:v>0.96784001515691209</c:v>
                </c:pt>
                <c:pt idx="116">
                  <c:v>0.96848780598001782</c:v>
                </c:pt>
                <c:pt idx="117">
                  <c:v>0.96912646620623499</c:v>
                </c:pt>
                <c:pt idx="118">
                  <c:v>0.96975614868812898</c:v>
                </c:pt>
                <c:pt idx="119">
                  <c:v>0.9703770023507361</c:v>
                </c:pt>
                <c:pt idx="120">
                  <c:v>0.97098917231476634</c:v>
                </c:pt>
                <c:pt idx="121">
                  <c:v>0.9715928000147307</c:v>
                </c:pt>
                <c:pt idx="122">
                  <c:v>0.97218802331222243</c:v>
                </c:pt>
                <c:pt idx="123">
                  <c:v>0.97277497660457557</c:v>
                </c:pt>
                <c:pt idx="124">
                  <c:v>0.97335379092910335</c:v>
                </c:pt>
                <c:pt idx="125">
                  <c:v>0.97392459406311616</c:v>
                </c:pt>
                <c:pt idx="126">
                  <c:v>0.97448751061989891</c:v>
                </c:pt>
                <c:pt idx="127">
                  <c:v>0.97504266214082447</c:v>
                </c:pt>
                <c:pt idx="128">
                  <c:v>0.97559016718376435</c:v>
                </c:pt>
                <c:pt idx="129">
                  <c:v>0.97613014140795251</c:v>
                </c:pt>
                <c:pt idx="130">
                  <c:v>0.97666269765544689</c:v>
                </c:pt>
                <c:pt idx="131">
                  <c:v>0.97718794602932468</c:v>
                </c:pt>
                <c:pt idx="132">
                  <c:v>0.97770599396874169</c:v>
                </c:pt>
                <c:pt idx="133">
                  <c:v>0.97821694632097544</c:v>
                </c:pt>
                <c:pt idx="134">
                  <c:v>0.97872090541056689</c:v>
                </c:pt>
                <c:pt idx="135">
                  <c:v>0.97921797110566677</c:v>
                </c:pt>
                <c:pt idx="136">
                  <c:v>0.97970824088168762</c:v>
                </c:pt>
                <c:pt idx="137">
                  <c:v>0.98019180988235388</c:v>
                </c:pt>
                <c:pt idx="138">
                  <c:v>0.98066877097823901</c:v>
                </c:pt>
                <c:pt idx="139">
                  <c:v>0.98113921482287036</c:v>
                </c:pt>
                <c:pt idx="140">
                  <c:v>0.98160322990647719</c:v>
                </c:pt>
                <c:pt idx="141">
                  <c:v>0.98206090260745227</c:v>
                </c:pt>
                <c:pt idx="142">
                  <c:v>0.98251231724159083</c:v>
                </c:pt>
                <c:pt idx="143">
                  <c:v>0.98295755610916713</c:v>
                </c:pt>
                <c:pt idx="144">
                  <c:v>0.98339669953989994</c:v>
                </c:pt>
                <c:pt idx="145">
                  <c:v>0.98382982593585644</c:v>
                </c:pt>
                <c:pt idx="146">
                  <c:v>0.98425701181233693</c:v>
                </c:pt>
                <c:pt idx="147">
                  <c:v>0.98467833183677689</c:v>
                </c:pt>
                <c:pt idx="148">
                  <c:v>0.98509385886569867</c:v>
                </c:pt>
                <c:pt idx="149">
                  <c:v>0.9855036639797381</c:v>
                </c:pt>
                <c:pt idx="150">
                  <c:v>0.98590781651676707</c:v>
                </c:pt>
                <c:pt idx="151">
                  <c:v>0.98630638410312477</c:v>
                </c:pt>
                <c:pt idx="152">
                  <c:v>0.98669943268296789</c:v>
                </c:pt>
                <c:pt idx="153">
                  <c:v>0.98708702654573777</c:v>
                </c:pt>
                <c:pt idx="154">
                  <c:v>0.98746922835174311</c:v>
                </c:pt>
                <c:pt idx="155">
                  <c:v>0.98784609915584132</c:v>
                </c:pt>
                <c:pt idx="156">
                  <c:v>0.98821769842920082</c:v>
                </c:pt>
                <c:pt idx="157">
                  <c:v>0.98858408407911391</c:v>
                </c:pt>
                <c:pt idx="158">
                  <c:v>0.9889453124668226</c:v>
                </c:pt>
                <c:pt idx="159">
                  <c:v>0.98930143842330842</c:v>
                </c:pt>
                <c:pt idx="160">
                  <c:v>0.98965251526298914</c:v>
                </c:pt>
                <c:pt idx="161">
                  <c:v>0.98999859479525121</c:v>
                </c:pt>
                <c:pt idx="162">
                  <c:v>0.99033972733373399</c:v>
                </c:pt>
                <c:pt idx="163">
                  <c:v>0.99067596170327055</c:v>
                </c:pt>
                <c:pt idx="164">
                  <c:v>0.99100734524436951</c:v>
                </c:pt>
                <c:pt idx="165">
                  <c:v>0.99133392381511054</c:v>
                </c:pt>
                <c:pt idx="166">
                  <c:v>0.99165574179030358</c:v>
                </c:pt>
                <c:pt idx="167">
                  <c:v>0.99197284205774228</c:v>
                </c:pt>
                <c:pt idx="168">
                  <c:v>0.99228526601136036</c:v>
                </c:pt>
                <c:pt idx="169">
                  <c:v>0.9925930535410733</c:v>
                </c:pt>
                <c:pt idx="170">
                  <c:v>0.99289624301906321</c:v>
                </c:pt>
                <c:pt idx="171">
                  <c:v>0.99319487128223416</c:v>
                </c:pt>
                <c:pt idx="172">
                  <c:v>0.9934889736105379</c:v>
                </c:pt>
                <c:pt idx="173">
                  <c:v>0.99377858370083827</c:v>
                </c:pt>
                <c:pt idx="174">
                  <c:v>0.99406373363595713</c:v>
                </c:pt>
                <c:pt idx="175">
                  <c:v>0.99434445384851888</c:v>
                </c:pt>
                <c:pt idx="176">
                  <c:v>0.99462077307919738</c:v>
                </c:pt>
                <c:pt idx="177">
                  <c:v>0.99489271832897375</c:v>
                </c:pt>
                <c:pt idx="178">
                  <c:v>0.99516031480504319</c:v>
                </c:pt>
                <c:pt idx="179">
                  <c:v>0.99542358586009383</c:v>
                </c:pt>
                <c:pt idx="180">
                  <c:v>0.99568255292484076</c:v>
                </c:pt>
                <c:pt idx="181">
                  <c:v>0.99593723543399792</c:v>
                </c:pt>
                <c:pt idx="182">
                  <c:v>0.9961876507463796</c:v>
                </c:pt>
                <c:pt idx="183">
                  <c:v>0.99643381406069542</c:v>
                </c:pt>
                <c:pt idx="184">
                  <c:v>0.99667573833006307</c:v>
                </c:pt>
                <c:pt idx="185">
                  <c:v>0.99691343418071399</c:v>
                </c:pt>
                <c:pt idx="186">
                  <c:v>0.99714690984450638</c:v>
                </c:pt>
                <c:pt idx="187">
                  <c:v>0.99737617112194688</c:v>
                </c:pt>
                <c:pt idx="188">
                  <c:v>0.99760122140473628</c:v>
                </c:pt>
                <c:pt idx="189">
                  <c:v>0.99782206180879651</c:v>
                </c:pt>
                <c:pt idx="190">
                  <c:v>0.99803869150892077</c:v>
                </c:pt>
                <c:pt idx="191">
                  <c:v>0.99825110844249354</c:v>
                </c:pt>
                <c:pt idx="192">
                  <c:v>0.99845931070103711</c:v>
                </c:pt>
                <c:pt idx="193">
                  <c:v>0.99866329924505537</c:v>
                </c:pt>
                <c:pt idx="194">
                  <c:v>0.99886308328672158</c:v>
                </c:pt>
                <c:pt idx="195">
                  <c:v>0.99905869141497894</c:v>
                </c:pt>
                <c:pt idx="196">
                  <c:v>0.99925019626404354</c:v>
                </c:pt>
                <c:pt idx="197">
                  <c:v>0.99943777562138336</c:v>
                </c:pt>
                <c:pt idx="198">
                  <c:v>0.99962189375706767</c:v>
                </c:pt>
                <c:pt idx="199">
                  <c:v>0.99980405639577252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49C1-4A5B-9750-0AD2C6FC6F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4038591"/>
        <c:axId val="1"/>
      </c:scatterChart>
      <c:valAx>
        <c:axId val="2014038591"/>
        <c:scaling>
          <c:orientation val="minMax"/>
          <c:max val="1"/>
        </c:scaling>
        <c:delete val="0"/>
        <c:axPos val="b"/>
        <c:title>
          <c:tx>
            <c:rich>
              <a:bodyPr/>
              <a:lstStyle/>
              <a:p>
                <a:pPr>
                  <a:defRPr altLang="zh-TW" sz="1600" b="1" i="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sz="1600"/>
                  <a:t>False Position Fraction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defRPr>
            </a:pPr>
            <a:endParaRPr lang="zh-TW"/>
          </a:p>
        </c:txPr>
        <c:crossAx val="1"/>
        <c:crosses val="autoZero"/>
        <c:crossBetween val="midCat"/>
        <c:majorUnit val="0.1"/>
      </c:valAx>
      <c:valAx>
        <c:axId val="1"/>
        <c:scaling>
          <c:orientation val="minMax"/>
          <c:max val="1"/>
        </c:scaling>
        <c:delete val="0"/>
        <c:axPos val="l"/>
        <c:title>
          <c:tx>
            <c:rich>
              <a:bodyPr/>
              <a:lstStyle/>
              <a:p>
                <a:pPr>
                  <a:defRPr altLang="zh-TW" sz="1600" b="1" i="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sz="1600"/>
                  <a:t>True Position Fraction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zh-TW"/>
          </a:p>
        </c:txPr>
        <c:crossAx val="2014038591"/>
        <c:crosses val="autoZero"/>
        <c:crossBetween val="midCat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24285714285714285"/>
          <c:y val="0.4928811398575178"/>
          <c:w val="0.70166398467432955"/>
          <c:h val="0.2857142857142857"/>
        </c:manualLayout>
      </c:layout>
      <c:overlay val="0"/>
      <c:txPr>
        <a:bodyPr/>
        <a:lstStyle/>
        <a:p>
          <a:pPr>
            <a:defRPr sz="1200">
              <a:latin typeface="Times New Roman" panose="02020603050405020304" pitchFamily="18" charset="0"/>
              <a:cs typeface="Times New Roman" panose="02020603050405020304" pitchFamily="18" charset="0"/>
            </a:defRPr>
          </a:pPr>
          <a:endParaRPr lang="zh-TW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6.2392950881139858E-2"/>
          <c:y val="8.0952380952380956E-2"/>
          <c:w val="0.83333333333333337"/>
          <c:h val="0.83333333333333337"/>
        </c:manualLayout>
      </c:layout>
      <c:scatterChart>
        <c:scatterStyle val="lineMarker"/>
        <c:varyColors val="0"/>
        <c:ser>
          <c:idx val="0"/>
          <c:order val="0"/>
          <c:tx>
            <c:v>AUC=0.8231   Proposed 3-D SWIRL Transformer</c:v>
          </c:tx>
          <c:spPr>
            <a:ln w="12700">
              <a:solidFill>
                <a:srgbClr val="FF0000"/>
              </a:solidFill>
              <a:prstDash val="solid"/>
            </a:ln>
          </c:spPr>
          <c:marker>
            <c:symbol val="none"/>
          </c:marker>
          <c:xVal>
            <c:numRef>
              <c:f>'non-mass'!$A$6:$A$206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'non-mass'!$B$6:$B$206</c:f>
              <c:numCache>
                <c:formatCode>General</c:formatCode>
                <c:ptCount val="201"/>
                <c:pt idx="0">
                  <c:v>0</c:v>
                </c:pt>
                <c:pt idx="1">
                  <c:v>4.4915842121176549E-3</c:v>
                </c:pt>
                <c:pt idx="2">
                  <c:v>1.4629621420686011E-2</c:v>
                </c:pt>
                <c:pt idx="3">
                  <c:v>2.8135815667016662E-2</c:v>
                </c:pt>
                <c:pt idx="4">
                  <c:v>4.3901606274746291E-2</c:v>
                </c:pt>
                <c:pt idx="5">
                  <c:v>6.1246090295051701E-2</c:v>
                </c:pt>
                <c:pt idx="6">
                  <c:v>7.970782577803473E-2</c:v>
                </c:pt>
                <c:pt idx="7">
                  <c:v>9.8955755020018826E-2</c:v>
                </c:pt>
                <c:pt idx="8">
                  <c:v>0.1187433177542255</c:v>
                </c:pt>
                <c:pt idx="9">
                  <c:v>0.13888201055723748</c:v>
                </c:pt>
                <c:pt idx="10">
                  <c:v>0.15922494199310294</c:v>
                </c:pt>
                <c:pt idx="11">
                  <c:v>0.17965601699460299</c:v>
                </c:pt>
                <c:pt idx="12">
                  <c:v>0.20008251242065914</c:v>
                </c:pt>
                <c:pt idx="13">
                  <c:v>0.22042980465542752</c:v>
                </c:pt>
                <c:pt idx="14">
                  <c:v>0.24063752078610923</c:v>
                </c:pt>
                <c:pt idx="15">
                  <c:v>0.26065666400454818</c:v>
                </c:pt>
                <c:pt idx="16">
                  <c:v>0.28044742486772412</c:v>
                </c:pt>
                <c:pt idx="17">
                  <c:v>0.29997748713338701</c:v>
                </c:pt>
                <c:pt idx="18">
                  <c:v>0.31922069765925376</c:v>
                </c:pt>
                <c:pt idx="19">
                  <c:v>0.33815600913058608</c:v>
                </c:pt>
                <c:pt idx="20">
                  <c:v>0.35676663047449969</c:v>
                </c:pt>
                <c:pt idx="21">
                  <c:v>0.37503933757746533</c:v>
                </c:pt>
                <c:pt idx="22">
                  <c:v>0.39296390926702529</c:v>
                </c:pt>
                <c:pt idx="23">
                  <c:v>0.41053266226354873</c:v>
                </c:pt>
                <c:pt idx="24">
                  <c:v>0.42774006510793117</c:v>
                </c:pt>
                <c:pt idx="25">
                  <c:v>0.44458241567939405</c:v>
                </c:pt>
                <c:pt idx="26">
                  <c:v>0.46105757033493755</c:v>
                </c:pt>
                <c:pt idx="27">
                  <c:v>0.47716471526808607</c:v>
                </c:pt>
                <c:pt idx="28">
                  <c:v>0.49290417263357045</c:v>
                </c:pt>
                <c:pt idx="29">
                  <c:v>0.50827750975853847</c:v>
                </c:pt>
                <c:pt idx="30">
                  <c:v>0.52328611942433256</c:v>
                </c:pt>
                <c:pt idx="31">
                  <c:v>0.5379331025414601</c:v>
                </c:pt>
                <c:pt idx="32">
                  <c:v>0.55222186399193163</c:v>
                </c:pt>
                <c:pt idx="33">
                  <c:v>0.56615630684311613</c:v>
                </c:pt>
                <c:pt idx="34">
                  <c:v>0.57974075664001212</c:v>
                </c:pt>
                <c:pt idx="35">
                  <c:v>0.59297989534523188</c:v>
                </c:pt>
                <c:pt idx="36">
                  <c:v>0.60587870364221263</c:v>
                </c:pt>
                <c:pt idx="37">
                  <c:v>0.61844241049782134</c:v>
                </c:pt>
                <c:pt idx="38">
                  <c:v>0.63067644903544884</c:v>
                </c:pt>
                <c:pt idx="39">
                  <c:v>0.64258641790226767</c:v>
                </c:pt>
                <c:pt idx="40">
                  <c:v>0.65417804742753694</c:v>
                </c:pt>
                <c:pt idx="41">
                  <c:v>0.66545716996553583</c:v>
                </c:pt>
                <c:pt idx="42">
                  <c:v>0.67642969389924956</c:v>
                </c:pt>
                <c:pt idx="43">
                  <c:v>0.68710158085150397</c:v>
                </c:pt>
                <c:pt idx="44">
                  <c:v>0.69747882571060238</c:v>
                </c:pt>
                <c:pt idx="45">
                  <c:v>0.7075674391292508</c:v>
                </c:pt>
                <c:pt idx="46">
                  <c:v>0.71737343219992955</c:v>
                </c:pt>
                <c:pt idx="47">
                  <c:v>0.72690280304801558</c:v>
                </c:pt>
                <c:pt idx="48">
                  <c:v>0.73616152511680188</c:v>
                </c:pt>
                <c:pt idx="49">
                  <c:v>0.7451555369468954</c:v>
                </c:pt>
                <c:pt idx="50">
                  <c:v>0.753890733276951</c:v>
                </c:pt>
                <c:pt idx="51">
                  <c:v>0.76237295731389909</c:v>
                </c:pt>
                <c:pt idx="52">
                  <c:v>0.77060799403920688</c:v>
                </c:pt>
                <c:pt idx="53">
                  <c:v>0.77860156443369044</c:v>
                </c:pt>
                <c:pt idx="54">
                  <c:v>0.78635932051730495</c:v>
                </c:pt>
                <c:pt idx="55">
                  <c:v>0.79388684111246299</c:v>
                </c:pt>
                <c:pt idx="56">
                  <c:v>0.80118962825003548</c:v>
                </c:pt>
                <c:pt idx="57">
                  <c:v>0.80827310414645392</c:v>
                </c:pt>
                <c:pt idx="58">
                  <c:v>0.81514260868846744</c:v>
                </c:pt>
                <c:pt idx="59">
                  <c:v>0.82180339736924213</c:v>
                </c:pt>
                <c:pt idx="60">
                  <c:v>0.82826063962576391</c:v>
                </c:pt>
                <c:pt idx="61">
                  <c:v>0.8345194175330366</c:v>
                </c:pt>
                <c:pt idx="62">
                  <c:v>0.84058472481544166</c:v>
                </c:pt>
                <c:pt idx="63">
                  <c:v>0.84646146613992967</c:v>
                </c:pt>
                <c:pt idx="64">
                  <c:v>0.85215445665952383</c:v>
                </c:pt>
                <c:pt idx="65">
                  <c:v>0.8576684217789956</c:v>
                </c:pt>
                <c:pt idx="66">
                  <c:v>0.86300799711755138</c:v>
                </c:pt>
                <c:pt idx="67">
                  <c:v>0.86817772864604348</c:v>
                </c:pt>
                <c:pt idx="68">
                  <c:v>0.87318207297856687</c:v>
                </c:pt>
                <c:pt idx="69">
                  <c:v>0.87802539780041122</c:v>
                </c:pt>
                <c:pt idx="70">
                  <c:v>0.8827119824162204</c:v>
                </c:pt>
                <c:pt idx="71">
                  <c:v>0.88724601840386463</c:v>
                </c:pt>
                <c:pt idx="72">
                  <c:v>0.89163161036104344</c:v>
                </c:pt>
                <c:pt idx="73">
                  <c:v>0.89587277673295818</c:v>
                </c:pt>
                <c:pt idx="74">
                  <c:v>0.89997345071059742</c:v>
                </c:pt>
                <c:pt idx="75">
                  <c:v>0.90393748119023876</c:v>
                </c:pt>
                <c:pt idx="76">
                  <c:v>0.90776863378573625</c:v>
                </c:pt>
                <c:pt idx="77">
                  <c:v>0.91147059188602286</c:v>
                </c:pt>
                <c:pt idx="78">
                  <c:v>0.91504695775102518</c:v>
                </c:pt>
                <c:pt idx="79">
                  <c:v>0.91850125363988466</c:v>
                </c:pt>
                <c:pt idx="80">
                  <c:v>0.9218369229660065</c:v>
                </c:pt>
                <c:pt idx="81">
                  <c:v>0.92505733147401259</c:v>
                </c:pt>
                <c:pt idx="82">
                  <c:v>0.92816576843418697</c:v>
                </c:pt>
                <c:pt idx="83">
                  <c:v>0.93116544785045319</c:v>
                </c:pt>
                <c:pt idx="84">
                  <c:v>0.93405950967833717</c:v>
                </c:pt>
                <c:pt idx="85">
                  <c:v>0.93685102104973683</c:v>
                </c:pt>
                <c:pt idx="86">
                  <c:v>0.93954297750165672</c:v>
                </c:pt>
                <c:pt idx="87">
                  <c:v>0.9421383042063638</c:v>
                </c:pt>
                <c:pt idx="88">
                  <c:v>0.94463985720069932</c:v>
                </c:pt>
                <c:pt idx="89">
                  <c:v>0.94705042461252043</c:v>
                </c:pt>
                <c:pt idx="90">
                  <c:v>0.94937272788247273</c:v>
                </c:pt>
                <c:pt idx="91">
                  <c:v>0.95160942297949613</c:v>
                </c:pt>
                <c:pt idx="92">
                  <c:v>0.95376310160864475</c:v>
                </c:pt>
                <c:pt idx="93">
                  <c:v>0.95583629240996948</c:v>
                </c:pt>
                <c:pt idx="94">
                  <c:v>0.95783146214735937</c:v>
                </c:pt>
                <c:pt idx="95">
                  <c:v>0.95975101688637066</c:v>
                </c:pt>
                <c:pt idx="96">
                  <c:v>0.96159730316019909</c:v>
                </c:pt>
                <c:pt idx="97">
                  <c:v>0.96337260912305411</c:v>
                </c:pt>
                <c:pt idx="98">
                  <c:v>0.96507916569029961</c:v>
                </c:pt>
                <c:pt idx="99">
                  <c:v>0.9667191476648106</c:v>
                </c:pt>
                <c:pt idx="100">
                  <c:v>0.96829467484908249</c:v>
                </c:pt>
                <c:pt idx="101">
                  <c:v>0.96980803550202421</c:v>
                </c:pt>
                <c:pt idx="102">
                  <c:v>0.97126149876540113</c:v>
                </c:pt>
                <c:pt idx="103">
                  <c:v>0.97265694529055069</c:v>
                </c:pt>
                <c:pt idx="104">
                  <c:v>0.9739962338717425</c:v>
                </c:pt>
                <c:pt idx="105">
                  <c:v>0.97528117731510922</c:v>
                </c:pt>
                <c:pt idx="106">
                  <c:v>0.97651354326255435</c:v>
                </c:pt>
                <c:pt idx="107">
                  <c:v>0.97769505500930376</c:v>
                </c:pt>
                <c:pt idx="108">
                  <c:v>0.97882739231461791</c:v>
                </c:pt>
                <c:pt idx="109">
                  <c:v>0.9799121922052334</c:v>
                </c:pt>
                <c:pt idx="110">
                  <c:v>0.98095104977114811</c:v>
                </c:pt>
                <c:pt idx="111">
                  <c:v>0.9819455189534092</c:v>
                </c:pt>
                <c:pt idx="112">
                  <c:v>0.98289711332359919</c:v>
                </c:pt>
                <c:pt idx="113">
                  <c:v>0.98380730685475759</c:v>
                </c:pt>
                <c:pt idx="114">
                  <c:v>0.98467753468350205</c:v>
                </c:pt>
                <c:pt idx="115">
                  <c:v>0.98550919386315061</c:v>
                </c:pt>
                <c:pt idx="116">
                  <c:v>0.98630364410767135</c:v>
                </c:pt>
                <c:pt idx="117">
                  <c:v>0.98706220852631332</c:v>
                </c:pt>
                <c:pt idx="118">
                  <c:v>0.98778617434879556</c:v>
                </c:pt>
                <c:pt idx="119">
                  <c:v>0.98847679364095697</c:v>
                </c:pt>
                <c:pt idx="120">
                  <c:v>0.98913528401078454</c:v>
                </c:pt>
                <c:pt idx="121">
                  <c:v>0.989762829304761</c:v>
                </c:pt>
                <c:pt idx="122">
                  <c:v>0.99036058029449014</c:v>
                </c:pt>
                <c:pt idx="123">
                  <c:v>0.99092965535356803</c:v>
                </c:pt>
                <c:pt idx="124">
                  <c:v>0.99147114112469292</c:v>
                </c:pt>
                <c:pt idx="125">
                  <c:v>0.99198609317700903</c:v>
                </c:pt>
                <c:pt idx="126">
                  <c:v>0.99247553665370125</c:v>
                </c:pt>
                <c:pt idx="127">
                  <c:v>0.99294046690986093</c:v>
                </c:pt>
                <c:pt idx="128">
                  <c:v>0.99338185014066016</c:v>
                </c:pt>
                <c:pt idx="129">
                  <c:v>0.99380062399987512</c:v>
                </c:pt>
                <c:pt idx="130">
                  <c:v>0.9941976982088111</c:v>
                </c:pt>
                <c:pt idx="131">
                  <c:v>0.99457395515569058</c:v>
                </c:pt>
                <c:pt idx="132">
                  <c:v>0.99493025048556694</c:v>
                </c:pt>
                <c:pt idx="133">
                  <c:v>0.9952674136808406</c:v>
                </c:pt>
                <c:pt idx="134">
                  <c:v>0.99558624863245315</c:v>
                </c:pt>
                <c:pt idx="135">
                  <c:v>0.99588753420184495</c:v>
                </c:pt>
                <c:pt idx="136">
                  <c:v>0.9961720247737631</c:v>
                </c:pt>
                <c:pt idx="137">
                  <c:v>0.99644045080001353</c:v>
                </c:pt>
                <c:pt idx="138">
                  <c:v>0.99669351933425232</c:v>
                </c:pt>
                <c:pt idx="139">
                  <c:v>0.9969319145579163</c:v>
                </c:pt>
                <c:pt idx="140">
                  <c:v>0.99715629829739505</c:v>
                </c:pt>
                <c:pt idx="141">
                  <c:v>0.99736731053254946</c:v>
                </c:pt>
                <c:pt idx="142">
                  <c:v>0.9975655698966841</c:v>
                </c:pt>
                <c:pt idx="143">
                  <c:v>0.99775167416808219</c:v>
                </c:pt>
                <c:pt idx="144">
                  <c:v>0.99792620075321481</c:v>
                </c:pt>
                <c:pt idx="145">
                  <c:v>0.99808970716173573</c:v>
                </c:pt>
                <c:pt idx="146">
                  <c:v>0.99824273147337661</c:v>
                </c:pt>
                <c:pt idx="147">
                  <c:v>0.99838579279685624</c:v>
                </c:pt>
                <c:pt idx="148">
                  <c:v>0.99851939172091964</c:v>
                </c:pt>
                <c:pt idx="149">
                  <c:v>0.99864401075762277</c:v>
                </c:pt>
                <c:pt idx="150">
                  <c:v>0.9987601147779801</c:v>
                </c:pt>
                <c:pt idx="151">
                  <c:v>0.99886815144009167</c:v>
                </c:pt>
                <c:pt idx="152">
                  <c:v>0.99896855160986642</c:v>
                </c:pt>
                <c:pt idx="153">
                  <c:v>0.99906172977445951</c:v>
                </c:pt>
                <c:pt idx="154">
                  <c:v>0.99914808444854153</c:v>
                </c:pt>
                <c:pt idx="155">
                  <c:v>0.99922799857351585</c:v>
                </c:pt>
                <c:pt idx="156">
                  <c:v>0.99930183990980193</c:v>
                </c:pt>
                <c:pt idx="157">
                  <c:v>0.99936996142230183</c:v>
                </c:pt>
                <c:pt idx="158">
                  <c:v>0.99943270165916598</c:v>
                </c:pt>
                <c:pt idx="159">
                  <c:v>0.99949038512397526</c:v>
                </c:pt>
                <c:pt idx="160">
                  <c:v>0.99954332264145607</c:v>
                </c:pt>
                <c:pt idx="161">
                  <c:v>0.99959181171684253</c:v>
                </c:pt>
                <c:pt idx="162">
                  <c:v>0.99963613688900388</c:v>
                </c:pt>
                <c:pt idx="163">
                  <c:v>0.99967657007745003</c:v>
                </c:pt>
                <c:pt idx="164">
                  <c:v>0.99971337092333201</c:v>
                </c:pt>
                <c:pt idx="165">
                  <c:v>0.9997467871245509</c:v>
                </c:pt>
                <c:pt idx="166">
                  <c:v>0.9997770547650906</c:v>
                </c:pt>
                <c:pt idx="167">
                  <c:v>0.99980439863868809</c:v>
                </c:pt>
                <c:pt idx="168">
                  <c:v>0.99982903256695621</c:v>
                </c:pt>
                <c:pt idx="169">
                  <c:v>0.99985115971207283</c:v>
                </c:pt>
                <c:pt idx="170">
                  <c:v>0.99987097288415083</c:v>
                </c:pt>
                <c:pt idx="171">
                  <c:v>0.99988865484340417</c:v>
                </c:pt>
                <c:pt idx="172">
                  <c:v>0.9999043785972247</c:v>
                </c:pt>
                <c:pt idx="173">
                  <c:v>0.99991830769228562</c:v>
                </c:pt>
                <c:pt idx="174">
                  <c:v>0.9999305965017885</c:v>
                </c:pt>
                <c:pt idx="175">
                  <c:v>0.99994139050797148</c:v>
                </c:pt>
                <c:pt idx="176">
                  <c:v>0.99995082657999723</c:v>
                </c:pt>
                <c:pt idx="177">
                  <c:v>0.9999590332473427</c:v>
                </c:pt>
                <c:pt idx="178">
                  <c:v>0.99996613096881259</c:v>
                </c:pt>
                <c:pt idx="179">
                  <c:v>0.99997223239730371</c:v>
                </c:pt>
                <c:pt idx="180">
                  <c:v>0.99997744264044719</c:v>
                </c:pt>
                <c:pt idx="181">
                  <c:v>0.99998185951726426</c:v>
                </c:pt>
                <c:pt idx="182">
                  <c:v>0.99998557381097142</c:v>
                </c:pt>
                <c:pt idx="183">
                  <c:v>0.99998866951807963</c:v>
                </c:pt>
                <c:pt idx="184">
                  <c:v>0.99999122409393926</c:v>
                </c:pt>
                <c:pt idx="185">
                  <c:v>0.99999330869488934</c:v>
                </c:pt>
                <c:pt idx="186">
                  <c:v>0.99999498841718226</c:v>
                </c:pt>
                <c:pt idx="187">
                  <c:v>0.99999632253286808</c:v>
                </c:pt>
                <c:pt idx="188">
                  <c:v>0.99999736472283718</c:v>
                </c:pt>
                <c:pt idx="189">
                  <c:v>0.99999816330724189</c:v>
                </c:pt>
                <c:pt idx="190">
                  <c:v>0.99999876147354216</c:v>
                </c:pt>
                <c:pt idx="191">
                  <c:v>0.99999919750245247</c:v>
                </c:pt>
                <c:pt idx="192">
                  <c:v>0.9999995049921071</c:v>
                </c:pt>
                <c:pt idx="193">
                  <c:v>0.99999971308081281</c:v>
                </c:pt>
                <c:pt idx="194">
                  <c:v>0.99999984666882613</c:v>
                </c:pt>
                <c:pt idx="195">
                  <c:v>0.9999999266396784</c:v>
                </c:pt>
                <c:pt idx="196">
                  <c:v>0.99999997008167685</c:v>
                </c:pt>
                <c:pt idx="197">
                  <c:v>0.99999999051033572</c:v>
                </c:pt>
                <c:pt idx="198">
                  <c:v>0.99999999809256002</c:v>
                </c:pt>
                <c:pt idx="199">
                  <c:v>0.99999999987306676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D89-4B83-B3C2-AAB6B1EB5FE5}"/>
            </c:ext>
          </c:extLst>
        </c:ser>
        <c:ser>
          <c:idx val="1"/>
          <c:order val="1"/>
          <c:tx>
            <c:v>AUC=0.8098   3-D Swin Transformer</c:v>
          </c:tx>
          <c:spPr>
            <a:ln w="12700">
              <a:solidFill>
                <a:schemeClr val="accent2"/>
              </a:solidFill>
              <a:prstDash val="sysDash"/>
            </a:ln>
          </c:spPr>
          <c:marker>
            <c:symbol val="none"/>
          </c:marker>
          <c:xVal>
            <c:numRef>
              <c:f>'non-mass'!$A$6:$A$206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'non-mass'!$C$6:$C$206</c:f>
              <c:numCache>
                <c:formatCode>General</c:formatCode>
                <c:ptCount val="201"/>
                <c:pt idx="0">
                  <c:v>0</c:v>
                </c:pt>
                <c:pt idx="1">
                  <c:v>3.5163845919473288E-2</c:v>
                </c:pt>
                <c:pt idx="2">
                  <c:v>6.6962354327950294E-2</c:v>
                </c:pt>
                <c:pt idx="3">
                  <c:v>9.6116078181799541E-2</c:v>
                </c:pt>
                <c:pt idx="4">
                  <c:v>0.12323690575945449</c:v>
                </c:pt>
                <c:pt idx="5">
                  <c:v>0.14870018872107557</c:v>
                </c:pt>
                <c:pt idx="6">
                  <c:v>0.17276164284880172</c:v>
                </c:pt>
                <c:pt idx="7">
                  <c:v>0.19560781717304557</c:v>
                </c:pt>
                <c:pt idx="8">
                  <c:v>0.21738139579708246</c:v>
                </c:pt>
                <c:pt idx="9">
                  <c:v>0.23819535740847542</c:v>
                </c:pt>
                <c:pt idx="10">
                  <c:v>0.25814155834310104</c:v>
                </c:pt>
                <c:pt idx="11">
                  <c:v>0.27729625869765806</c:v>
                </c:pt>
                <c:pt idx="12">
                  <c:v>0.2957238517781422</c:v>
                </c:pt>
                <c:pt idx="13">
                  <c:v>0.31347947798285747</c:v>
                </c:pt>
                <c:pt idx="14">
                  <c:v>0.33061091455795499</c:v>
                </c:pt>
                <c:pt idx="15">
                  <c:v>0.34715997774666935</c:v>
                </c:pt>
                <c:pt idx="16">
                  <c:v>0.36316358631781887</c:v>
                </c:pt>
                <c:pt idx="17">
                  <c:v>0.37865458367460514</c:v>
                </c:pt>
                <c:pt idx="18">
                  <c:v>0.39366238389461711</c:v>
                </c:pt>
                <c:pt idx="19">
                  <c:v>0.4082134867968536</c:v>
                </c:pt>
                <c:pt idx="20">
                  <c:v>0.42233189387092668</c:v>
                </c:pt>
                <c:pt idx="21">
                  <c:v>0.43603944799829819</c:v>
                </c:pt>
                <c:pt idx="22">
                  <c:v>0.44935611377871076</c:v>
                </c:pt>
                <c:pt idx="23">
                  <c:v>0.46230021098858498</c:v>
                </c:pt>
                <c:pt idx="24">
                  <c:v>0.47488861063981302</c:v>
                </c:pt>
                <c:pt idx="25">
                  <c:v>0.48713690088956829</c:v>
                </c:pt>
                <c:pt idx="26">
                  <c:v>0.49905952841961743</c:v>
                </c:pt>
                <c:pt idx="27">
                  <c:v>0.51067017697471573</c:v>
                </c:pt>
                <c:pt idx="28">
                  <c:v>0.52198070138496866</c:v>
                </c:pt>
                <c:pt idx="29">
                  <c:v>0.53300308384260076</c:v>
                </c:pt>
                <c:pt idx="30">
                  <c:v>0.54374825505302915</c:v>
                </c:pt>
                <c:pt idx="31">
                  <c:v>0.55422646411843401</c:v>
                </c:pt>
                <c:pt idx="32">
                  <c:v>0.56444734030239307</c:v>
                </c:pt>
                <c:pt idx="33">
                  <c:v>0.57441994745779057</c:v>
                </c:pt>
                <c:pt idx="34">
                  <c:v>0.58415283219253822</c:v>
                </c:pt>
                <c:pt idx="35">
                  <c:v>0.59365406666126397</c:v>
                </c:pt>
                <c:pt idx="36">
                  <c:v>0.60293128672193941</c:v>
                </c:pt>
                <c:pt idx="37">
                  <c:v>0.61199172607607877</c:v>
                </c:pt>
                <c:pt idx="38">
                  <c:v>0.62084224691338252</c:v>
                </c:pt>
                <c:pt idx="39">
                  <c:v>0.62948936750169582</c:v>
                </c:pt>
                <c:pt idx="40">
                  <c:v>0.63793928709733272</c:v>
                </c:pt>
                <c:pt idx="41">
                  <c:v>0.646197908496287</c:v>
                </c:pt>
                <c:pt idx="42">
                  <c:v>0.65427085850146616</c:v>
                </c:pt>
                <c:pt idx="43">
                  <c:v>0.66216350654308864</c:v>
                </c:pt>
                <c:pt idx="44">
                  <c:v>0.66988098165745247</c:v>
                </c:pt>
                <c:pt idx="45">
                  <c:v>0.67742818800226812</c:v>
                </c:pt>
                <c:pt idx="46">
                  <c:v>0.68480981906387473</c:v>
                </c:pt>
                <c:pt idx="47">
                  <c:v>0.69203037069212325</c:v>
                </c:pt>
                <c:pt idx="48">
                  <c:v>0.69909415308203604</c:v>
                </c:pt>
                <c:pt idx="49">
                  <c:v>0.70600530180702092</c:v>
                </c:pt>
                <c:pt idx="50">
                  <c:v>0.7127677879960761</c:v>
                </c:pt>
                <c:pt idx="51">
                  <c:v>0.71938542773676151</c:v>
                </c:pt>
                <c:pt idx="52">
                  <c:v>0.72586189077645535</c:v>
                </c:pt>
                <c:pt idx="53">
                  <c:v>0.73220070858637809</c:v>
                </c:pt>
                <c:pt idx="54">
                  <c:v>0.73840528184584753</c:v>
                </c:pt>
                <c:pt idx="55">
                  <c:v>0.74447888739808954</c:v>
                </c:pt>
                <c:pt idx="56">
                  <c:v>0.75042468472356028</c:v>
                </c:pt>
                <c:pt idx="57">
                  <c:v>0.7562457219719837</c:v>
                </c:pt>
                <c:pt idx="58">
                  <c:v>0.76194494159016068</c:v>
                </c:pt>
                <c:pt idx="59">
                  <c:v>0.7675251855789077</c:v>
                </c:pt>
                <c:pt idx="60">
                  <c:v>0.77298920040922925</c:v>
                </c:pt>
                <c:pt idx="61">
                  <c:v>0.77833964162492908</c:v>
                </c:pt>
                <c:pt idx="62">
                  <c:v>0.78357907815629879</c:v>
                </c:pt>
                <c:pt idx="63">
                  <c:v>0.78870999636722172</c:v>
                </c:pt>
                <c:pt idx="64">
                  <c:v>0.79373480385599204</c:v>
                </c:pt>
                <c:pt idx="65">
                  <c:v>0.79865583302831045</c:v>
                </c:pt>
                <c:pt idx="66">
                  <c:v>0.80347534445928448</c:v>
                </c:pt>
                <c:pt idx="67">
                  <c:v>0.80819553005978362</c:v>
                </c:pt>
                <c:pt idx="68">
                  <c:v>0.81281851606118294</c:v>
                </c:pt>
                <c:pt idx="69">
                  <c:v>0.81734636583132514</c:v>
                </c:pt>
                <c:pt idx="70">
                  <c:v>0.82178108253347548</c:v>
                </c:pt>
                <c:pt idx="71">
                  <c:v>0.82612461163904627</c:v>
                </c:pt>
                <c:pt idx="72">
                  <c:v>0.83037884330401512</c:v>
                </c:pt>
                <c:pt idx="73">
                  <c:v>0.83454561461814758</c:v>
                </c:pt>
                <c:pt idx="74">
                  <c:v>0.83862671173541781</c:v>
                </c:pt>
                <c:pt idx="75">
                  <c:v>0.84262387189336807</c:v>
                </c:pt>
                <c:pt idx="76">
                  <c:v>0.84653878532854199</c:v>
                </c:pt>
                <c:pt idx="77">
                  <c:v>0.85037309709459474</c:v>
                </c:pt>
                <c:pt idx="78">
                  <c:v>0.85412840878917518</c:v>
                </c:pt>
                <c:pt idx="79">
                  <c:v>0.85780628019522831</c:v>
                </c:pt>
                <c:pt idx="80">
                  <c:v>0.86140823084195295</c:v>
                </c:pt>
                <c:pt idx="81">
                  <c:v>0.86493574149026853</c:v>
                </c:pt>
                <c:pt idx="82">
                  <c:v>0.86839025554729377</c:v>
                </c:pt>
                <c:pt idx="83">
                  <c:v>0.87177318041402962</c:v>
                </c:pt>
                <c:pt idx="84">
                  <c:v>0.87508588877014049</c:v>
                </c:pt>
                <c:pt idx="85">
                  <c:v>0.87832971979945851</c:v>
                </c:pt>
                <c:pt idx="86">
                  <c:v>0.88150598035959049</c:v>
                </c:pt>
                <c:pt idx="87">
                  <c:v>0.88461594609877725</c:v>
                </c:pt>
                <c:pt idx="88">
                  <c:v>0.88766086252294929</c:v>
                </c:pt>
                <c:pt idx="89">
                  <c:v>0.89064194601571867</c:v>
                </c:pt>
                <c:pt idx="90">
                  <c:v>0.89356038481388023</c:v>
                </c:pt>
                <c:pt idx="91">
                  <c:v>0.89641733994081996</c:v>
                </c:pt>
                <c:pt idx="92">
                  <c:v>0.89921394610007999</c:v>
                </c:pt>
                <c:pt idx="93">
                  <c:v>0.90195131253118566</c:v>
                </c:pt>
                <c:pt idx="94">
                  <c:v>0.9046305238297091</c:v>
                </c:pt>
                <c:pt idx="95">
                  <c:v>0.90725264073342204</c:v>
                </c:pt>
                <c:pt idx="96">
                  <c:v>0.90981870087627603</c:v>
                </c:pt>
                <c:pt idx="97">
                  <c:v>0.91232971951184394</c:v>
                </c:pt>
                <c:pt idx="98">
                  <c:v>0.91478669020775905</c:v>
                </c:pt>
                <c:pt idx="99">
                  <c:v>0.91719058551259458</c:v>
                </c:pt>
                <c:pt idx="100">
                  <c:v>0.91954235759654479</c:v>
                </c:pt>
                <c:pt idx="101">
                  <c:v>0.92184328010994654</c:v>
                </c:pt>
                <c:pt idx="102">
                  <c:v>0.9240946860566388</c:v>
                </c:pt>
                <c:pt idx="103">
                  <c:v>0.92629738511229409</c:v>
                </c:pt>
                <c:pt idx="104">
                  <c:v>0.92845220856451594</c:v>
                </c:pt>
                <c:pt idx="105">
                  <c:v>0.93055997213760411</c:v>
                </c:pt>
                <c:pt idx="106">
                  <c:v>0.93262147640617243</c:v>
                </c:pt>
                <c:pt idx="107">
                  <c:v>0.93463750719485017</c:v>
                </c:pt>
                <c:pt idx="108">
                  <c:v>0.93660883596466893</c:v>
                </c:pt>
                <c:pt idx="109">
                  <c:v>0.9385362201866998</c:v>
                </c:pt>
                <c:pt idx="110">
                  <c:v>0.9404204037034809</c:v>
                </c:pt>
                <c:pt idx="111">
                  <c:v>0.94226211707875096</c:v>
                </c:pt>
                <c:pt idx="112">
                  <c:v>0.94406207793597274</c:v>
                </c:pt>
                <c:pt idx="113">
                  <c:v>0.94582099128611452</c:v>
                </c:pt>
                <c:pt idx="114">
                  <c:v>0.94753954984512789</c:v>
                </c:pt>
                <c:pt idx="115">
                  <c:v>0.94921843434154574</c:v>
                </c:pt>
                <c:pt idx="116">
                  <c:v>0.9508583138146004</c:v>
                </c:pt>
                <c:pt idx="117">
                  <c:v>0.95245984590324428</c:v>
                </c:pt>
                <c:pt idx="118">
                  <c:v>0.95402367712643932</c:v>
                </c:pt>
                <c:pt idx="119">
                  <c:v>0.95555044315506299</c:v>
                </c:pt>
                <c:pt idx="120">
                  <c:v>0.9570407690757653</c:v>
                </c:pt>
                <c:pt idx="121">
                  <c:v>0.95849526964709275</c:v>
                </c:pt>
                <c:pt idx="122">
                  <c:v>0.95991454954818822</c:v>
                </c:pt>
                <c:pt idx="123">
                  <c:v>0.9612992036203527</c:v>
                </c:pt>
                <c:pt idx="124">
                  <c:v>0.96264981710175501</c:v>
                </c:pt>
                <c:pt idx="125">
                  <c:v>0.96396696585555097</c:v>
                </c:pt>
                <c:pt idx="126">
                  <c:v>0.96525121659167334</c:v>
                </c:pt>
                <c:pt idx="127">
                  <c:v>0.96650312708253694</c:v>
                </c:pt>
                <c:pt idx="128">
                  <c:v>0.96772324637289775</c:v>
                </c:pt>
                <c:pt idx="129">
                  <c:v>0.96891211498409058</c:v>
                </c:pt>
                <c:pt idx="130">
                  <c:v>0.97007026511286998</c:v>
                </c:pt>
                <c:pt idx="131">
                  <c:v>0.97119822082505936</c:v>
                </c:pt>
                <c:pt idx="132">
                  <c:v>0.97229649824421804</c:v>
                </c:pt>
                <c:pt idx="133">
                  <c:v>0.97336560573551856</c:v>
                </c:pt>
                <c:pt idx="134">
                  <c:v>0.97440604408502707</c:v>
                </c:pt>
                <c:pt idx="135">
                  <c:v>0.97541830667456975</c:v>
                </c:pt>
                <c:pt idx="136">
                  <c:v>0.97640287965236428</c:v>
                </c:pt>
                <c:pt idx="137">
                  <c:v>0.97736024209958872</c:v>
                </c:pt>
                <c:pt idx="138">
                  <c:v>0.97829086619305683</c:v>
                </c:pt>
                <c:pt idx="139">
                  <c:v>0.97919521736416448</c:v>
                </c:pt>
                <c:pt idx="140">
                  <c:v>0.98007375445426481</c:v>
                </c:pt>
                <c:pt idx="141">
                  <c:v>0.98092692986663121</c:v>
                </c:pt>
                <c:pt idx="142">
                  <c:v>0.98175518971515996</c:v>
                </c:pt>
                <c:pt idx="143">
                  <c:v>0.98255897396996383</c:v>
                </c:pt>
                <c:pt idx="144">
                  <c:v>0.98333871660000349</c:v>
                </c:pt>
                <c:pt idx="145">
                  <c:v>0.98409484571290651</c:v>
                </c:pt>
                <c:pt idx="146">
                  <c:v>0.98482778369211466</c:v>
                </c:pt>
                <c:pt idx="147">
                  <c:v>0.98553794733150812</c:v>
                </c:pt>
                <c:pt idx="148">
                  <c:v>0.98622574796764761</c:v>
                </c:pt>
                <c:pt idx="149">
                  <c:v>0.98689159160978057</c:v>
                </c:pt>
                <c:pt idx="150">
                  <c:v>0.98753587906775475</c:v>
                </c:pt>
                <c:pt idx="151">
                  <c:v>0.9881590060779879</c:v>
                </c:pt>
                <c:pt idx="152">
                  <c:v>0.98876136342763965</c:v>
                </c:pt>
                <c:pt idx="153">
                  <c:v>0.98934333707713973</c:v>
                </c:pt>
                <c:pt idx="154">
                  <c:v>0.98990530828122603</c:v>
                </c:pt>
                <c:pt idx="155">
                  <c:v>0.99044765370865362</c:v>
                </c:pt>
                <c:pt idx="156">
                  <c:v>0.9909707455607405</c:v>
                </c:pt>
                <c:pt idx="157">
                  <c:v>0.9914749516889223</c:v>
                </c:pt>
                <c:pt idx="158">
                  <c:v>0.99196063571149851</c:v>
                </c:pt>
                <c:pt idx="159">
                  <c:v>0.99242815712975951</c:v>
                </c:pt>
                <c:pt idx="160">
                  <c:v>0.99287787144369877</c:v>
                </c:pt>
                <c:pt idx="161">
                  <c:v>0.99331013026752546</c:v>
                </c:pt>
                <c:pt idx="162">
                  <c:v>0.99372528144520988</c:v>
                </c:pt>
                <c:pt idx="163">
                  <c:v>0.99412366916631278</c:v>
                </c:pt>
                <c:pt idx="164">
                  <c:v>0.99450563408237214</c:v>
                </c:pt>
                <c:pt idx="165">
                  <c:v>0.99487151342414382</c:v>
                </c:pt>
                <c:pt idx="166">
                  <c:v>0.99522164112002709</c:v>
                </c:pt>
                <c:pt idx="167">
                  <c:v>0.99555634791603631</c:v>
                </c:pt>
                <c:pt idx="168">
                  <c:v>0.99587596149772561</c:v>
                </c:pt>
                <c:pt idx="169">
                  <c:v>0.99618080661451913</c:v>
                </c:pt>
                <c:pt idx="170">
                  <c:v>0.9964712052069602</c:v>
                </c:pt>
                <c:pt idx="171">
                  <c:v>0.99674747653745899</c:v>
                </c:pt>
                <c:pt idx="172">
                  <c:v>0.99700993732520216</c:v>
                </c:pt>
                <c:pt idx="173">
                  <c:v>0.99725890188598643</c:v>
                </c:pt>
                <c:pt idx="174">
                  <c:v>0.99749468227785665</c:v>
                </c:pt>
                <c:pt idx="175">
                  <c:v>0.99771758845357228</c:v>
                </c:pt>
                <c:pt idx="176">
                  <c:v>0.99792792842110412</c:v>
                </c:pt>
                <c:pt idx="177">
                  <c:v>0.99812600841357824</c:v>
                </c:pt>
                <c:pt idx="178">
                  <c:v>0.99831213307035138</c:v>
                </c:pt>
                <c:pt idx="179">
                  <c:v>0.99848660563123659</c:v>
                </c:pt>
                <c:pt idx="180">
                  <c:v>0.99864972814631958</c:v>
                </c:pt>
                <c:pt idx="181">
                  <c:v>0.99880180170433774</c:v>
                </c:pt>
                <c:pt idx="182">
                  <c:v>0.99894312668328444</c:v>
                </c:pt>
                <c:pt idx="183">
                  <c:v>0.99907400302779026</c:v>
                </c:pt>
                <c:pt idx="184">
                  <c:v>0.99919473055900965</c:v>
                </c:pt>
                <c:pt idx="185">
                  <c:v>0.99930560932430823</c:v>
                </c:pt>
                <c:pt idx="186">
                  <c:v>0.9994069399961768</c:v>
                </c:pt>
                <c:pt idx="187">
                  <c:v>0.99949902433272797</c:v>
                </c:pt>
                <c:pt idx="188">
                  <c:v>0.99958216571627612</c:v>
                </c:pt>
                <c:pt idx="189">
                  <c:v>0.99965666979244927</c:v>
                </c:pt>
                <c:pt idx="190">
                  <c:v>0.99972284524109356</c:v>
                </c:pt>
                <c:pt idx="191">
                  <c:v>0.99978100472363896</c:v>
                </c:pt>
                <c:pt idx="192">
                  <c:v>0.99983146607275564</c:v>
                </c:pt>
                <c:pt idx="193">
                  <c:v>0.99987455382493973</c:v>
                </c:pt>
                <c:pt idx="194">
                  <c:v>0.99991060125690345</c:v>
                </c:pt>
                <c:pt idx="195">
                  <c:v>0.99993995319765816</c:v>
                </c:pt>
                <c:pt idx="196">
                  <c:v>0.99996297010989343</c:v>
                </c:pt>
                <c:pt idx="197">
                  <c:v>0.99998003442719596</c:v>
                </c:pt>
                <c:pt idx="198">
                  <c:v>0.99999156141005707</c:v>
                </c:pt>
                <c:pt idx="199">
                  <c:v>0.99999802099312429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D89-4B83-B3C2-AAB6B1EB5FE5}"/>
            </c:ext>
          </c:extLst>
        </c:ser>
        <c:ser>
          <c:idx val="7"/>
          <c:order val="2"/>
          <c:tx>
            <c:v>AUC=0.8654   3-D Res-CapsNet</c:v>
          </c:tx>
          <c:spPr>
            <a:ln w="12700">
              <a:solidFill>
                <a:schemeClr val="accent4"/>
              </a:solidFill>
              <a:prstDash val="lgDashDot"/>
            </a:ln>
          </c:spPr>
          <c:marker>
            <c:symbol val="none"/>
          </c:marker>
          <c:xVal>
            <c:numRef>
              <c:f>'non-mass'!$A$6:$A$206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'non-mass'!$I$6:$I$206</c:f>
              <c:numCache>
                <c:formatCode>General</c:formatCode>
                <c:ptCount val="201"/>
                <c:pt idx="0">
                  <c:v>0</c:v>
                </c:pt>
                <c:pt idx="1">
                  <c:v>0.11679548908733886</c:v>
                </c:pt>
                <c:pt idx="2">
                  <c:v>0.17963313100617642</c:v>
                </c:pt>
                <c:pt idx="3">
                  <c:v>0.228169846026298</c:v>
                </c:pt>
                <c:pt idx="4">
                  <c:v>0.2686477653496111</c:v>
                </c:pt>
                <c:pt idx="5">
                  <c:v>0.3037187578309235</c:v>
                </c:pt>
                <c:pt idx="6">
                  <c:v>0.33482288585223202</c:v>
                </c:pt>
                <c:pt idx="7">
                  <c:v>0.36285124104066485</c:v>
                </c:pt>
                <c:pt idx="8">
                  <c:v>0.38840280975089769</c:v>
                </c:pt>
                <c:pt idx="9">
                  <c:v>0.41190411263435572</c:v>
                </c:pt>
                <c:pt idx="10">
                  <c:v>0.43367207879615555</c:v>
                </c:pt>
                <c:pt idx="11">
                  <c:v>0.4539500663680614</c:v>
                </c:pt>
                <c:pt idx="12">
                  <c:v>0.47292988763990818</c:v>
                </c:pt>
                <c:pt idx="13">
                  <c:v>0.49076598225863588</c:v>
                </c:pt>
                <c:pt idx="14">
                  <c:v>0.50758519973451788</c:v>
                </c:pt>
                <c:pt idx="15">
                  <c:v>0.52349208999786567</c:v>
                </c:pt>
                <c:pt idx="16">
                  <c:v>0.53857565255298911</c:v>
                </c:pt>
                <c:pt idx="17">
                  <c:v>0.55291147057364842</c:v>
                </c:pt>
                <c:pt idx="18">
                  <c:v>0.56656455853245435</c:v>
                </c:pt>
                <c:pt idx="19">
                  <c:v>0.57959132312436212</c:v>
                </c:pt>
                <c:pt idx="20">
                  <c:v>0.5920410783292277</c:v>
                </c:pt>
                <c:pt idx="21">
                  <c:v>0.60395723297464676</c:v>
                </c:pt>
                <c:pt idx="22">
                  <c:v>0.61537823362998822</c:v>
                </c:pt>
                <c:pt idx="23">
                  <c:v>0.62633832192497119</c:v>
                </c:pt>
                <c:pt idx="24">
                  <c:v>0.63686814918440948</c:v>
                </c:pt>
                <c:pt idx="25">
                  <c:v>0.64699527999837736</c:v>
                </c:pt>
                <c:pt idx="26">
                  <c:v>0.65674460836739446</c:v>
                </c:pt>
                <c:pt idx="27">
                  <c:v>0.66613870432410538</c:v>
                </c:pt>
                <c:pt idx="28">
                  <c:v>0.6751981047472122</c:v>
                </c:pt>
                <c:pt idx="29">
                  <c:v>0.68394155898992293</c:v>
                </c:pt>
                <c:pt idx="30">
                  <c:v>0.69238623763117291</c:v>
                </c:pt>
                <c:pt idx="31">
                  <c:v>0.70054791090768842</c:v>
                </c:pt>
                <c:pt idx="32">
                  <c:v>0.7084411020475212</c:v>
                </c:pt>
                <c:pt idx="33">
                  <c:v>0.71607921969389987</c:v>
                </c:pt>
                <c:pt idx="34">
                  <c:v>0.7234746728051481</c:v>
                </c:pt>
                <c:pt idx="35">
                  <c:v>0.73063897078617601</c:v>
                </c:pt>
                <c:pt idx="36">
                  <c:v>0.73758281110856072</c:v>
                </c:pt>
                <c:pt idx="37">
                  <c:v>0.74431615627914494</c:v>
                </c:pt>
                <c:pt idx="38">
                  <c:v>0.75084830169855932</c:v>
                </c:pt>
                <c:pt idx="39">
                  <c:v>0.75718793569396758</c:v>
                </c:pt>
                <c:pt idx="40">
                  <c:v>0.76334319280151186</c:v>
                </c:pt>
                <c:pt idx="41">
                  <c:v>0.76932170120338905</c:v>
                </c:pt>
                <c:pt idx="42">
                  <c:v>0.77513062508443364</c:v>
                </c:pt>
                <c:pt idx="43">
                  <c:v>0.78077670255746823</c:v>
                </c:pt>
                <c:pt idx="44">
                  <c:v>0.78626627971081597</c:v>
                </c:pt>
                <c:pt idx="45">
                  <c:v>0.79160534125145698</c:v>
                </c:pt>
                <c:pt idx="46">
                  <c:v>0.79679953815045967</c:v>
                </c:pt>
                <c:pt idx="47">
                  <c:v>0.80185421264111856</c:v>
                </c:pt>
                <c:pt idx="48">
                  <c:v>0.80677442087281492</c:v>
                </c:pt>
                <c:pt idx="49">
                  <c:v>0.81156495348346536</c:v>
                </c:pt>
                <c:pt idx="50">
                  <c:v>0.81623035431927393</c:v>
                </c:pt>
                <c:pt idx="51">
                  <c:v>0.82077493750140218</c:v>
                </c:pt>
                <c:pt idx="52">
                  <c:v>0.8252028030142301</c:v>
                </c:pt>
                <c:pt idx="53">
                  <c:v>0.82951785096849517</c:v>
                </c:pt>
                <c:pt idx="54">
                  <c:v>0.83372379467416757</c:v>
                </c:pt>
                <c:pt idx="55">
                  <c:v>0.83782417264199349</c:v>
                </c:pt>
                <c:pt idx="56">
                  <c:v>0.84182235961886165</c:v>
                </c:pt>
                <c:pt idx="57">
                  <c:v>0.84572157675016246</c:v>
                </c:pt>
                <c:pt idx="58">
                  <c:v>0.8495249009518856</c:v>
                </c:pt>
                <c:pt idx="59">
                  <c:v>0.8532352735660983</c:v>
                </c:pt>
                <c:pt idx="60">
                  <c:v>0.85685550836547197</c:v>
                </c:pt>
                <c:pt idx="61">
                  <c:v>0.86038829896554292</c:v>
                </c:pt>
                <c:pt idx="62">
                  <c:v>0.8638362256972425</c:v>
                </c:pt>
                <c:pt idx="63">
                  <c:v>0.86720176198682086</c:v>
                </c:pt>
                <c:pt idx="64">
                  <c:v>0.87048728028550315</c:v>
                </c:pt>
                <c:pt idx="65">
                  <c:v>0.87369505758699573</c:v>
                </c:pt>
                <c:pt idx="66">
                  <c:v>0.87682728056719828</c:v>
                </c:pt>
                <c:pt idx="67">
                  <c:v>0.87988605037715806</c:v>
                </c:pt>
                <c:pt idx="68">
                  <c:v>0.88287338711733265</c:v>
                </c:pt>
                <c:pt idx="69">
                  <c:v>0.88579123401858484</c:v>
                </c:pt>
                <c:pt idx="70">
                  <c:v>0.88864146135298228</c:v>
                </c:pt>
                <c:pt idx="71">
                  <c:v>0.89142587009535079</c:v>
                </c:pt>
                <c:pt idx="72">
                  <c:v>0.89414619535465145</c:v>
                </c:pt>
                <c:pt idx="73">
                  <c:v>0.89680410959254986</c:v>
                </c:pt>
                <c:pt idx="74">
                  <c:v>0.89940122564501901</c:v>
                </c:pt>
                <c:pt idx="75">
                  <c:v>0.90193909956144902</c:v>
                </c:pt>
                <c:pt idx="76">
                  <c:v>0.90441923327449569</c:v>
                </c:pt>
                <c:pt idx="77">
                  <c:v>0.90684307711278678</c:v>
                </c:pt>
                <c:pt idx="78">
                  <c:v>0.90921203216759006</c:v>
                </c:pt>
                <c:pt idx="79">
                  <c:v>0.91152745252363931</c:v>
                </c:pt>
                <c:pt idx="80">
                  <c:v>0.91379064736348081</c:v>
                </c:pt>
                <c:pt idx="81">
                  <c:v>0.91600288295395571</c:v>
                </c:pt>
                <c:pt idx="82">
                  <c:v>0.91816538452274643</c:v>
                </c:pt>
                <c:pt idx="83">
                  <c:v>0.92027933803229756</c:v>
                </c:pt>
                <c:pt idx="84">
                  <c:v>0.92234589185785354</c:v>
                </c:pt>
                <c:pt idx="85">
                  <c:v>0.92436615837584124</c:v>
                </c:pt>
                <c:pt idx="86">
                  <c:v>0.9263412154683528</c:v>
                </c:pt>
                <c:pt idx="87">
                  <c:v>0.92827210794905368</c:v>
                </c:pt>
                <c:pt idx="88">
                  <c:v>0.93015984891545145</c:v>
                </c:pt>
                <c:pt idx="89">
                  <c:v>0.93200542103209227</c:v>
                </c:pt>
                <c:pt idx="90">
                  <c:v>0.93380977774892926</c:v>
                </c:pt>
                <c:pt idx="91">
                  <c:v>0.93557384445879954</c:v>
                </c:pt>
                <c:pt idx="92">
                  <c:v>0.93729851959766819</c:v>
                </c:pt>
                <c:pt idx="93">
                  <c:v>0.93898467569104438</c:v>
                </c:pt>
                <c:pt idx="94">
                  <c:v>0.94063316034973421</c:v>
                </c:pt>
                <c:pt idx="95">
                  <c:v>0.94224479721788312</c:v>
                </c:pt>
                <c:pt idx="96">
                  <c:v>0.94382038687605685</c:v>
                </c:pt>
                <c:pt idx="97">
                  <c:v>0.94536070770192693</c:v>
                </c:pt>
                <c:pt idx="98">
                  <c:v>0.94686651669095567</c:v>
                </c:pt>
                <c:pt idx="99">
                  <c:v>0.94833855023931835</c:v>
                </c:pt>
                <c:pt idx="100">
                  <c:v>0.94977752489115508</c:v>
                </c:pt>
                <c:pt idx="101">
                  <c:v>0.95118434661995088</c:v>
                </c:pt>
                <c:pt idx="102">
                  <c:v>0.95255995035590713</c:v>
                </c:pt>
                <c:pt idx="103">
                  <c:v>0.95390494457129416</c:v>
                </c:pt>
                <c:pt idx="104">
                  <c:v>0.95521994501972418</c:v>
                </c:pt>
                <c:pt idx="105">
                  <c:v>0.95650555225286127</c:v>
                </c:pt>
                <c:pt idx="106">
                  <c:v>0.95776235211560168</c:v>
                </c:pt>
                <c:pt idx="107">
                  <c:v>0.95899091622118104</c:v>
                </c:pt>
                <c:pt idx="108">
                  <c:v>0.96019180240719171</c:v>
                </c:pt>
                <c:pt idx="109">
                  <c:v>0.96136555517343802</c:v>
                </c:pt>
                <c:pt idx="110">
                  <c:v>0.96251270610250605</c:v>
                </c:pt>
                <c:pt idx="111">
                  <c:v>0.9636337742638722</c:v>
                </c:pt>
                <c:pt idx="112">
                  <c:v>0.96472926660233116</c:v>
                </c:pt>
                <c:pt idx="113">
                  <c:v>0.96579967831148084</c:v>
                </c:pt>
                <c:pt idx="114">
                  <c:v>0.96684549319295765</c:v>
                </c:pt>
                <c:pt idx="115">
                  <c:v>0.96786718400208438</c:v>
                </c:pt>
                <c:pt idx="116">
                  <c:v>0.96886521278054993</c:v>
                </c:pt>
                <c:pt idx="117">
                  <c:v>0.96984003117671269</c:v>
                </c:pt>
                <c:pt idx="118">
                  <c:v>0.97079208075408419</c:v>
                </c:pt>
                <c:pt idx="119">
                  <c:v>0.97172179328852415</c:v>
                </c:pt>
                <c:pt idx="120">
                  <c:v>0.97262959105464508</c:v>
                </c:pt>
                <c:pt idx="121">
                  <c:v>0.97351588710190529</c:v>
                </c:pt>
                <c:pt idx="122">
                  <c:v>0.97438108552083857</c:v>
                </c:pt>
                <c:pt idx="123">
                  <c:v>0.97522558169985007</c:v>
                </c:pt>
                <c:pt idx="124">
                  <c:v>0.97604976257298404</c:v>
                </c:pt>
                <c:pt idx="125">
                  <c:v>0.97685400685905099</c:v>
                </c:pt>
                <c:pt idx="126">
                  <c:v>0.97763868529247933</c:v>
                </c:pt>
                <c:pt idx="127">
                  <c:v>0.97840416084624116</c:v>
                </c:pt>
                <c:pt idx="128">
                  <c:v>0.97915078894718521</c:v>
                </c:pt>
                <c:pt idx="129">
                  <c:v>0.97987891768409063</c:v>
                </c:pt>
                <c:pt idx="130">
                  <c:v>0.98058888800874322</c:v>
                </c:pt>
                <c:pt idx="131">
                  <c:v>0.98128103393032118</c:v>
                </c:pt>
                <c:pt idx="132">
                  <c:v>0.98195568270336109</c:v>
                </c:pt>
                <c:pt idx="133">
                  <c:v>0.98261315500956548</c:v>
                </c:pt>
                <c:pt idx="134">
                  <c:v>0.98325376513369889</c:v>
                </c:pt>
                <c:pt idx="135">
                  <c:v>0.98387782113380995</c:v>
                </c:pt>
                <c:pt idx="136">
                  <c:v>0.98448562500600179</c:v>
                </c:pt>
                <c:pt idx="137">
                  <c:v>0.98507747284397007</c:v>
                </c:pt>
                <c:pt idx="138">
                  <c:v>0.98565365499351043</c:v>
                </c:pt>
                <c:pt idx="139">
                  <c:v>0.98621445620219339</c:v>
                </c:pt>
                <c:pt idx="140">
                  <c:v>0.98676015576439235</c:v>
                </c:pt>
                <c:pt idx="141">
                  <c:v>0.98729102766184629</c:v>
                </c:pt>
                <c:pt idx="142">
                  <c:v>0.98780734069992437</c:v>
                </c:pt>
                <c:pt idx="143">
                  <c:v>0.98830935863975999</c:v>
                </c:pt>
                <c:pt idx="144">
                  <c:v>0.9887973403264072</c:v>
                </c:pt>
                <c:pt idx="145">
                  <c:v>0.98927153981317106</c:v>
                </c:pt>
                <c:pt idx="146">
                  <c:v>0.98973220648225357</c:v>
                </c:pt>
                <c:pt idx="147">
                  <c:v>0.99017958516185278</c:v>
                </c:pt>
                <c:pt idx="148">
                  <c:v>0.99061391623984563</c:v>
                </c:pt>
                <c:pt idx="149">
                  <c:v>0.99103543577417774</c:v>
                </c:pt>
                <c:pt idx="150">
                  <c:v>0.99144437560008325</c:v>
                </c:pt>
                <c:pt idx="151">
                  <c:v>0.99184096343424433</c:v>
                </c:pt>
                <c:pt idx="152">
                  <c:v>0.9922254229760028</c:v>
                </c:pt>
                <c:pt idx="153">
                  <c:v>0.99259797400572591</c:v>
                </c:pt>
                <c:pt idx="154">
                  <c:v>0.99295883248042582</c:v>
                </c:pt>
                <c:pt idx="155">
                  <c:v>0.99330821062672625</c:v>
                </c:pt>
                <c:pt idx="156">
                  <c:v>0.99364631703126638</c:v>
                </c:pt>
                <c:pt idx="157">
                  <c:v>0.99397335672862586</c:v>
                </c:pt>
                <c:pt idx="158">
                  <c:v>0.99428953128685005</c:v>
                </c:pt>
                <c:pt idx="159">
                  <c:v>0.9945950388906506</c:v>
                </c:pt>
                <c:pt idx="160">
                  <c:v>0.99489007442235011</c:v>
                </c:pt>
                <c:pt idx="161">
                  <c:v>0.99517482954063474</c:v>
                </c:pt>
                <c:pt idx="162">
                  <c:v>0.99544949275717198</c:v>
                </c:pt>
                <c:pt idx="163">
                  <c:v>0.99571424951114595</c:v>
                </c:pt>
                <c:pt idx="164">
                  <c:v>0.99596928224175307</c:v>
                </c:pt>
                <c:pt idx="165">
                  <c:v>0.99621477045869511</c:v>
                </c:pt>
                <c:pt idx="166">
                  <c:v>0.99645089081069749</c:v>
                </c:pt>
                <c:pt idx="167">
                  <c:v>0.99667781715206705</c:v>
                </c:pt>
                <c:pt idx="168">
                  <c:v>0.99689572060729548</c:v>
                </c:pt>
                <c:pt idx="169">
                  <c:v>0.99710476963369743</c:v>
                </c:pt>
                <c:pt idx="170">
                  <c:v>0.99730513008205279</c:v>
                </c:pt>
                <c:pt idx="171">
                  <c:v>0.99749696525520548</c:v>
                </c:pt>
                <c:pt idx="172">
                  <c:v>0.9976804359645397</c:v>
                </c:pt>
                <c:pt idx="173">
                  <c:v>0.99785570058422268</c:v>
                </c:pt>
                <c:pt idx="174">
                  <c:v>0.99802291510306251</c:v>
                </c:pt>
                <c:pt idx="175">
                  <c:v>0.99818223317377286</c:v>
                </c:pt>
                <c:pt idx="176">
                  <c:v>0.99833380615937029</c:v>
                </c:pt>
                <c:pt idx="177">
                  <c:v>0.99847778317634006</c:v>
                </c:pt>
                <c:pt idx="178">
                  <c:v>0.99861431113408961</c:v>
                </c:pt>
                <c:pt idx="179">
                  <c:v>0.99874353477005606</c:v>
                </c:pt>
                <c:pt idx="180">
                  <c:v>0.99886559667962849</c:v>
                </c:pt>
                <c:pt idx="181">
                  <c:v>0.99898063733976872</c:v>
                </c:pt>
                <c:pt idx="182">
                  <c:v>0.99908879512483595</c:v>
                </c:pt>
                <c:pt idx="183">
                  <c:v>0.99919020631259292</c:v>
                </c:pt>
                <c:pt idx="184">
                  <c:v>0.99928500507763562</c:v>
                </c:pt>
                <c:pt idx="185">
                  <c:v>0.99937332346842556</c:v>
                </c:pt>
                <c:pt idx="186">
                  <c:v>0.99945529136256672</c:v>
                </c:pt>
                <c:pt idx="187">
                  <c:v>0.9995310363926726</c:v>
                </c:pt>
                <c:pt idx="188">
                  <c:v>0.99960068383168332</c:v>
                </c:pt>
                <c:pt idx="189">
                  <c:v>0.99966435642104068</c:v>
                </c:pt>
                <c:pt idx="190">
                  <c:v>0.99972217411634812</c:v>
                </c:pt>
                <c:pt idx="191">
                  <c:v>0.99977425371050432</c:v>
                </c:pt>
                <c:pt idx="192">
                  <c:v>0.99982070826883651</c:v>
                </c:pt>
                <c:pt idx="193">
                  <c:v>0.99986164626425145</c:v>
                </c:pt>
                <c:pt idx="194">
                  <c:v>0.99989717021015256</c:v>
                </c:pt>
                <c:pt idx="195">
                  <c:v>0.9999273743999213</c:v>
                </c:pt>
                <c:pt idx="196">
                  <c:v>0.99995234092561658</c:v>
                </c:pt>
                <c:pt idx="197">
                  <c:v>0.99997213199922286</c:v>
                </c:pt>
                <c:pt idx="198">
                  <c:v>0.99998677292518012</c:v>
                </c:pt>
                <c:pt idx="199">
                  <c:v>0.99999620383055088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D89-4B83-B3C2-AAB6B1EB5FE5}"/>
            </c:ext>
          </c:extLst>
        </c:ser>
        <c:ser>
          <c:idx val="2"/>
          <c:order val="3"/>
          <c:tx>
            <c:v>AUC=0.8839   3-D ResNeSt</c:v>
          </c:tx>
          <c:spPr>
            <a:ln w="12700">
              <a:solidFill>
                <a:srgbClr val="92D050"/>
              </a:solidFill>
              <a:prstDash val="lgDashDotDot"/>
            </a:ln>
          </c:spPr>
          <c:marker>
            <c:symbol val="none"/>
          </c:marker>
          <c:xVal>
            <c:numRef>
              <c:f>'non-mass'!$A$6:$A$206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'non-mass'!$D$6:$D$206</c:f>
              <c:numCache>
                <c:formatCode>General</c:formatCode>
                <c:ptCount val="201"/>
                <c:pt idx="0">
                  <c:v>0</c:v>
                </c:pt>
                <c:pt idx="1">
                  <c:v>3.3415171946593818E-2</c:v>
                </c:pt>
                <c:pt idx="2">
                  <c:v>7.5032255335979833E-2</c:v>
                </c:pt>
                <c:pt idx="3">
                  <c:v>0.11647055732362956</c:v>
                </c:pt>
                <c:pt idx="4">
                  <c:v>0.15641956356932823</c:v>
                </c:pt>
                <c:pt idx="5">
                  <c:v>0.19453000203164594</c:v>
                </c:pt>
                <c:pt idx="6">
                  <c:v>0.23073951708176535</c:v>
                </c:pt>
                <c:pt idx="7">
                  <c:v>0.26509070124096606</c:v>
                </c:pt>
                <c:pt idx="8">
                  <c:v>0.29766659949803531</c:v>
                </c:pt>
                <c:pt idx="9">
                  <c:v>0.32856438500597374</c:v>
                </c:pt>
                <c:pt idx="10">
                  <c:v>0.35788377492917933</c:v>
                </c:pt>
                <c:pt idx="11">
                  <c:v>0.38572179597298867</c:v>
                </c:pt>
                <c:pt idx="12">
                  <c:v>0.41217048820009322</c:v>
                </c:pt>
                <c:pt idx="13">
                  <c:v>0.43731603029718957</c:v>
                </c:pt>
                <c:pt idx="14">
                  <c:v>0.4612385667115354</c:v>
                </c:pt>
                <c:pt idx="15">
                  <c:v>0.48401237899146515</c:v>
                </c:pt>
                <c:pt idx="16">
                  <c:v>0.50570650551233554</c:v>
                </c:pt>
                <c:pt idx="17">
                  <c:v>0.52638373172981789</c:v>
                </c:pt>
                <c:pt idx="18">
                  <c:v>0.54610313979942526</c:v>
                </c:pt>
                <c:pt idx="19">
                  <c:v>0.56491922165581565</c:v>
                </c:pt>
                <c:pt idx="20">
                  <c:v>0.58288247843425811</c:v>
                </c:pt>
                <c:pt idx="21">
                  <c:v>0.6000397790944747</c:v>
                </c:pt>
                <c:pt idx="22">
                  <c:v>0.616434684107382</c:v>
                </c:pt>
                <c:pt idx="23">
                  <c:v>0.63210773693167577</c:v>
                </c:pt>
                <c:pt idx="24">
                  <c:v>0.64709672618358083</c:v>
                </c:pt>
                <c:pt idx="25">
                  <c:v>0.6614369213748077</c:v>
                </c:pt>
                <c:pt idx="26">
                  <c:v>0.67516128494875272</c:v>
                </c:pt>
                <c:pt idx="27">
                  <c:v>0.6883006631403682</c:v>
                </c:pt>
                <c:pt idx="28">
                  <c:v>0.70088395795657266</c:v>
                </c:pt>
                <c:pt idx="29">
                  <c:v>0.71293828234287615</c:v>
                </c:pt>
                <c:pt idx="30">
                  <c:v>0.72448910038013092</c:v>
                </c:pt>
                <c:pt idx="31">
                  <c:v>0.73556035414934517</c:v>
                </c:pt>
                <c:pt idx="32">
                  <c:v>0.74617457871498283</c:v>
                </c:pt>
                <c:pt idx="33">
                  <c:v>0.75635300650883397</c:v>
                </c:pt>
                <c:pt idx="34">
                  <c:v>0.76611566224668692</c:v>
                </c:pt>
                <c:pt idx="35">
                  <c:v>0.77548144937751629</c:v>
                </c:pt>
                <c:pt idx="36">
                  <c:v>0.7844682289481465</c:v>
                </c:pt>
                <c:pt idx="37">
                  <c:v>0.79309289166374664</c:v>
                </c:pt>
                <c:pt idx="38">
                  <c:v>0.80137142383450755</c:v>
                </c:pt>
                <c:pt idx="39">
                  <c:v>0.80931896781990675</c:v>
                </c:pt>
                <c:pt idx="40">
                  <c:v>0.8169498775127767</c:v>
                </c:pt>
                <c:pt idx="41">
                  <c:v>0.82427776934469699</c:v>
                </c:pt>
                <c:pt idx="42">
                  <c:v>0.83131556924097949</c:v>
                </c:pt>
                <c:pt idx="43">
                  <c:v>0.83807555590671878</c:v>
                </c:pt>
                <c:pt idx="44">
                  <c:v>0.84456940078425702</c:v>
                </c:pt>
                <c:pt idx="45">
                  <c:v>0.85080820498618037</c:v>
                </c:pt>
                <c:pt idx="46">
                  <c:v>0.8568025334760353</c:v>
                </c:pt>
                <c:pt idx="47">
                  <c:v>0.86256244674076044</c:v>
                </c:pt>
                <c:pt idx="48">
                  <c:v>0.86809753017389379</c:v>
                </c:pt>
                <c:pt idx="49">
                  <c:v>0.87341692136655136</c:v>
                </c:pt>
                <c:pt idx="50">
                  <c:v>0.87852933548358214</c:v>
                </c:pt>
                <c:pt idx="51">
                  <c:v>0.88344308888492384</c:v>
                </c:pt>
                <c:pt idx="52">
                  <c:v>0.88816612113670812</c:v>
                </c:pt>
                <c:pt idx="53">
                  <c:v>0.89270601554287587</c:v>
                </c:pt>
                <c:pt idx="54">
                  <c:v>0.89707001831577149</c:v>
                </c:pt>
                <c:pt idx="55">
                  <c:v>0.90126505649317912</c:v>
                </c:pt>
                <c:pt idx="56">
                  <c:v>0.90529775469943752</c:v>
                </c:pt>
                <c:pt idx="57">
                  <c:v>0.90917445083943382</c:v>
                </c:pt>
                <c:pt idx="58">
                  <c:v>0.91290121080637676</c:v>
                </c:pt>
                <c:pt idx="59">
                  <c:v>0.91648384227711688</c:v>
                </c:pt>
                <c:pt idx="60">
                  <c:v>0.9199279076623843</c:v>
                </c:pt>
                <c:pt idx="61">
                  <c:v>0.9232387362735317</c:v>
                </c:pt>
                <c:pt idx="62">
                  <c:v>0.92642143576216429</c:v>
                </c:pt>
                <c:pt idx="63">
                  <c:v>0.92948090288431695</c:v>
                </c:pt>
                <c:pt idx="64">
                  <c:v>0.93242183363658171</c:v>
                </c:pt>
                <c:pt idx="65">
                  <c:v>0.93524873280772003</c:v>
                </c:pt>
                <c:pt idx="66">
                  <c:v>0.93796592298579051</c:v>
                </c:pt>
                <c:pt idx="67">
                  <c:v>0.9405775530576328</c:v>
                </c:pt>
                <c:pt idx="68">
                  <c:v>0.94308760623465993</c:v>
                </c:pt>
                <c:pt idx="69">
                  <c:v>0.94549990763626268</c:v>
                </c:pt>
                <c:pt idx="70">
                  <c:v>0.94781813145973803</c:v>
                </c:pt>
                <c:pt idx="71">
                  <c:v>0.95004580776344671</c:v>
                </c:pt>
                <c:pt idx="72">
                  <c:v>0.95218632888790966</c:v>
                </c:pt>
                <c:pt idx="73">
                  <c:v>0.95424295553771732</c:v>
                </c:pt>
                <c:pt idx="74">
                  <c:v>0.95621882254544377</c:v>
                </c:pt>
                <c:pt idx="75">
                  <c:v>0.95811694433722672</c:v>
                </c:pt>
                <c:pt idx="76">
                  <c:v>0.95994022011825486</c:v>
                </c:pt>
                <c:pt idx="77">
                  <c:v>0.96169143879511798</c:v>
                </c:pt>
                <c:pt idx="78">
                  <c:v>0.96337328365077646</c:v>
                </c:pt>
                <c:pt idx="79">
                  <c:v>0.96498833678681462</c:v>
                </c:pt>
                <c:pt idx="80">
                  <c:v>0.96653908334663619</c:v>
                </c:pt>
                <c:pt idx="81">
                  <c:v>0.96802791553232548</c:v>
                </c:pt>
                <c:pt idx="82">
                  <c:v>0.96945713642704334</c:v>
                </c:pt>
                <c:pt idx="83">
                  <c:v>0.97082896363403637</c:v>
                </c:pt>
                <c:pt idx="84">
                  <c:v>0.97214553274260251</c:v>
                </c:pt>
                <c:pt idx="85">
                  <c:v>0.97340890063068419</c:v>
                </c:pt>
                <c:pt idx="86">
                  <c:v>0.97462104861313004</c:v>
                </c:pt>
                <c:pt idx="87">
                  <c:v>0.97578388544408967</c:v>
                </c:pt>
                <c:pt idx="88">
                  <c:v>0.97689925018146606</c:v>
                </c:pt>
                <c:pt idx="89">
                  <c:v>0.97796891492085292</c:v>
                </c:pt>
                <c:pt idx="90">
                  <c:v>0.97899458740592049</c:v>
                </c:pt>
                <c:pt idx="91">
                  <c:v>0.97997791352178498</c:v>
                </c:pt>
                <c:pt idx="92">
                  <c:v>0.98092047967749374</c:v>
                </c:pt>
                <c:pt idx="93">
                  <c:v>0.98182381508339112</c:v>
                </c:pt>
                <c:pt idx="94">
                  <c:v>0.98268939392877852</c:v>
                </c:pt>
                <c:pt idx="95">
                  <c:v>0.9835186374649636</c:v>
                </c:pt>
                <c:pt idx="96">
                  <c:v>0.98431291599849113</c:v>
                </c:pt>
                <c:pt idx="97">
                  <c:v>0.98507355079906811</c:v>
                </c:pt>
                <c:pt idx="98">
                  <c:v>0.98580181592643301</c:v>
                </c:pt>
                <c:pt idx="99">
                  <c:v>0.98649893998017568</c:v>
                </c:pt>
                <c:pt idx="100">
                  <c:v>0.98716610777628544</c:v>
                </c:pt>
                <c:pt idx="101">
                  <c:v>0.98780455558753855</c:v>
                </c:pt>
                <c:pt idx="102">
                  <c:v>0.98841549183694899</c:v>
                </c:pt>
                <c:pt idx="103">
                  <c:v>0.98899994353639131</c:v>
                </c:pt>
                <c:pt idx="104">
                  <c:v>0.98955891255003758</c:v>
                </c:pt>
                <c:pt idx="105">
                  <c:v>0.99009336626785194</c:v>
                </c:pt>
                <c:pt idx="106">
                  <c:v>0.99060423878296433</c:v>
                </c:pt>
                <c:pt idx="107">
                  <c:v>0.99109243202511876</c:v>
                </c:pt>
                <c:pt idx="108">
                  <c:v>0.99155881685206848</c:v>
                </c:pt>
                <c:pt idx="109">
                  <c:v>0.99200423410069372</c:v>
                </c:pt>
                <c:pt idx="110">
                  <c:v>0.99242949559953608</c:v>
                </c:pt>
                <c:pt idx="111">
                  <c:v>0.99283538514435976</c:v>
                </c:pt>
                <c:pt idx="112">
                  <c:v>0.99322265943827337</c:v>
                </c:pt>
                <c:pt idx="113">
                  <c:v>0.99359204899787468</c:v>
                </c:pt>
                <c:pt idx="114">
                  <c:v>0.99394425902680883</c:v>
                </c:pt>
                <c:pt idx="115">
                  <c:v>0.99427997025806836</c:v>
                </c:pt>
                <c:pt idx="116">
                  <c:v>0.99459983976630106</c:v>
                </c:pt>
                <c:pt idx="117">
                  <c:v>0.99490450175133127</c:v>
                </c:pt>
                <c:pt idx="118">
                  <c:v>0.99519456829404795</c:v>
                </c:pt>
                <c:pt idx="119">
                  <c:v>0.99547063008575742</c:v>
                </c:pt>
                <c:pt idx="120">
                  <c:v>0.99573325713205141</c:v>
                </c:pt>
                <c:pt idx="121">
                  <c:v>0.99598299943219215</c:v>
                </c:pt>
                <c:pt idx="122">
                  <c:v>0.99622038763497234</c:v>
                </c:pt>
                <c:pt idx="123">
                  <c:v>0.99644593367196466</c:v>
                </c:pt>
                <c:pt idx="124">
                  <c:v>0.99666013136903508</c:v>
                </c:pt>
                <c:pt idx="125">
                  <c:v>0.99686345703695833</c:v>
                </c:pt>
                <c:pt idx="126">
                  <c:v>0.99705637004193159</c:v>
                </c:pt>
                <c:pt idx="127">
                  <c:v>0.99723931335675531</c:v>
                </c:pt>
                <c:pt idx="128">
                  <c:v>0.99741271409341059</c:v>
                </c:pt>
                <c:pt idx="129">
                  <c:v>0.99757698401773565</c:v>
                </c:pt>
                <c:pt idx="130">
                  <c:v>0.99773252004687119</c:v>
                </c:pt>
                <c:pt idx="131">
                  <c:v>0.99787970473011733</c:v>
                </c:pt>
                <c:pt idx="132">
                  <c:v>0.99801890671381921</c:v>
                </c:pt>
                <c:pt idx="133">
                  <c:v>0.99815048119086769</c:v>
                </c:pt>
                <c:pt idx="134">
                  <c:v>0.99827477033538436</c:v>
                </c:pt>
                <c:pt idx="135">
                  <c:v>0.99839210372312925</c:v>
                </c:pt>
                <c:pt idx="136">
                  <c:v>0.99850279873815262</c:v>
                </c:pt>
                <c:pt idx="137">
                  <c:v>0.99860716096618907</c:v>
                </c:pt>
                <c:pt idx="138">
                  <c:v>0.99870548457527031</c:v>
                </c:pt>
                <c:pt idx="139">
                  <c:v>0.99879805268401767</c:v>
                </c:pt>
                <c:pt idx="140">
                  <c:v>0.99888513771805187</c:v>
                </c:pt>
                <c:pt idx="141">
                  <c:v>0.99896700175494502</c:v>
                </c:pt>
                <c:pt idx="142">
                  <c:v>0.99904389685811845</c:v>
                </c:pt>
                <c:pt idx="143">
                  <c:v>0.99911606540007725</c:v>
                </c:pt>
                <c:pt idx="144">
                  <c:v>0.99918374037535529</c:v>
                </c:pt>
                <c:pt idx="145">
                  <c:v>0.99924714570353013</c:v>
                </c:pt>
                <c:pt idx="146">
                  <c:v>0.99930649652265391</c:v>
                </c:pt>
                <c:pt idx="147">
                  <c:v>0.99936199947343118</c:v>
                </c:pt>
                <c:pt idx="148">
                  <c:v>0.99941385297446461</c:v>
                </c:pt>
                <c:pt idx="149">
                  <c:v>0.99946224748887369</c:v>
                </c:pt>
                <c:pt idx="150">
                  <c:v>0.99950736578258292</c:v>
                </c:pt>
                <c:pt idx="151">
                  <c:v>0.99954938317456321</c:v>
                </c:pt>
                <c:pt idx="152">
                  <c:v>0.99958846777929966</c:v>
                </c:pt>
                <c:pt idx="153">
                  <c:v>0.99962478074174776</c:v>
                </c:pt>
                <c:pt idx="154">
                  <c:v>0.99965847646503325</c:v>
                </c:pt>
                <c:pt idx="155">
                  <c:v>0.99968970283113689</c:v>
                </c:pt>
                <c:pt idx="156">
                  <c:v>0.99971860141479962</c:v>
                </c:pt>
                <c:pt idx="157">
                  <c:v>0.999745307690875</c:v>
                </c:pt>
                <c:pt idx="158">
                  <c:v>0.99976995123534373</c:v>
                </c:pt>
                <c:pt idx="159">
                  <c:v>0.9997926559202035</c:v>
                </c:pt>
                <c:pt idx="160">
                  <c:v>0.99981354010243229</c:v>
                </c:pt>
                <c:pt idx="161">
                  <c:v>0.99983271680722252</c:v>
                </c:pt>
                <c:pt idx="162">
                  <c:v>0.99985029390567171</c:v>
                </c:pt>
                <c:pt idx="163">
                  <c:v>0.99986637428711145</c:v>
                </c:pt>
                <c:pt idx="164">
                  <c:v>0.99988105602624822</c:v>
                </c:pt>
                <c:pt idx="165">
                  <c:v>0.9998944325452841</c:v>
                </c:pt>
                <c:pt idx="166">
                  <c:v>0.99990659277117933</c:v>
                </c:pt>
                <c:pt idx="167">
                  <c:v>0.99991762128821282</c:v>
                </c:pt>
                <c:pt idx="168">
                  <c:v>0.99992759848599122</c:v>
                </c:pt>
                <c:pt idx="169">
                  <c:v>0.99993660070305157</c:v>
                </c:pt>
                <c:pt idx="170">
                  <c:v>0.99994470036619698</c:v>
                </c:pt>
                <c:pt idx="171">
                  <c:v>0.99995196612570147</c:v>
                </c:pt>
                <c:pt idx="172">
                  <c:v>0.9999584629865127</c:v>
                </c:pt>
                <c:pt idx="173">
                  <c:v>0.99996425243557863</c:v>
                </c:pt>
                <c:pt idx="174">
                  <c:v>0.99996939256541917</c:v>
                </c:pt>
                <c:pt idx="175">
                  <c:v>0.99997393819405733</c:v>
                </c:pt>
                <c:pt idx="176">
                  <c:v>0.99997794098142456</c:v>
                </c:pt>
                <c:pt idx="177">
                  <c:v>0.99998144954234458</c:v>
                </c:pt>
                <c:pt idx="178">
                  <c:v>0.99998450955620122</c:v>
                </c:pt>
                <c:pt idx="179">
                  <c:v>0.99998716387338782</c:v>
                </c:pt>
                <c:pt idx="180">
                  <c:v>0.99998945261863248</c:v>
                </c:pt>
                <c:pt idx="181">
                  <c:v>0.99999141329128938</c:v>
                </c:pt>
                <c:pt idx="182">
                  <c:v>0.99999308086268091</c:v>
                </c:pt>
                <c:pt idx="183">
                  <c:v>0.99999448787056933</c:v>
                </c:pt>
                <c:pt idx="184">
                  <c:v>0.99999566451083355</c:v>
                </c:pt>
                <c:pt idx="185">
                  <c:v>0.99999663872641631</c:v>
                </c:pt>
                <c:pt idx="186">
                  <c:v>0.99999743629360349</c:v>
                </c:pt>
                <c:pt idx="187">
                  <c:v>0.99999808090568376</c:v>
                </c:pt>
                <c:pt idx="188">
                  <c:v>0.99999859425402826</c:v>
                </c:pt>
                <c:pt idx="189">
                  <c:v>0.99999899610661336</c:v>
                </c:pt>
                <c:pt idx="190">
                  <c:v>0.99999930438398732</c:v>
                </c:pt>
                <c:pt idx="191">
                  <c:v>0.9999995352326545</c:v>
                </c:pt>
                <c:pt idx="192">
                  <c:v>0.99999970309580632</c:v>
                </c:pt>
                <c:pt idx="193">
                  <c:v>0.99999982078126037</c:v>
                </c:pt>
                <c:pt idx="194">
                  <c:v>0.99999989952636859</c:v>
                </c:pt>
                <c:pt idx="195">
                  <c:v>0.99999994905946821</c:v>
                </c:pt>
                <c:pt idx="196">
                  <c:v>0.99999997765713278</c:v>
                </c:pt>
                <c:pt idx="197">
                  <c:v>0.99999999219582991</c:v>
                </c:pt>
                <c:pt idx="198">
                  <c:v>0.99999999819515117</c:v>
                </c:pt>
                <c:pt idx="199">
                  <c:v>0.99999999984584287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D89-4B83-B3C2-AAB6B1EB5FE5}"/>
            </c:ext>
          </c:extLst>
        </c:ser>
        <c:ser>
          <c:idx val="3"/>
          <c:order val="4"/>
          <c:tx>
            <c:v>AUC=0.8484   3-D ResNeXt</c:v>
          </c:tx>
          <c:spPr>
            <a:ln w="15875">
              <a:solidFill>
                <a:srgbClr val="00B0F0"/>
              </a:solidFill>
              <a:prstDash val="sysDot"/>
            </a:ln>
          </c:spPr>
          <c:marker>
            <c:symbol val="none"/>
          </c:marker>
          <c:xVal>
            <c:numRef>
              <c:f>'non-mass'!$A$6:$A$206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'non-mass'!$E$6:$E$206</c:f>
              <c:numCache>
                <c:formatCode>General</c:formatCode>
                <c:ptCount val="201"/>
                <c:pt idx="0">
                  <c:v>0</c:v>
                </c:pt>
                <c:pt idx="1">
                  <c:v>2.1076443600909996E-2</c:v>
                </c:pt>
                <c:pt idx="2">
                  <c:v>4.9024362495299047E-2</c:v>
                </c:pt>
                <c:pt idx="3">
                  <c:v>7.8116727483986528E-2</c:v>
                </c:pt>
                <c:pt idx="4">
                  <c:v>0.1071680176596338</c:v>
                </c:pt>
                <c:pt idx="5">
                  <c:v>0.13572145545921924</c:v>
                </c:pt>
                <c:pt idx="6">
                  <c:v>0.16357266095608913</c:v>
                </c:pt>
                <c:pt idx="7">
                  <c:v>0.19062797401973228</c:v>
                </c:pt>
                <c:pt idx="8">
                  <c:v>0.21684877773082478</c:v>
                </c:pt>
                <c:pt idx="9">
                  <c:v>0.24222591127514401</c:v>
                </c:pt>
                <c:pt idx="10">
                  <c:v>0.26676665540299799</c:v>
                </c:pt>
                <c:pt idx="11">
                  <c:v>0.2904876297194362</c:v>
                </c:pt>
                <c:pt idx="12">
                  <c:v>0.31341071554698174</c:v>
                </c:pt>
                <c:pt idx="13">
                  <c:v>0.33556062890042027</c:v>
                </c:pt>
                <c:pt idx="14">
                  <c:v>0.35696343875570286</c:v>
                </c:pt>
                <c:pt idx="15">
                  <c:v>0.37764564818863222</c:v>
                </c:pt>
                <c:pt idx="16">
                  <c:v>0.39763362109013345</c:v>
                </c:pt>
                <c:pt idx="17">
                  <c:v>0.4169532262345384</c:v>
                </c:pt>
                <c:pt idx="18">
                  <c:v>0.43562962062772481</c:v>
                </c:pt>
                <c:pt idx="19">
                  <c:v>0.45368712333818706</c:v>
                </c:pt>
                <c:pt idx="20">
                  <c:v>0.47114914863829005</c:v>
                </c:pt>
                <c:pt idx="21">
                  <c:v>0.48803817817621192</c:v>
                </c:pt>
                <c:pt idx="22">
                  <c:v>0.50437605147325326</c:v>
                </c:pt>
                <c:pt idx="23">
                  <c:v>0.5201826623275011</c:v>
                </c:pt>
                <c:pt idx="24">
                  <c:v>0.53547798525925572</c:v>
                </c:pt>
                <c:pt idx="25">
                  <c:v>0.55028086102865537</c:v>
                </c:pt>
                <c:pt idx="26">
                  <c:v>0.56460928366612539</c:v>
                </c:pt>
                <c:pt idx="27">
                  <c:v>0.57848044119665076</c:v>
                </c:pt>
                <c:pt idx="28">
                  <c:v>0.59191075569806928</c:v>
                </c:pt>
                <c:pt idx="29">
                  <c:v>0.60491592224484791</c:v>
                </c:pt>
                <c:pt idx="30">
                  <c:v>0.61751094644088211</c:v>
                </c:pt>
                <c:pt idx="31">
                  <c:v>0.62971018035784931</c:v>
                </c:pt>
                <c:pt idx="32">
                  <c:v>0.64152735677847184</c:v>
                </c:pt>
                <c:pt idx="33">
                  <c:v>0.65297562170397039</c:v>
                </c:pt>
                <c:pt idx="34">
                  <c:v>0.66406756512761722</c:v>
                </c:pt>
                <c:pt idx="35">
                  <c:v>0.67481525010608068</c:v>
                </c:pt>
                <c:pt idx="36">
                  <c:v>0.68523024018042644</c:v>
                </c:pt>
                <c:pt idx="37">
                  <c:v>0.69532362521177826</c:v>
                </c:pt>
                <c:pt idx="38">
                  <c:v>0.70510604570461455</c:v>
                </c:pt>
                <c:pt idx="39">
                  <c:v>0.714587715694881</c:v>
                </c:pt>
                <c:pt idx="40">
                  <c:v>0.72377844428163585</c:v>
                </c:pt>
                <c:pt idx="41">
                  <c:v>0.73268765588055018</c:v>
                </c:pt>
                <c:pt idx="42">
                  <c:v>0.74132440927588972</c:v>
                </c:pt>
                <c:pt idx="43">
                  <c:v>0.74969741554500191</c:v>
                </c:pt>
                <c:pt idx="44">
                  <c:v>0.75781505492617962</c:v>
                </c:pt>
                <c:pt idx="45">
                  <c:v>0.765685392697256</c:v>
                </c:pt>
                <c:pt idx="46">
                  <c:v>0.7733161941286214</c:v>
                </c:pt>
                <c:pt idx="47">
                  <c:v>0.78071493857062546</c:v>
                </c:pt>
                <c:pt idx="48">
                  <c:v>0.78788883273164334</c:v>
                </c:pt>
                <c:pt idx="49">
                  <c:v>0.79484482319949323</c:v>
                </c:pt>
                <c:pt idx="50">
                  <c:v>0.80158960825543557</c:v>
                </c:pt>
                <c:pt idx="51">
                  <c:v>0.80812964902668771</c:v>
                </c:pt>
                <c:pt idx="52">
                  <c:v>0.81447118002026464</c:v>
                </c:pt>
                <c:pt idx="53">
                  <c:v>0.82062021907800786</c:v>
                </c:pt>
                <c:pt idx="54">
                  <c:v>0.82658257678991331</c:v>
                </c:pt>
                <c:pt idx="55">
                  <c:v>0.83236386540027241</c:v>
                </c:pt>
                <c:pt idx="56">
                  <c:v>0.83796950723874275</c:v>
                </c:pt>
                <c:pt idx="57">
                  <c:v>0.84340474270621146</c:v>
                </c:pt>
                <c:pt idx="58">
                  <c:v>0.84867463784323538</c:v>
                </c:pt>
                <c:pt idx="59">
                  <c:v>0.8537840915069026</c:v>
                </c:pt>
                <c:pt idx="60">
                  <c:v>0.85873784218016402</c:v>
                </c:pt>
                <c:pt idx="61">
                  <c:v>0.86354047443601811</c:v>
                </c:pt>
                <c:pt idx="62">
                  <c:v>0.86819642507739048</c:v>
                </c:pt>
                <c:pt idx="63">
                  <c:v>0.87270998897212093</c:v>
                </c:pt>
                <c:pt idx="64">
                  <c:v>0.87708532460114275</c:v>
                </c:pt>
                <c:pt idx="65">
                  <c:v>0.8813264593367216</c:v>
                </c:pt>
                <c:pt idx="66">
                  <c:v>0.88543729446647712</c:v>
                </c:pt>
                <c:pt idx="67">
                  <c:v>0.88942160997786412</c:v>
                </c:pt>
                <c:pt idx="68">
                  <c:v>0.89328306911681699</c:v>
                </c:pt>
                <c:pt idx="69">
                  <c:v>0.89702522273335061</c:v>
                </c:pt>
                <c:pt idx="70">
                  <c:v>0.90065151342608685</c:v>
                </c:pt>
                <c:pt idx="71">
                  <c:v>0.9041652794968833</c:v>
                </c:pt>
                <c:pt idx="72">
                  <c:v>0.90756975872603707</c:v>
                </c:pt>
                <c:pt idx="73">
                  <c:v>0.91086809197785557</c:v>
                </c:pt>
                <c:pt idx="74">
                  <c:v>0.91406332664577361</c:v>
                </c:pt>
                <c:pt idx="75">
                  <c:v>0.91715841994561487</c:v>
                </c:pt>
                <c:pt idx="76">
                  <c:v>0.92015624206506141</c:v>
                </c:pt>
                <c:pt idx="77">
                  <c:v>0.92305957917689974</c:v>
                </c:pt>
                <c:pt idx="78">
                  <c:v>0.92587113632314255</c:v>
                </c:pt>
                <c:pt idx="79">
                  <c:v>0.92859354017669782</c:v>
                </c:pt>
                <c:pt idx="80">
                  <c:v>0.93122934168685456</c:v>
                </c:pt>
                <c:pt idx="81">
                  <c:v>0.93378101861447949</c:v>
                </c:pt>
                <c:pt idx="82">
                  <c:v>0.93625097796246881</c:v>
                </c:pt>
                <c:pt idx="83">
                  <c:v>0.93864155830667484</c:v>
                </c:pt>
                <c:pt idx="84">
                  <c:v>0.94095503203222486</c:v>
                </c:pt>
                <c:pt idx="85">
                  <c:v>0.94319360747985903</c:v>
                </c:pt>
                <c:pt idx="86">
                  <c:v>0.94535943100665998</c:v>
                </c:pt>
                <c:pt idx="87">
                  <c:v>0.947454588965286</c:v>
                </c:pt>
                <c:pt idx="88">
                  <c:v>0.94948110960559917</c:v>
                </c:pt>
                <c:pt idx="89">
                  <c:v>0.95144096490235541</c:v>
                </c:pt>
                <c:pt idx="90">
                  <c:v>0.95333607231242135</c:v>
                </c:pt>
                <c:pt idx="91">
                  <c:v>0.95516829646479695</c:v>
                </c:pt>
                <c:pt idx="92">
                  <c:v>0.95693945078653819</c:v>
                </c:pt>
                <c:pt idx="93">
                  <c:v>0.95865129906751123</c:v>
                </c:pt>
                <c:pt idx="94">
                  <c:v>0.96030555696674891</c:v>
                </c:pt>
                <c:pt idx="95">
                  <c:v>0.96190389346303795</c:v>
                </c:pt>
                <c:pt idx="96">
                  <c:v>0.96344793225222047</c:v>
                </c:pt>
                <c:pt idx="97">
                  <c:v>0.96493925309356932</c:v>
                </c:pt>
                <c:pt idx="98">
                  <c:v>0.9663793931074689</c:v>
                </c:pt>
                <c:pt idx="99">
                  <c:v>0.96776984802652344</c:v>
                </c:pt>
                <c:pt idx="100">
                  <c:v>0.9691120734021027</c:v>
                </c:pt>
                <c:pt idx="101">
                  <c:v>0.97040767660978267</c:v>
                </c:pt>
                <c:pt idx="102">
                  <c:v>0.97165826008692868</c:v>
                </c:pt>
                <c:pt idx="103">
                  <c:v>0.97286510222877209</c:v>
                </c:pt>
                <c:pt idx="104">
                  <c:v>0.97402946967915793</c:v>
                </c:pt>
                <c:pt idx="105">
                  <c:v>0.97515259687704614</c:v>
                </c:pt>
                <c:pt idx="106">
                  <c:v>0.97623568689345031</c:v>
                </c:pt>
                <c:pt idx="107">
                  <c:v>0.97727991224298316</c:v>
                </c:pt>
                <c:pt idx="108">
                  <c:v>0.97828641567091423</c:v>
                </c:pt>
                <c:pt idx="109">
                  <c:v>0.97925631091661236</c:v>
                </c:pt>
                <c:pt idx="110">
                  <c:v>0.9801906834542059</c:v>
                </c:pt>
                <c:pt idx="111">
                  <c:v>0.98109059121125952</c:v>
                </c:pt>
                <c:pt idx="112">
                  <c:v>0.98195706526623538</c:v>
                </c:pt>
                <c:pt idx="113">
                  <c:v>0.98279111052547252</c:v>
                </c:pt>
                <c:pt idx="114">
                  <c:v>0.98359370638039245</c:v>
                </c:pt>
                <c:pt idx="115">
                  <c:v>0.98436580734560464</c:v>
                </c:pt>
                <c:pt idx="116">
                  <c:v>0.98510834367856481</c:v>
                </c:pt>
                <c:pt idx="117">
                  <c:v>0.98582222198140845</c:v>
                </c:pt>
                <c:pt idx="118">
                  <c:v>0.98650832578555969</c:v>
                </c:pt>
                <c:pt idx="119">
                  <c:v>0.98716751611969056</c:v>
                </c:pt>
                <c:pt idx="120">
                  <c:v>0.9878006320615843</c:v>
                </c:pt>
                <c:pt idx="121">
                  <c:v>0.98840849127443497</c:v>
                </c:pt>
                <c:pt idx="122">
                  <c:v>0.98899189052809333</c:v>
                </c:pt>
                <c:pt idx="123">
                  <c:v>0.989551606205751</c:v>
                </c:pt>
                <c:pt idx="124">
                  <c:v>0.99008839479653565</c:v>
                </c:pt>
                <c:pt idx="125">
                  <c:v>0.990602993374472</c:v>
                </c:pt>
                <c:pt idx="126">
                  <c:v>0.9910961200642453</c:v>
                </c:pt>
                <c:pt idx="127">
                  <c:v>0.99156847449418917</c:v>
                </c:pt>
                <c:pt idx="128">
                  <c:v>0.99202073823690184</c:v>
                </c:pt>
                <c:pt idx="129">
                  <c:v>0.99245357523788191</c:v>
                </c:pt>
                <c:pt idx="130">
                  <c:v>0.99286763223255825</c:v>
                </c:pt>
                <c:pt idx="131">
                  <c:v>0.99326353915207632</c:v>
                </c:pt>
                <c:pt idx="132">
                  <c:v>0.99364190951818887</c:v>
                </c:pt>
                <c:pt idx="133">
                  <c:v>0.9940033408275859</c:v>
                </c:pt>
                <c:pt idx="134">
                  <c:v>0.99434841492598924</c:v>
                </c:pt>
                <c:pt idx="135">
                  <c:v>0.99467769837232001</c:v>
                </c:pt>
                <c:pt idx="136">
                  <c:v>0.99499174279324287</c:v>
                </c:pt>
                <c:pt idx="137">
                  <c:v>0.99529108522837273</c:v>
                </c:pt>
                <c:pt idx="138">
                  <c:v>0.99557624846642578</c:v>
                </c:pt>
                <c:pt idx="139">
                  <c:v>0.99584774137258236</c:v>
                </c:pt>
                <c:pt idx="140">
                  <c:v>0.99610605920732043</c:v>
                </c:pt>
                <c:pt idx="141">
                  <c:v>0.99635168393697082</c:v>
                </c:pt>
                <c:pt idx="142">
                  <c:v>0.99658508453623507</c:v>
                </c:pt>
                <c:pt idx="143">
                  <c:v>0.99680671728289671</c:v>
                </c:pt>
                <c:pt idx="144">
                  <c:v>0.99701702604495246</c:v>
                </c:pt>
                <c:pt idx="145">
                  <c:v>0.99721644256037767</c:v>
                </c:pt>
                <c:pt idx="146">
                  <c:v>0.997405386709735</c:v>
                </c:pt>
                <c:pt idx="147">
                  <c:v>0.99758426678182766</c:v>
                </c:pt>
                <c:pt idx="148">
                  <c:v>0.99775347973258977</c:v>
                </c:pt>
                <c:pt idx="149">
                  <c:v>0.99791341143740198</c:v>
                </c:pt>
                <c:pt idx="150">
                  <c:v>0.99806443693701119</c:v>
                </c:pt>
                <c:pt idx="151">
                  <c:v>0.99820692067722827</c:v>
                </c:pt>
                <c:pt idx="152">
                  <c:v>0.99834121674257048</c:v>
                </c:pt>
                <c:pt idx="153">
                  <c:v>0.99846766908400986</c:v>
                </c:pt>
                <c:pt idx="154">
                  <c:v>0.99858661174098196</c:v>
                </c:pt>
                <c:pt idx="155">
                  <c:v>0.99869836905780407</c:v>
                </c:pt>
                <c:pt idx="156">
                  <c:v>0.99880325589464547</c:v>
                </c:pt>
                <c:pt idx="157">
                  <c:v>0.998901577833188</c:v>
                </c:pt>
                <c:pt idx="158">
                  <c:v>0.9989936313771085</c:v>
                </c:pt>
                <c:pt idx="159">
                  <c:v>0.99907970414750857</c:v>
                </c:pt>
                <c:pt idx="160">
                  <c:v>0.99916007507341464</c:v>
                </c:pt>
                <c:pt idx="161">
                  <c:v>0.99923501457746189</c:v>
                </c:pt>
                <c:pt idx="162">
                  <c:v>0.99930478475687312</c:v>
                </c:pt>
                <c:pt idx="163">
                  <c:v>0.99936963955983726</c:v>
                </c:pt>
                <c:pt idx="164">
                  <c:v>0.99942982495738708</c:v>
                </c:pt>
                <c:pt idx="165">
                  <c:v>0.99948557911086922</c:v>
                </c:pt>
                <c:pt idx="166">
                  <c:v>0.99953713253509435</c:v>
                </c:pt>
                <c:pt idx="167">
                  <c:v>0.99958470825725165</c:v>
                </c:pt>
                <c:pt idx="168">
                  <c:v>0.9996285219716613</c:v>
                </c:pt>
                <c:pt idx="169">
                  <c:v>0.99966878219043631</c:v>
                </c:pt>
                <c:pt idx="170">
                  <c:v>0.99970569039011681</c:v>
                </c:pt>
                <c:pt idx="171">
                  <c:v>0.99973944115433189</c:v>
                </c:pt>
                <c:pt idx="172">
                  <c:v>0.99977022231253876</c:v>
                </c:pt>
                <c:pt idx="173">
                  <c:v>0.99979821507487732</c:v>
                </c:pt>
                <c:pt idx="174">
                  <c:v>0.99982359416317246</c:v>
                </c:pt>
                <c:pt idx="175">
                  <c:v>0.99984652793810336</c:v>
                </c:pt>
                <c:pt idx="176">
                  <c:v>0.99986717852254858</c:v>
                </c:pt>
                <c:pt idx="177">
                  <c:v>0.99988570192110282</c:v>
                </c:pt>
                <c:pt idx="178">
                  <c:v>0.99990224813574502</c:v>
                </c:pt>
                <c:pt idx="179">
                  <c:v>0.9999169612776202</c:v>
                </c:pt>
                <c:pt idx="180">
                  <c:v>0.99992997967487585</c:v>
                </c:pt>
                <c:pt idx="181">
                  <c:v>0.99994143597647001</c:v>
                </c:pt>
                <c:pt idx="182">
                  <c:v>0.99995145725183487</c:v>
                </c:pt>
                <c:pt idx="183">
                  <c:v>0.99996016508624475</c:v>
                </c:pt>
                <c:pt idx="184">
                  <c:v>0.99996767567169054</c:v>
                </c:pt>
                <c:pt idx="185">
                  <c:v>0.99997409989300223</c:v>
                </c:pt>
                <c:pt idx="186">
                  <c:v>0.99997954340888962</c:v>
                </c:pt>
                <c:pt idx="187">
                  <c:v>0.99998410672747096</c:v>
                </c:pt>
                <c:pt idx="188">
                  <c:v>0.99998788527573257</c:v>
                </c:pt>
                <c:pt idx="189">
                  <c:v>0.99999096946218946</c:v>
                </c:pt>
                <c:pt idx="190">
                  <c:v>0.99999344473177743</c:v>
                </c:pt>
                <c:pt idx="191">
                  <c:v>0.99999539161166995</c:v>
                </c:pt>
                <c:pt idx="192">
                  <c:v>0.99999688574622481</c:v>
                </c:pt>
                <c:pt idx="193">
                  <c:v>0.99999799791852262</c:v>
                </c:pt>
                <c:pt idx="194">
                  <c:v>0.99999879405480774</c:v>
                </c:pt>
                <c:pt idx="195">
                  <c:v>0.99999933520622342</c:v>
                </c:pt>
                <c:pt idx="196">
                  <c:v>0.99999967749887797</c:v>
                </c:pt>
                <c:pt idx="197">
                  <c:v>0.99999987203682683</c:v>
                </c:pt>
                <c:pt idx="198">
                  <c:v>0.9999999647286566</c:v>
                </c:pt>
                <c:pt idx="199">
                  <c:v>0.99999999597230771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D89-4B83-B3C2-AAB6B1EB5FE5}"/>
            </c:ext>
          </c:extLst>
        </c:ser>
        <c:ser>
          <c:idx val="4"/>
          <c:order val="5"/>
          <c:tx>
            <c:v>AUC=0.8681   3-D ResNet</c:v>
          </c:tx>
          <c:spPr>
            <a:ln w="12700">
              <a:solidFill>
                <a:srgbClr val="0070C0"/>
              </a:solidFill>
              <a:prstDash val="dashDot"/>
            </a:ln>
          </c:spPr>
          <c:marker>
            <c:symbol val="none"/>
          </c:marker>
          <c:xVal>
            <c:numRef>
              <c:f>'non-mass'!$A$6:$A$206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'non-mass'!$F$6:$F$206</c:f>
              <c:numCache>
                <c:formatCode>General</c:formatCode>
                <c:ptCount val="201"/>
                <c:pt idx="0">
                  <c:v>0</c:v>
                </c:pt>
                <c:pt idx="1">
                  <c:v>8.6246434231709856E-4</c:v>
                </c:pt>
                <c:pt idx="2">
                  <c:v>5.2573787159659342E-3</c:v>
                </c:pt>
                <c:pt idx="3">
                  <c:v>1.3976694399149035E-2</c:v>
                </c:pt>
                <c:pt idx="4">
                  <c:v>2.6833190615004776E-2</c:v>
                </c:pt>
                <c:pt idx="5">
                  <c:v>4.3344537569259538E-2</c:v>
                </c:pt>
                <c:pt idx="6">
                  <c:v>6.2953189128070283E-2</c:v>
                </c:pt>
                <c:pt idx="7">
                  <c:v>8.5110452212644655E-2</c:v>
                </c:pt>
                <c:pt idx="8">
                  <c:v>0.10930953233855699</c:v>
                </c:pt>
                <c:pt idx="9">
                  <c:v>0.1350969895472203</c:v>
                </c:pt>
                <c:pt idx="10">
                  <c:v>0.16207454392564696</c:v>
                </c:pt>
                <c:pt idx="11">
                  <c:v>0.18989655157589588</c:v>
                </c:pt>
                <c:pt idx="12">
                  <c:v>0.21826566292229529</c:v>
                </c:pt>
                <c:pt idx="13">
                  <c:v>0.24692788536906177</c:v>
                </c:pt>
                <c:pt idx="14">
                  <c:v>0.27566764659488868</c:v>
                </c:pt>
                <c:pt idx="15">
                  <c:v>0.30430313981611579</c:v>
                </c:pt>
                <c:pt idx="16">
                  <c:v>0.3326820704215408</c:v>
                </c:pt>
                <c:pt idx="17">
                  <c:v>0.36067783972746309</c:v>
                </c:pt>
                <c:pt idx="18">
                  <c:v>0.38818615908834736</c:v>
                </c:pt>
                <c:pt idx="19">
                  <c:v>0.41512206708149685</c:v>
                </c:pt>
                <c:pt idx="20">
                  <c:v>0.44141731380165672</c:v>
                </c:pt>
                <c:pt idx="21">
                  <c:v>0.46701807394186079</c:v>
                </c:pt>
                <c:pt idx="22">
                  <c:v>0.4918829512658936</c:v>
                </c:pt>
                <c:pt idx="23">
                  <c:v>0.51598144333141116</c:v>
                </c:pt>
                <c:pt idx="24">
                  <c:v>0.53929108806925341</c:v>
                </c:pt>
                <c:pt idx="25">
                  <c:v>0.56179837259818188</c:v>
                </c:pt>
                <c:pt idx="26">
                  <c:v>0.58349611014300784</c:v>
                </c:pt>
                <c:pt idx="27">
                  <c:v>0.60438273176636548</c:v>
                </c:pt>
                <c:pt idx="28">
                  <c:v>0.62446142487487433</c:v>
                </c:pt>
                <c:pt idx="29">
                  <c:v>0.64373938038419931</c:v>
                </c:pt>
                <c:pt idx="30">
                  <c:v>0.66222713605038708</c:v>
                </c:pt>
                <c:pt idx="31">
                  <c:v>0.67993800457543596</c:v>
                </c:pt>
                <c:pt idx="32">
                  <c:v>0.69688757625107867</c:v>
                </c:pt>
                <c:pt idx="33">
                  <c:v>0.71309328703014851</c:v>
                </c:pt>
                <c:pt idx="34">
                  <c:v>0.72857404396614323</c:v>
                </c:pt>
                <c:pt idx="35">
                  <c:v>0.74334990091990494</c:v>
                </c:pt>
                <c:pt idx="36">
                  <c:v>0.75744177829255577</c:v>
                </c:pt>
                <c:pt idx="37">
                  <c:v>0.77087122130835484</c:v>
                </c:pt>
                <c:pt idx="38">
                  <c:v>0.78366019204624404</c:v>
                </c:pt>
                <c:pt idx="39">
                  <c:v>0.79583089101241522</c:v>
                </c:pt>
                <c:pt idx="40">
                  <c:v>0.8074056045667124</c:v>
                </c:pt>
                <c:pt idx="41">
                  <c:v>0.81840657497133851</c:v>
                </c:pt>
                <c:pt idx="42">
                  <c:v>0.82885589022883299</c:v>
                </c:pt>
                <c:pt idx="43">
                  <c:v>0.83877539122471467</c:v>
                </c:pt>
                <c:pt idx="44">
                  <c:v>0.84818659399480612</c:v>
                </c:pt>
                <c:pt idx="45">
                  <c:v>0.85711062520365211</c:v>
                </c:pt>
                <c:pt idx="46">
                  <c:v>0.86556816915354484</c:v>
                </c:pt>
                <c:pt idx="47">
                  <c:v>0.87357942484772333</c:v>
                </c:pt>
                <c:pt idx="48">
                  <c:v>0.88116407181008805</c:v>
                </c:pt>
                <c:pt idx="49">
                  <c:v>0.88834124352051524</c:v>
                </c:pt>
                <c:pt idx="50">
                  <c:v>0.8951295074623622</c:v>
                </c:pt>
                <c:pt idx="51">
                  <c:v>0.90154685089951969</c:v>
                </c:pt>
                <c:pt idx="52">
                  <c:v>0.90761067160647113</c:v>
                </c:pt>
                <c:pt idx="53">
                  <c:v>0.91333777286814355</c:v>
                </c:pt>
                <c:pt idx="54">
                  <c:v>0.91874436214846489</c:v>
                </c:pt>
                <c:pt idx="55">
                  <c:v>0.92384605289886912</c:v>
                </c:pt>
                <c:pt idx="56">
                  <c:v>0.9286578690417393</c:v>
                </c:pt>
                <c:pt idx="57">
                  <c:v>0.9331942517199846</c:v>
                </c:pt>
                <c:pt idx="58">
                  <c:v>0.93746906795354867</c:v>
                </c:pt>
                <c:pt idx="59">
                  <c:v>0.94149562088742877</c:v>
                </c:pt>
                <c:pt idx="60">
                  <c:v>0.94528666135445261</c:v>
                </c:pt>
                <c:pt idx="61">
                  <c:v>0.94885440051022607</c:v>
                </c:pt>
                <c:pt idx="62">
                  <c:v>0.95221052332786671</c:v>
                </c:pt>
                <c:pt idx="63">
                  <c:v>0.95536620276683015</c:v>
                </c:pt>
                <c:pt idx="64">
                  <c:v>0.958332114453748</c:v>
                </c:pt>
                <c:pt idx="65">
                  <c:v>0.96111845173407406</c:v>
                </c:pt>
                <c:pt idx="66">
                  <c:v>0.96373494097180168</c:v>
                </c:pt>
                <c:pt idx="67">
                  <c:v>0.96619085699084672</c:v>
                </c:pt>
                <c:pt idx="68">
                  <c:v>0.96849503856613339</c:v>
                </c:pt>
                <c:pt idx="69">
                  <c:v>0.97065590388519074</c:v>
                </c:pt>
                <c:pt idx="70">
                  <c:v>0.97268146591235383</c:v>
                </c:pt>
                <c:pt idx="71">
                  <c:v>0.97457934759763298</c:v>
                </c:pt>
                <c:pt idx="72">
                  <c:v>0.97635679688112609</c:v>
                </c:pt>
                <c:pt idx="73">
                  <c:v>0.97802070145161435</c:v>
                </c:pt>
                <c:pt idx="74">
                  <c:v>0.97957760322483789</c:v>
                </c:pt>
                <c:pt idx="75">
                  <c:v>0.9810337125129831</c:v>
                </c:pt>
                <c:pt idx="76">
                  <c:v>0.98239492186222632</c:v>
                </c:pt>
                <c:pt idx="77">
                  <c:v>0.98366681953984836</c:v>
                </c:pt>
                <c:pt idx="78">
                  <c:v>0.98485470265653019</c:v>
                </c:pt>
                <c:pt idx="79">
                  <c:v>0.98596358991302957</c:v>
                </c:pt>
                <c:pt idx="80">
                  <c:v>0.98699823396357855</c:v>
                </c:pt>
                <c:pt idx="81">
                  <c:v>0.98796313339107578</c:v>
                </c:pt>
                <c:pt idx="82">
                  <c:v>0.98886254429152909</c:v>
                </c:pt>
                <c:pt idx="83">
                  <c:v>0.98970049146727113</c:v>
                </c:pt>
                <c:pt idx="84">
                  <c:v>0.99048077923025024</c:v>
                </c:pt>
                <c:pt idx="85">
                  <c:v>0.99120700181823562</c:v>
                </c:pt>
                <c:pt idx="86">
                  <c:v>0.99188255342808984</c:v>
                </c:pt>
                <c:pt idx="87">
                  <c:v>0.99251063787137583</c:v>
                </c:pt>
                <c:pt idx="88">
                  <c:v>0.99309427785851379</c:v>
                </c:pt>
                <c:pt idx="89">
                  <c:v>0.99363632391848844</c:v>
                </c:pt>
                <c:pt idx="90">
                  <c:v>0.99413946296176547</c:v>
                </c:pt>
                <c:pt idx="91">
                  <c:v>0.99460622649460706</c:v>
                </c:pt>
                <c:pt idx="92">
                  <c:v>0.99503899849340549</c:v>
                </c:pt>
                <c:pt idx="93">
                  <c:v>0.99544002294798972</c:v>
                </c:pt>
                <c:pt idx="94">
                  <c:v>0.99581141108311011</c:v>
                </c:pt>
                <c:pt idx="95">
                  <c:v>0.99615514826748996</c:v>
                </c:pt>
                <c:pt idx="96">
                  <c:v>0.99647310061994832</c:v>
                </c:pt>
                <c:pt idx="97">
                  <c:v>0.99676702132216233</c:v>
                </c:pt>
                <c:pt idx="98">
                  <c:v>0.99703855664765073</c:v>
                </c:pt>
                <c:pt idx="99">
                  <c:v>0.99728925171653582</c:v>
                </c:pt>
                <c:pt idx="100">
                  <c:v>0.99752055598557576</c:v>
                </c:pt>
                <c:pt idx="101">
                  <c:v>0.99773385918134183</c:v>
                </c:pt>
                <c:pt idx="102">
                  <c:v>0.99793046508569538</c:v>
                </c:pt>
                <c:pt idx="103">
                  <c:v>0.99811154870419649</c:v>
                </c:pt>
                <c:pt idx="104">
                  <c:v>0.99827821457806354</c:v>
                </c:pt>
                <c:pt idx="105">
                  <c:v>0.99843149726290326</c:v>
                </c:pt>
                <c:pt idx="106">
                  <c:v>0.99857236520869808</c:v>
                </c:pt>
                <c:pt idx="107">
                  <c:v>0.99870172445767713</c:v>
                </c:pt>
                <c:pt idx="108">
                  <c:v>0.99882042216666256</c:v>
                </c:pt>
                <c:pt idx="109">
                  <c:v>0.99892924996038401</c:v>
                </c:pt>
                <c:pt idx="110">
                  <c:v>0.9990289471221333</c:v>
                </c:pt>
                <c:pt idx="111">
                  <c:v>0.99912020362801068</c:v>
                </c:pt>
                <c:pt idx="112">
                  <c:v>0.99920366303087904</c:v>
                </c:pt>
                <c:pt idx="113">
                  <c:v>0.99927992520000131</c:v>
                </c:pt>
                <c:pt idx="114">
                  <c:v>0.99934954892219363</c:v>
                </c:pt>
                <c:pt idx="115">
                  <c:v>0.99941305437017558</c:v>
                </c:pt>
                <c:pt idx="116">
                  <c:v>0.99947092544364458</c:v>
                </c:pt>
                <c:pt idx="117">
                  <c:v>0.99952361198844997</c:v>
                </c:pt>
                <c:pt idx="118">
                  <c:v>0.99957153189908232</c:v>
                </c:pt>
                <c:pt idx="119">
                  <c:v>0.99961507310953768</c:v>
                </c:pt>
                <c:pt idx="120">
                  <c:v>0.9996545954774585</c:v>
                </c:pt>
                <c:pt idx="121">
                  <c:v>0.99969043256629553</c:v>
                </c:pt>
                <c:pt idx="122">
                  <c:v>0.99972289333008102</c:v>
                </c:pt>
                <c:pt idx="123">
                  <c:v>0.99975226370524428</c:v>
                </c:pt>
                <c:pt idx="124">
                  <c:v>0.99977880811375341</c:v>
                </c:pt>
                <c:pt idx="125">
                  <c:v>0.99980277088171088</c:v>
                </c:pt>
                <c:pt idx="126">
                  <c:v>0.99982437757738518</c:v>
                </c:pt>
                <c:pt idx="127">
                  <c:v>0.99984383627251439</c:v>
                </c:pt>
                <c:pt idx="128">
                  <c:v>0.99986133873057359</c:v>
                </c:pt>
                <c:pt idx="129">
                  <c:v>0.99987706152555722</c:v>
                </c:pt>
                <c:pt idx="130">
                  <c:v>0.99989116709469428</c:v>
                </c:pt>
                <c:pt idx="131">
                  <c:v>0.99990380472837415</c:v>
                </c:pt>
                <c:pt idx="132">
                  <c:v>0.99991511150043688</c:v>
                </c:pt>
                <c:pt idx="133">
                  <c:v>0.99992521314185023</c:v>
                </c:pt>
                <c:pt idx="134">
                  <c:v>0.99993422486067396</c:v>
                </c:pt>
                <c:pt idx="135">
                  <c:v>0.99994225211109056</c:v>
                </c:pt>
                <c:pt idx="136">
                  <c:v>0.99994939131416805</c:v>
                </c:pt>
                <c:pt idx="137">
                  <c:v>0.99995573053290221</c:v>
                </c:pt>
                <c:pt idx="138">
                  <c:v>0.99996135010397991</c:v>
                </c:pt>
                <c:pt idx="139">
                  <c:v>0.99996632322859791</c:v>
                </c:pt>
                <c:pt idx="140">
                  <c:v>0.99997071652456837</c:v>
                </c:pt>
                <c:pt idx="141">
                  <c:v>0.99997459054184223</c:v>
                </c:pt>
                <c:pt idx="142">
                  <c:v>0.9999780002434876</c:v>
                </c:pt>
                <c:pt idx="143">
                  <c:v>0.99998099545406471</c:v>
                </c:pt>
                <c:pt idx="144">
                  <c:v>0.99998362127725282</c:v>
                </c:pt>
                <c:pt idx="145">
                  <c:v>0.99998591848449492</c:v>
                </c:pt>
                <c:pt idx="146">
                  <c:v>0.9999879238763445</c:v>
                </c:pt>
                <c:pt idx="147">
                  <c:v>0.9999896706181195</c:v>
                </c:pt>
                <c:pt idx="148">
                  <c:v>0.99999118855138824</c:v>
                </c:pt>
                <c:pt idx="149">
                  <c:v>0.99999250448274213</c:v>
                </c:pt>
                <c:pt idx="150">
                  <c:v>0.99999364245123379</c:v>
                </c:pt>
                <c:pt idx="151">
                  <c:v>0.99999462397579653</c:v>
                </c:pt>
                <c:pt idx="152">
                  <c:v>0.99999546828388786</c:v>
                </c:pt>
                <c:pt idx="153">
                  <c:v>0.9999961925225439</c:v>
                </c:pt>
                <c:pt idx="154">
                  <c:v>0.99999681195296586</c:v>
                </c:pt>
                <c:pt idx="155">
                  <c:v>0.99999734012970243</c:v>
                </c:pt>
                <c:pt idx="156">
                  <c:v>0.99999778906543868</c:v>
                </c:pt>
                <c:pt idx="157">
                  <c:v>0.99999816938234465</c:v>
                </c:pt>
                <c:pt idx="158">
                  <c:v>0.99999849045088818</c:v>
                </c:pt>
                <c:pt idx="159">
                  <c:v>0.99999876051696834</c:v>
                </c:pt>
                <c:pt idx="160">
                  <c:v>0.9999989868181739</c:v>
                </c:pt>
                <c:pt idx="161">
                  <c:v>0.99999917568993402</c:v>
                </c:pt>
                <c:pt idx="162">
                  <c:v>0.99999933266227825</c:v>
                </c:pt>
                <c:pt idx="163">
                  <c:v>0.99999946254788563</c:v>
                </c:pt>
                <c:pt idx="164">
                  <c:v>0.99999956952206426</c:v>
                </c:pt>
                <c:pt idx="165">
                  <c:v>0.99999965719526152</c:v>
                </c:pt>
                <c:pt idx="166">
                  <c:v>0.99999972867867426</c:v>
                </c:pt>
                <c:pt idx="167">
                  <c:v>0.99999978664348976</c:v>
                </c:pt>
                <c:pt idx="168">
                  <c:v>0.99999983337426013</c:v>
                </c:pt>
                <c:pt idx="169">
                  <c:v>0.99999987081687647</c:v>
                </c:pt>
                <c:pt idx="170">
                  <c:v>0.99999990062158772</c:v>
                </c:pt>
                <c:pt idx="171">
                  <c:v>0.99999992418147121</c:v>
                </c:pt>
                <c:pt idx="172">
                  <c:v>0.99999994266674419</c:v>
                </c:pt>
                <c:pt idx="173">
                  <c:v>0.999999957055276</c:v>
                </c:pt>
                <c:pt idx="174">
                  <c:v>0.99999996815963477</c:v>
                </c:pt>
                <c:pt idx="175">
                  <c:v>0.9999999766509855</c:v>
                </c:pt>
                <c:pt idx="176">
                  <c:v>0.99999998308012905</c:v>
                </c:pt>
                <c:pt idx="177">
                  <c:v>0.99999998789595335</c:v>
                </c:pt>
                <c:pt idx="178">
                  <c:v>0.99999999146154994</c:v>
                </c:pt>
                <c:pt idx="179">
                  <c:v>0.9999999940682277</c:v>
                </c:pt>
                <c:pt idx="180">
                  <c:v>0.99999999594764022</c:v>
                </c:pt>
                <c:pt idx="181">
                  <c:v>0.99999999728222622</c:v>
                </c:pt>
                <c:pt idx="182">
                  <c:v>0.9999999982141472</c:v>
                </c:pt>
                <c:pt idx="183">
                  <c:v>0.99999999885289026</c:v>
                </c:pt>
                <c:pt idx="184">
                  <c:v>0.99999999928169181</c:v>
                </c:pt>
                <c:pt idx="185">
                  <c:v>0.99999999956292485</c:v>
                </c:pt>
                <c:pt idx="186">
                  <c:v>0.99999999974257858</c:v>
                </c:pt>
                <c:pt idx="187">
                  <c:v>0.99999999985394838</c:v>
                </c:pt>
                <c:pt idx="188">
                  <c:v>0.99999999992064437</c:v>
                </c:pt>
                <c:pt idx="189">
                  <c:v>0.99999999995901456</c:v>
                </c:pt>
                <c:pt idx="190">
                  <c:v>0.9999999999800695</c:v>
                </c:pt>
                <c:pt idx="191">
                  <c:v>0.99999999999098843</c:v>
                </c:pt>
                <c:pt idx="192">
                  <c:v>0.9999999999962752</c:v>
                </c:pt>
                <c:pt idx="193">
                  <c:v>0.99999999999862543</c:v>
                </c:pt>
                <c:pt idx="194">
                  <c:v>0.99999999999956257</c:v>
                </c:pt>
                <c:pt idx="195">
                  <c:v>0.9999999999998862</c:v>
                </c:pt>
                <c:pt idx="196">
                  <c:v>0.99999999999997791</c:v>
                </c:pt>
                <c:pt idx="197">
                  <c:v>0.99999999999999722</c:v>
                </c:pt>
                <c:pt idx="198">
                  <c:v>0.99999999999999989</c:v>
                </c:pt>
                <c:pt idx="199">
                  <c:v>1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4D89-4B83-B3C2-AAB6B1EB5FE5}"/>
            </c:ext>
          </c:extLst>
        </c:ser>
        <c:ser>
          <c:idx val="5"/>
          <c:order val="6"/>
          <c:tx>
            <c:v>AUC=0.8022   3-D Inception</c:v>
          </c:tx>
          <c:spPr>
            <a:ln w="12700">
              <a:solidFill>
                <a:srgbClr val="7030A0"/>
              </a:solidFill>
              <a:prstDash val="dash"/>
            </a:ln>
          </c:spPr>
          <c:marker>
            <c:symbol val="none"/>
          </c:marker>
          <c:xVal>
            <c:numRef>
              <c:f>'non-mass'!$A$6:$A$206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'non-mass'!$G$6:$G$206</c:f>
              <c:numCache>
                <c:formatCode>General</c:formatCode>
                <c:ptCount val="201"/>
                <c:pt idx="0">
                  <c:v>0</c:v>
                </c:pt>
                <c:pt idx="1">
                  <c:v>0.15153647847219764</c:v>
                </c:pt>
                <c:pt idx="2">
                  <c:v>0.20515564787484086</c:v>
                </c:pt>
                <c:pt idx="3">
                  <c:v>0.24384570554385773</c:v>
                </c:pt>
                <c:pt idx="4">
                  <c:v>0.2750323811658964</c:v>
                </c:pt>
                <c:pt idx="5">
                  <c:v>0.30152788038651046</c:v>
                </c:pt>
                <c:pt idx="6">
                  <c:v>0.32475023816920673</c:v>
                </c:pt>
                <c:pt idx="7">
                  <c:v>0.34553011330845423</c:v>
                </c:pt>
                <c:pt idx="8">
                  <c:v>0.36440221290396207</c:v>
                </c:pt>
                <c:pt idx="9">
                  <c:v>0.38173397658153274</c:v>
                </c:pt>
                <c:pt idx="10">
                  <c:v>0.39779035038539956</c:v>
                </c:pt>
                <c:pt idx="11">
                  <c:v>0.41276957777261203</c:v>
                </c:pt>
                <c:pt idx="12">
                  <c:v>0.4268244141614651</c:v>
                </c:pt>
                <c:pt idx="13">
                  <c:v>0.44007541162812275</c:v>
                </c:pt>
                <c:pt idx="14">
                  <c:v>0.45261961427475134</c:v>
                </c:pt>
                <c:pt idx="15">
                  <c:v>0.46453646102671148</c:v>
                </c:pt>
                <c:pt idx="16">
                  <c:v>0.47589191715733764</c:v>
                </c:pt>
                <c:pt idx="17">
                  <c:v>0.48674144234568495</c:v>
                </c:pt>
                <c:pt idx="18">
                  <c:v>0.49713217131945348</c:v>
                </c:pt>
                <c:pt idx="19">
                  <c:v>0.50710482864624695</c:v>
                </c:pt>
                <c:pt idx="20">
                  <c:v>0.51669376378054821</c:v>
                </c:pt>
                <c:pt idx="21">
                  <c:v>0.52592979211972946</c:v>
                </c:pt>
                <c:pt idx="22">
                  <c:v>0.53483970276479065</c:v>
                </c:pt>
                <c:pt idx="23">
                  <c:v>0.5434471567409519</c:v>
                </c:pt>
                <c:pt idx="24">
                  <c:v>0.55177316987119562</c:v>
                </c:pt>
                <c:pt idx="25">
                  <c:v>0.55983650435422994</c:v>
                </c:pt>
                <c:pt idx="26">
                  <c:v>0.56765398923287891</c:v>
                </c:pt>
                <c:pt idx="27">
                  <c:v>0.57524078487712238</c:v>
                </c:pt>
                <c:pt idx="28">
                  <c:v>0.58261060295273104</c:v>
                </c:pt>
                <c:pt idx="29">
                  <c:v>0.58977589067373382</c:v>
                </c:pt>
                <c:pt idx="30">
                  <c:v>0.5967479861570355</c:v>
                </c:pt>
                <c:pt idx="31">
                  <c:v>0.60353725021385951</c:v>
                </c:pt>
                <c:pt idx="32">
                  <c:v>0.61015317878896902</c:v>
                </c:pt>
                <c:pt idx="33">
                  <c:v>0.6166044993991201</c:v>
                </c:pt>
                <c:pt idx="34">
                  <c:v>0.62289925425864823</c:v>
                </c:pt>
                <c:pt idx="35">
                  <c:v>0.62904487226345296</c:v>
                </c:pt>
                <c:pt idx="36">
                  <c:v>0.63504823159911949</c:v>
                </c:pt>
                <c:pt idx="37">
                  <c:v>0.64091571441821205</c:v>
                </c:pt>
                <c:pt idx="38">
                  <c:v>0.64665325477636038</c:v>
                </c:pt>
                <c:pt idx="39">
                  <c:v>0.65226638081195809</c:v>
                </c:pt>
                <c:pt idx="40">
                  <c:v>0.65776025198908417</c:v>
                </c:pt>
                <c:pt idx="41">
                  <c:v>0.66313969208914458</c:v>
                </c:pt>
                <c:pt idx="42">
                  <c:v>0.66840921852730029</c:v>
                </c:pt>
                <c:pt idx="43">
                  <c:v>0.6735730684799377</c:v>
                </c:pt>
                <c:pt idx="44">
                  <c:v>0.67863522223539108</c:v>
                </c:pt>
                <c:pt idx="45">
                  <c:v>0.68359942411876107</c:v>
                </c:pt>
                <c:pt idx="46">
                  <c:v>0.68846920129059941</c:v>
                </c:pt>
                <c:pt idx="47">
                  <c:v>0.69324788067652787</c:v>
                </c:pt>
                <c:pt idx="48">
                  <c:v>0.69793860424901855</c:v>
                </c:pt>
                <c:pt idx="49">
                  <c:v>0.70254434285235035</c:v>
                </c:pt>
                <c:pt idx="50">
                  <c:v>0.7070679087361984</c:v>
                </c:pt>
                <c:pt idx="51">
                  <c:v>0.711511966941619</c:v>
                </c:pt>
                <c:pt idx="52">
                  <c:v>0.71587904566470706</c:v>
                </c:pt>
                <c:pt idx="53">
                  <c:v>0.72017154570739406</c:v>
                </c:pt>
                <c:pt idx="54">
                  <c:v>0.72439174911131321</c:v>
                </c:pt>
                <c:pt idx="55">
                  <c:v>0.72854182705900006</c:v>
                </c:pt>
                <c:pt idx="56">
                  <c:v>0.73262384711664152</c:v>
                </c:pt>
                <c:pt idx="57">
                  <c:v>0.7366397798838864</c:v>
                </c:pt>
                <c:pt idx="58">
                  <c:v>0.74059150510869709</c:v>
                </c:pt>
                <c:pt idx="59">
                  <c:v>0.7444808173186408</c:v>
                </c:pt>
                <c:pt idx="60">
                  <c:v>0.74830943101432013</c:v>
                </c:pt>
                <c:pt idx="61">
                  <c:v>0.75207898546561902</c:v>
                </c:pt>
                <c:pt idx="62">
                  <c:v>0.75579104914708184</c:v>
                </c:pt>
                <c:pt idx="63">
                  <c:v>0.75944712384487945</c:v>
                </c:pt>
                <c:pt idx="64">
                  <c:v>0.76304864846443643</c:v>
                </c:pt>
                <c:pt idx="65">
                  <c:v>0.76659700256481833</c:v>
                </c:pt>
                <c:pt idx="66">
                  <c:v>0.7700935096433198</c:v>
                </c:pt>
                <c:pt idx="67">
                  <c:v>0.77353944019138043</c:v>
                </c:pt>
                <c:pt idx="68">
                  <c:v>0.77693601454087124</c:v>
                </c:pt>
                <c:pt idx="69">
                  <c:v>0.78028440551794975</c:v>
                </c:pt>
                <c:pt idx="70">
                  <c:v>0.78358574092006272</c:v>
                </c:pt>
                <c:pt idx="71">
                  <c:v>0.78684110583018219</c:v>
                </c:pt>
                <c:pt idx="72">
                  <c:v>0.79005154478108564</c:v>
                </c:pt>
                <c:pt idx="73">
                  <c:v>0.79321806378129867</c:v>
                </c:pt>
                <c:pt idx="74">
                  <c:v>0.79634163221328547</c:v>
                </c:pt>
                <c:pt idx="75">
                  <c:v>0.79942318461352302</c:v>
                </c:pt>
                <c:pt idx="76">
                  <c:v>0.80246362234325197</c:v>
                </c:pt>
                <c:pt idx="77">
                  <c:v>0.80546381515793919</c:v>
                </c:pt>
                <c:pt idx="78">
                  <c:v>0.80842460268279603</c:v>
                </c:pt>
                <c:pt idx="79">
                  <c:v>0.81134679580107449</c:v>
                </c:pt>
                <c:pt idx="80">
                  <c:v>0.81423117796131173</c:v>
                </c:pt>
                <c:pt idx="81">
                  <c:v>0.81707850640917612</c:v>
                </c:pt>
                <c:pt idx="82">
                  <c:v>0.81988951334911497</c:v>
                </c:pt>
                <c:pt idx="83">
                  <c:v>0.82266490704058071</c:v>
                </c:pt>
                <c:pt idx="84">
                  <c:v>0.82540537283323978</c:v>
                </c:pt>
                <c:pt idx="85">
                  <c:v>0.82811157414521641</c:v>
                </c:pt>
                <c:pt idx="86">
                  <c:v>0.83078415338811373</c:v>
                </c:pt>
                <c:pt idx="87">
                  <c:v>0.83342373284226434</c:v>
                </c:pt>
                <c:pt idx="88">
                  <c:v>0.83603091548540598</c:v>
                </c:pt>
                <c:pt idx="89">
                  <c:v>0.83860628577773122</c:v>
                </c:pt>
                <c:pt idx="90">
                  <c:v>0.84115041040604743</c:v>
                </c:pt>
                <c:pt idx="91">
                  <c:v>0.84366383898957964</c:v>
                </c:pt>
                <c:pt idx="92">
                  <c:v>0.84614710474976729</c:v>
                </c:pt>
                <c:pt idx="93">
                  <c:v>0.84860072514623308</c:v>
                </c:pt>
                <c:pt idx="94">
                  <c:v>0.85102520248095381</c:v>
                </c:pt>
                <c:pt idx="95">
                  <c:v>0.853421024472512</c:v>
                </c:pt>
                <c:pt idx="96">
                  <c:v>0.85578866480218518</c:v>
                </c:pt>
                <c:pt idx="97">
                  <c:v>0.85812858363350208</c:v>
                </c:pt>
                <c:pt idx="98">
                  <c:v>0.86044122810678592</c:v>
                </c:pt>
                <c:pt idx="99">
                  <c:v>0.86272703281010232</c:v>
                </c:pt>
                <c:pt idx="100">
                  <c:v>0.86498642022793581</c:v>
                </c:pt>
                <c:pt idx="101">
                  <c:v>0.86722013419607169</c:v>
                </c:pt>
                <c:pt idx="102">
                  <c:v>0.86942899897849846</c:v>
                </c:pt>
                <c:pt idx="103">
                  <c:v>0.87161334317769246</c:v>
                </c:pt>
                <c:pt idx="104">
                  <c:v>0.87377352233786176</c:v>
                </c:pt>
                <c:pt idx="105">
                  <c:v>0.87590988293035066</c:v>
                </c:pt>
                <c:pt idx="106">
                  <c:v>0.87802276264080936</c:v>
                </c:pt>
                <c:pt idx="107">
                  <c:v>0.88011249064394281</c:v>
                </c:pt>
                <c:pt idx="108">
                  <c:v>0.88217938786644223</c:v>
                </c:pt>
                <c:pt idx="109">
                  <c:v>0.88422376723867002</c:v>
                </c:pt>
                <c:pt idx="110">
                  <c:v>0.88624593393562945</c:v>
                </c:pt>
                <c:pt idx="111">
                  <c:v>0.8882461856077245</c:v>
                </c:pt>
                <c:pt idx="112">
                  <c:v>0.89022481260177644</c:v>
                </c:pt>
                <c:pt idx="113">
                  <c:v>0.89218209817274508</c:v>
                </c:pt>
                <c:pt idx="114">
                  <c:v>0.89411831868656655</c:v>
                </c:pt>
                <c:pt idx="115">
                  <c:v>0.89603374381450229</c:v>
                </c:pt>
                <c:pt idx="116">
                  <c:v>0.89792863671936296</c:v>
                </c:pt>
                <c:pt idx="117">
                  <c:v>0.89980325423395702</c:v>
                </c:pt>
                <c:pt idx="118">
                  <c:v>0.90165784703208374</c:v>
                </c:pt>
                <c:pt idx="119">
                  <c:v>0.90349265979237847</c:v>
                </c:pt>
                <c:pt idx="120">
                  <c:v>0.90530793135529286</c:v>
                </c:pt>
                <c:pt idx="121">
                  <c:v>0.90710389487348042</c:v>
                </c:pt>
                <c:pt idx="122">
                  <c:v>0.90888077795583633</c:v>
                </c:pt>
                <c:pt idx="123">
                  <c:v>0.91063880280542542</c:v>
                </c:pt>
                <c:pt idx="124">
                  <c:v>0.91237818635151968</c:v>
                </c:pt>
                <c:pt idx="125">
                  <c:v>0.91409914037594797</c:v>
                </c:pt>
                <c:pt idx="126">
                  <c:v>0.91580187163394688</c:v>
                </c:pt>
                <c:pt idx="127">
                  <c:v>0.91748658196969091</c:v>
                </c:pt>
                <c:pt idx="128">
                  <c:v>0.91915346842666512</c:v>
                </c:pt>
                <c:pt idx="129">
                  <c:v>0.92080272335302604</c:v>
                </c:pt>
                <c:pt idx="130">
                  <c:v>0.92243453450209478</c:v>
                </c:pt>
                <c:pt idx="131">
                  <c:v>0.92404908512810069</c:v>
                </c:pt>
                <c:pt idx="132">
                  <c:v>0.92564655407729413</c:v>
                </c:pt>
                <c:pt idx="133">
                  <c:v>0.92722711587452367</c:v>
                </c:pt>
                <c:pt idx="134">
                  <c:v>0.92879094080537117</c:v>
                </c:pt>
                <c:pt idx="135">
                  <c:v>0.93033819499391823</c:v>
                </c:pt>
                <c:pt idx="136">
                  <c:v>0.931869040476209</c:v>
                </c:pt>
                <c:pt idx="137">
                  <c:v>0.93338363526946266</c:v>
                </c:pt>
                <c:pt idx="138">
                  <c:v>0.93488213343707371</c:v>
                </c:pt>
                <c:pt idx="139">
                  <c:v>0.9363646851494275</c:v>
                </c:pt>
                <c:pt idx="140">
                  <c:v>0.93783143674054226</c:v>
                </c:pt>
                <c:pt idx="141">
                  <c:v>0.93928253076053936</c:v>
                </c:pt>
                <c:pt idx="142">
                  <c:v>0.94071810602392381</c:v>
                </c:pt>
                <c:pt idx="143">
                  <c:v>0.94213829765364387</c:v>
                </c:pt>
                <c:pt idx="144">
                  <c:v>0.94354323712088306</c:v>
                </c:pt>
                <c:pt idx="145">
                  <c:v>0.94493305228051749</c:v>
                </c:pt>
                <c:pt idx="146">
                  <c:v>0.94630786740215422</c:v>
                </c:pt>
                <c:pt idx="147">
                  <c:v>0.94766780319664523</c:v>
                </c:pt>
                <c:pt idx="148">
                  <c:v>0.9490129768379475</c:v>
                </c:pt>
                <c:pt idx="149">
                  <c:v>0.95034350198017836</c:v>
                </c:pt>
                <c:pt idx="150">
                  <c:v>0.95165948876968254</c:v>
                </c:pt>
                <c:pt idx="151">
                  <c:v>0.95296104385190306</c:v>
                </c:pt>
                <c:pt idx="152">
                  <c:v>0.95424827037281057</c:v>
                </c:pt>
                <c:pt idx="153">
                  <c:v>0.95552126797460823</c:v>
                </c:pt>
                <c:pt idx="154">
                  <c:v>0.95678013278538943</c:v>
                </c:pt>
                <c:pt idx="155">
                  <c:v>0.95802495740237603</c:v>
                </c:pt>
                <c:pt idx="156">
                  <c:v>0.95925583086831079</c:v>
                </c:pt>
                <c:pt idx="157">
                  <c:v>0.96047283864051958</c:v>
                </c:pt>
                <c:pt idx="158">
                  <c:v>0.96167606255208482</c:v>
                </c:pt>
                <c:pt idx="159">
                  <c:v>0.96286558076449491</c:v>
                </c:pt>
                <c:pt idx="160">
                  <c:v>0.96404146771104282</c:v>
                </c:pt>
                <c:pt idx="161">
                  <c:v>0.96520379403013845</c:v>
                </c:pt>
                <c:pt idx="162">
                  <c:v>0.96635262648758102</c:v>
                </c:pt>
                <c:pt idx="163">
                  <c:v>0.96748802788669097</c:v>
                </c:pt>
                <c:pt idx="164">
                  <c:v>0.96861005696503744</c:v>
                </c:pt>
                <c:pt idx="165">
                  <c:v>0.96971876827630143</c:v>
                </c:pt>
                <c:pt idx="166">
                  <c:v>0.97081421205558427</c:v>
                </c:pt>
                <c:pt idx="167">
                  <c:v>0.97189643406620041</c:v>
                </c:pt>
                <c:pt idx="168">
                  <c:v>0.97296547542566914</c:v>
                </c:pt>
                <c:pt idx="169">
                  <c:v>0.97402137240823472</c:v>
                </c:pt>
                <c:pt idx="170">
                  <c:v>0.97506415622078091</c:v>
                </c:pt>
                <c:pt idx="171">
                  <c:v>0.97609385274844618</c:v>
                </c:pt>
                <c:pt idx="172">
                  <c:v>0.97711048226556863</c:v>
                </c:pt>
                <c:pt idx="173">
                  <c:v>0.97811405910675731</c:v>
                </c:pt>
                <c:pt idx="174">
                  <c:v>0.97910459129187333</c:v>
                </c:pt>
                <c:pt idx="175">
                  <c:v>0.98008208009743747</c:v>
                </c:pt>
                <c:pt idx="176">
                  <c:v>0.98104651956541933</c:v>
                </c:pt>
                <c:pt idx="177">
                  <c:v>0.98199789593838249</c:v>
                </c:pt>
                <c:pt idx="178">
                  <c:v>0.98293618700747609</c:v>
                </c:pt>
                <c:pt idx="179">
                  <c:v>0.9838613613565691</c:v>
                </c:pt>
                <c:pt idx="180">
                  <c:v>0.98477337748172689</c:v>
                </c:pt>
                <c:pt idx="181">
                  <c:v>0.98567218275988266</c:v>
                </c:pt>
                <c:pt idx="182">
                  <c:v>0.98655771223352717</c:v>
                </c:pt>
                <c:pt idx="183">
                  <c:v>0.98742988716887903</c:v>
                </c:pt>
                <c:pt idx="184">
                  <c:v>0.98828861333237206</c:v>
                </c:pt>
                <c:pt idx="185">
                  <c:v>0.98913377891302812</c:v>
                </c:pt>
                <c:pt idx="186">
                  <c:v>0.98996525199431429</c:v>
                </c:pt>
                <c:pt idx="187">
                  <c:v>0.99078287744524185</c:v>
                </c:pt>
                <c:pt idx="188">
                  <c:v>0.99158647305183167</c:v>
                </c:pt>
                <c:pt idx="189">
                  <c:v>0.99237582463877383</c:v>
                </c:pt>
                <c:pt idx="190">
                  <c:v>0.99315067982434968</c:v>
                </c:pt>
                <c:pt idx="191">
                  <c:v>0.99391073988810963</c:v>
                </c:pt>
                <c:pt idx="192">
                  <c:v>0.99465564897421399</c:v>
                </c:pt>
                <c:pt idx="193">
                  <c:v>0.99538497944175086</c:v>
                </c:pt>
                <c:pt idx="194">
                  <c:v>0.99609821150285927</c:v>
                </c:pt>
                <c:pt idx="195">
                  <c:v>0.99679470420722771</c:v>
                </c:pt>
                <c:pt idx="196">
                  <c:v>0.99747365325945558</c:v>
                </c:pt>
                <c:pt idx="197">
                  <c:v>0.99813403025190106</c:v>
                </c:pt>
                <c:pt idx="198">
                  <c:v>0.99877451013116303</c:v>
                </c:pt>
                <c:pt idx="199">
                  <c:v>0.99939356598283469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4D89-4B83-B3C2-AAB6B1EB5FE5}"/>
            </c:ext>
          </c:extLst>
        </c:ser>
        <c:ser>
          <c:idx val="6"/>
          <c:order val="7"/>
          <c:tx>
            <c:v>AUC=0.8464   3-D SE-Net</c:v>
          </c:tx>
          <c:spPr>
            <a:ln w="12700">
              <a:solidFill>
                <a:schemeClr val="accent3"/>
              </a:solidFill>
              <a:prstDash val="lgDash"/>
            </a:ln>
          </c:spPr>
          <c:marker>
            <c:symbol val="none"/>
          </c:marker>
          <c:xVal>
            <c:numRef>
              <c:f>'non-mass'!$A$6:$A$206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xVal>
          <c:yVal>
            <c:numRef>
              <c:f>'non-mass'!$H$6:$H$206</c:f>
              <c:numCache>
                <c:formatCode>General</c:formatCode>
                <c:ptCount val="201"/>
                <c:pt idx="0">
                  <c:v>0</c:v>
                </c:pt>
                <c:pt idx="1">
                  <c:v>3.6015635825704925E-2</c:v>
                </c:pt>
                <c:pt idx="2">
                  <c:v>7.2568887799973864E-2</c:v>
                </c:pt>
                <c:pt idx="3">
                  <c:v>0.10698891393766441</c:v>
                </c:pt>
                <c:pt idx="4">
                  <c:v>0.13936149015661098</c:v>
                </c:pt>
                <c:pt idx="5">
                  <c:v>0.16988959952355687</c:v>
                </c:pt>
                <c:pt idx="6">
                  <c:v>0.19876435599862596</c:v>
                </c:pt>
                <c:pt idx="7">
                  <c:v>0.22615007226177306</c:v>
                </c:pt>
                <c:pt idx="8">
                  <c:v>0.25218607414401306</c:v>
                </c:pt>
                <c:pt idx="9">
                  <c:v>0.27699091533557862</c:v>
                </c:pt>
                <c:pt idx="10">
                  <c:v>0.30066629246601428</c:v>
                </c:pt>
                <c:pt idx="11">
                  <c:v>0.32330022777573381</c:v>
                </c:pt>
                <c:pt idx="12">
                  <c:v>0.34496957141004431</c:v>
                </c:pt>
                <c:pt idx="13">
                  <c:v>0.36574195897736589</c:v>
                </c:pt>
                <c:pt idx="14">
                  <c:v>0.38567735068354669</c:v>
                </c:pt>
                <c:pt idx="15">
                  <c:v>0.40482925210873549</c:v>
                </c:pt>
                <c:pt idx="16">
                  <c:v>0.42324569215363317</c:v>
                </c:pt>
                <c:pt idx="17">
                  <c:v>0.44097001438505917</c:v>
                </c:pt>
                <c:pt idx="18">
                  <c:v>0.45804152364174744</c:v>
                </c:pt>
                <c:pt idx="19">
                  <c:v>0.47449601924722951</c:v>
                </c:pt>
                <c:pt idx="20">
                  <c:v>0.49036623850277727</c:v>
                </c:pt>
                <c:pt idx="21">
                  <c:v>0.50568251630449268</c:v>
                </c:pt>
                <c:pt idx="22">
                  <c:v>0.52047180099080403</c:v>
                </c:pt>
                <c:pt idx="23">
                  <c:v>0.53475991778125753</c:v>
                </c:pt>
                <c:pt idx="24">
                  <c:v>0.54857052801692707</c:v>
                </c:pt>
                <c:pt idx="25">
                  <c:v>0.5619255954295973</c:v>
                </c:pt>
                <c:pt idx="26">
                  <c:v>0.57484555929923764</c:v>
                </c:pt>
                <c:pt idx="27">
                  <c:v>0.58734948449919755</c:v>
                </c:pt>
                <c:pt idx="28">
                  <c:v>0.59945519225000776</c:v>
                </c:pt>
                <c:pt idx="29">
                  <c:v>0.61117937464801175</c:v>
                </c:pt>
                <c:pt idx="30">
                  <c:v>0.6225376954538846</c:v>
                </c:pt>
                <c:pt idx="31">
                  <c:v>0.63354487917300784</c:v>
                </c:pt>
                <c:pt idx="32">
                  <c:v>0.6442147901024311</c:v>
                </c:pt>
                <c:pt idx="33">
                  <c:v>0.65456050273475175</c:v>
                </c:pt>
                <c:pt idx="34">
                  <c:v>0.66459436468070909</c:v>
                </c:pt>
                <c:pt idx="35">
                  <c:v>0.67432805308724264</c:v>
                </c:pt>
                <c:pt idx="36">
                  <c:v>0.68377262537673533</c:v>
                </c:pt>
                <c:pt idx="37">
                  <c:v>0.69293856500910911</c:v>
                </c:pt>
                <c:pt idx="38">
                  <c:v>0.70183582286587987</c:v>
                </c:pt>
                <c:pt idx="39">
                  <c:v>0.71047385477000846</c:v>
                </c:pt>
                <c:pt idx="40">
                  <c:v>0.71886165558408144</c:v>
                </c:pt>
                <c:pt idx="41">
                  <c:v>0.72700779026947959</c:v>
                </c:pt>
                <c:pt idx="42">
                  <c:v>0.73492042223861309</c:v>
                </c:pt>
                <c:pt idx="43">
                  <c:v>0.7426073392894379</c:v>
                </c:pt>
                <c:pt idx="44">
                  <c:v>0.75007597737496878</c:v>
                </c:pt>
                <c:pt idx="45">
                  <c:v>0.75733344242930145</c:v>
                </c:pt>
                <c:pt idx="46">
                  <c:v>0.76438653044488758</c:v>
                </c:pt>
                <c:pt idx="47">
                  <c:v>0.77124174597276274</c:v>
                </c:pt>
                <c:pt idx="48">
                  <c:v>0.7779053191975126</c:v>
                </c:pt>
                <c:pt idx="49">
                  <c:v>0.78438322172151476</c:v>
                </c:pt>
                <c:pt idx="50">
                  <c:v>0.79068118117799191</c:v>
                </c:pt>
                <c:pt idx="51">
                  <c:v>0.79680469477933968</c:v>
                </c:pt>
                <c:pt idx="52">
                  <c:v>0.8027590418957623</c:v>
                </c:pt>
                <c:pt idx="53">
                  <c:v>0.80854929574922663</c:v>
                </c:pt>
                <c:pt idx="54">
                  <c:v>0.81418033429895376</c:v>
                </c:pt>
                <c:pt idx="55">
                  <c:v>0.81965685038689584</c:v>
                </c:pt>
                <c:pt idx="56">
                  <c:v>0.82498336120481652</c:v>
                </c:pt>
                <c:pt idx="57">
                  <c:v>0.83016421713851996</c:v>
                </c:pt>
                <c:pt idx="58">
                  <c:v>0.83520361003940846</c:v>
                </c:pt>
                <c:pt idx="59">
                  <c:v>0.84010558096877208</c:v>
                </c:pt>
                <c:pt idx="60">
                  <c:v>0.84487402745595708</c:v>
                </c:pt>
                <c:pt idx="61">
                  <c:v>0.84951271030777242</c:v>
                </c:pt>
                <c:pt idx="62">
                  <c:v>0.85402526000309598</c:v>
                </c:pt>
                <c:pt idx="63">
                  <c:v>0.8584151827036095</c:v>
                </c:pt>
                <c:pt idx="64">
                  <c:v>0.86268586590886343</c:v>
                </c:pt>
                <c:pt idx="65">
                  <c:v>0.86684058378142992</c:v>
                </c:pt>
                <c:pt idx="66">
                  <c:v>0.87088250216568963</c:v>
                </c:pt>
                <c:pt idx="67">
                  <c:v>0.87481468332181989</c:v>
                </c:pt>
                <c:pt idx="68">
                  <c:v>0.8786400903947571</c:v>
                </c:pt>
                <c:pt idx="69">
                  <c:v>0.88236159163627648</c:v>
                </c:pt>
                <c:pt idx="70">
                  <c:v>0.88598196439687715</c:v>
                </c:pt>
                <c:pt idx="71">
                  <c:v>0.88950389890281345</c:v>
                </c:pt>
                <c:pt idx="72">
                  <c:v>0.89293000183241744</c:v>
                </c:pt>
                <c:pt idx="73">
                  <c:v>0.89626279970475009</c:v>
                </c:pt>
                <c:pt idx="74">
                  <c:v>0.89950474209261799</c:v>
                </c:pt>
                <c:pt idx="75">
                  <c:v>0.90265820467108626</c:v>
                </c:pt>
                <c:pt idx="76">
                  <c:v>0.90572549211177333</c:v>
                </c:pt>
                <c:pt idx="77">
                  <c:v>0.9087088408324675</c:v>
                </c:pt>
                <c:pt idx="78">
                  <c:v>0.91161042161089534</c:v>
                </c:pt>
                <c:pt idx="79">
                  <c:v>0.91443234207084079</c:v>
                </c:pt>
                <c:pt idx="80">
                  <c:v>0.91717664904823037</c:v>
                </c:pt>
                <c:pt idx="81">
                  <c:v>0.91984533084425935</c:v>
                </c:pt>
                <c:pt idx="82">
                  <c:v>0.92244031937214266</c:v>
                </c:pt>
                <c:pt idx="83">
                  <c:v>0.9249634922036204</c:v>
                </c:pt>
                <c:pt idx="84">
                  <c:v>0.92741667452093213</c:v>
                </c:pt>
                <c:pt idx="85">
                  <c:v>0.92980164097958551</c:v>
                </c:pt>
                <c:pt idx="86">
                  <c:v>0.93212011748689472</c:v>
                </c:pt>
                <c:pt idx="87">
                  <c:v>0.93437378290093176</c:v>
                </c:pt>
                <c:pt idx="88">
                  <c:v>0.93656427065423442</c:v>
                </c:pt>
                <c:pt idx="89">
                  <c:v>0.93869317030633503</c:v>
                </c:pt>
                <c:pt idx="90">
                  <c:v>0.94076202902890849</c:v>
                </c:pt>
                <c:pt idx="91">
                  <c:v>0.9427723530271096</c:v>
                </c:pt>
                <c:pt idx="92">
                  <c:v>0.94472560890043311</c:v>
                </c:pt>
                <c:pt idx="93">
                  <c:v>0.94662322494623696</c:v>
                </c:pt>
                <c:pt idx="94">
                  <c:v>0.94846659240886444</c:v>
                </c:pt>
                <c:pt idx="95">
                  <c:v>0.95025706667713372</c:v>
                </c:pt>
                <c:pt idx="96">
                  <c:v>0.95199596843278966</c:v>
                </c:pt>
                <c:pt idx="97">
                  <c:v>0.95368458475236173</c:v>
                </c:pt>
                <c:pt idx="98">
                  <c:v>0.95532417016472759</c:v>
                </c:pt>
                <c:pt idx="99">
                  <c:v>0.95691594766654664</c:v>
                </c:pt>
                <c:pt idx="100">
                  <c:v>0.95846110969760512</c:v>
                </c:pt>
                <c:pt idx="101">
                  <c:v>0.95996104064925281</c:v>
                </c:pt>
                <c:pt idx="102">
                  <c:v>0.96141713977901466</c:v>
                </c:pt>
                <c:pt idx="103">
                  <c:v>0.96283044735648449</c:v>
                </c:pt>
                <c:pt idx="104">
                  <c:v>0.96420200354292285</c:v>
                </c:pt>
                <c:pt idx="105">
                  <c:v>0.96553282446357402</c:v>
                </c:pt>
                <c:pt idx="106">
                  <c:v>0.96682390286573838</c:v>
                </c:pt>
                <c:pt idx="107">
                  <c:v>0.96807620875438172</c:v>
                </c:pt>
                <c:pt idx="108">
                  <c:v>0.96929069000621826</c:v>
                </c:pt>
                <c:pt idx="109">
                  <c:v>0.97046827296315374</c:v>
                </c:pt>
                <c:pt idx="110">
                  <c:v>0.97160986300593521</c:v>
                </c:pt>
                <c:pt idx="111">
                  <c:v>0.97271634510880867</c:v>
                </c:pt>
                <c:pt idx="112">
                  <c:v>0.97378858437595117</c:v>
                </c:pt>
                <c:pt idx="113">
                  <c:v>0.974827426560405</c:v>
                </c:pt>
                <c:pt idx="114">
                  <c:v>0.97583369856620594</c:v>
                </c:pt>
                <c:pt idx="115">
                  <c:v>0.97680820893436893</c:v>
                </c:pt>
                <c:pt idx="116">
                  <c:v>0.97775174831335843</c:v>
                </c:pt>
                <c:pt idx="117">
                  <c:v>0.9786650899146464</c:v>
                </c:pt>
                <c:pt idx="118">
                  <c:v>0.97954898995392936</c:v>
                </c:pt>
                <c:pt idx="119">
                  <c:v>0.98040418807855267</c:v>
                </c:pt>
                <c:pt idx="120">
                  <c:v>0.98123140778166396</c:v>
                </c:pt>
                <c:pt idx="121">
                  <c:v>0.98203135680359399</c:v>
                </c:pt>
                <c:pt idx="122">
                  <c:v>0.98280472752094261</c:v>
                </c:pt>
                <c:pt idx="123">
                  <c:v>0.98355219732382482</c:v>
                </c:pt>
                <c:pt idx="124">
                  <c:v>0.98427442898171258</c:v>
                </c:pt>
                <c:pt idx="125">
                  <c:v>0.98497207099828932</c:v>
                </c:pt>
                <c:pt idx="126">
                  <c:v>0.98564575795571585</c:v>
                </c:pt>
                <c:pt idx="127">
                  <c:v>0.9862961108486894</c:v>
                </c:pt>
                <c:pt idx="128">
                  <c:v>0.98692373740866091</c:v>
                </c:pt>
                <c:pt idx="129">
                  <c:v>0.98752923241856116</c:v>
                </c:pt>
                <c:pt idx="130">
                  <c:v>0.98811317801837173</c:v>
                </c:pt>
                <c:pt idx="131">
                  <c:v>0.98867614400185977</c:v>
                </c:pt>
                <c:pt idx="132">
                  <c:v>0.98921868810478919</c:v>
                </c:pt>
                <c:pt idx="133">
                  <c:v>0.9897413562848999</c:v>
                </c:pt>
                <c:pt idx="134">
                  <c:v>0.99024468299394086</c:v>
                </c:pt>
                <c:pt idx="135">
                  <c:v>0.99072919144203009</c:v>
                </c:pt>
                <c:pt idx="136">
                  <c:v>0.99119539385460043</c:v>
                </c:pt>
                <c:pt idx="137">
                  <c:v>0.99164379172218564</c:v>
                </c:pt>
                <c:pt idx="138">
                  <c:v>0.99207487604328515</c:v>
                </c:pt>
                <c:pt idx="139">
                  <c:v>0.99248912756054242</c:v>
                </c:pt>
                <c:pt idx="140">
                  <c:v>0.99288701699045645</c:v>
                </c:pt>
                <c:pt idx="141">
                  <c:v>0.99326900524684569</c:v>
                </c:pt>
                <c:pt idx="142">
                  <c:v>0.99363554365826579</c:v>
                </c:pt>
                <c:pt idx="143">
                  <c:v>0.99398707417958443</c:v>
                </c:pt>
                <c:pt idx="144">
                  <c:v>0.99432402959790245</c:v>
                </c:pt>
                <c:pt idx="145">
                  <c:v>0.99464683373300589</c:v>
                </c:pt>
                <c:pt idx="146">
                  <c:v>0.99495590163252856</c:v>
                </c:pt>
                <c:pt idx="147">
                  <c:v>0.99525163976199482</c:v>
                </c:pt>
                <c:pt idx="148">
                  <c:v>0.99553444618990994</c:v>
                </c:pt>
                <c:pt idx="149">
                  <c:v>0.99580471076805732</c:v>
                </c:pt>
                <c:pt idx="150">
                  <c:v>0.99606281530715812</c:v>
                </c:pt>
                <c:pt idx="151">
                  <c:v>0.99630913374804142</c:v>
                </c:pt>
                <c:pt idx="152">
                  <c:v>0.99654403232847255</c:v>
                </c:pt>
                <c:pt idx="153">
                  <c:v>0.99676786974577813</c:v>
                </c:pt>
                <c:pt idx="154">
                  <c:v>0.99698099731540446</c:v>
                </c:pt>
                <c:pt idx="155">
                  <c:v>0.99718375912554347</c:v>
                </c:pt>
                <c:pt idx="156">
                  <c:v>0.99737649218795243</c:v>
                </c:pt>
                <c:pt idx="157">
                  <c:v>0.99755952658509706</c:v>
                </c:pt>
                <c:pt idx="158">
                  <c:v>0.99773318561373647</c:v>
                </c:pt>
                <c:pt idx="159">
                  <c:v>0.99789778592507483</c:v>
                </c:pt>
                <c:pt idx="160">
                  <c:v>0.9980536376615935</c:v>
                </c:pt>
                <c:pt idx="161">
                  <c:v>0.99820104459068348</c:v>
                </c:pt>
                <c:pt idx="162">
                  <c:v>0.99834030423519071</c:v>
                </c:pt>
                <c:pt idx="163">
                  <c:v>0.9984717080009895</c:v>
                </c:pt>
                <c:pt idx="164">
                  <c:v>0.99859554130169659</c:v>
                </c:pt>
                <c:pt idx="165">
                  <c:v>0.99871208368064013</c:v>
                </c:pt>
                <c:pt idx="166">
                  <c:v>0.99882160893019756</c:v>
                </c:pt>
                <c:pt idx="167">
                  <c:v>0.99892438520861959</c:v>
                </c:pt>
                <c:pt idx="168">
                  <c:v>0.99902067515445747</c:v>
                </c:pt>
                <c:pt idx="169">
                  <c:v>0.99911073599871691</c:v>
                </c:pt>
                <c:pt idx="170">
                  <c:v>0.99919481967486512</c:v>
                </c:pt>
                <c:pt idx="171">
                  <c:v>0.99927317292682505</c:v>
                </c:pt>
                <c:pt idx="172">
                  <c:v>0.99934603741509898</c:v>
                </c:pt>
                <c:pt idx="173">
                  <c:v>0.99941364982117287</c:v>
                </c:pt>
                <c:pt idx="174">
                  <c:v>0.99947624195036888</c:v>
                </c:pt>
                <c:pt idx="175">
                  <c:v>0.9995340408333282</c:v>
                </c:pt>
                <c:pt idx="176">
                  <c:v>0.99958726882632887</c:v>
                </c:pt>
                <c:pt idx="177">
                  <c:v>0.99963614371067067</c:v>
                </c:pt>
                <c:pt idx="178">
                  <c:v>0.99968087879139311</c:v>
                </c:pt>
                <c:pt idx="179">
                  <c:v>0.99972168299563646</c:v>
                </c:pt>
                <c:pt idx="180">
                  <c:v>0.99975876097101279</c:v>
                </c:pt>
                <c:pt idx="181">
                  <c:v>0.99979231318442618</c:v>
                </c:pt>
                <c:pt idx="182">
                  <c:v>0.99982253602187587</c:v>
                </c:pt>
                <c:pt idx="183">
                  <c:v>0.99984962188990323</c:v>
                </c:pt>
                <c:pt idx="184">
                  <c:v>0.99987375931950573</c:v>
                </c:pt>
                <c:pt idx="185">
                  <c:v>0.99989513307357125</c:v>
                </c:pt>
                <c:pt idx="186">
                  <c:v>0.99991392425918924</c:v>
                </c:pt>
                <c:pt idx="187">
                  <c:v>0.99993031044662772</c:v>
                </c:pt>
                <c:pt idx="188">
                  <c:v>0.99994446579737573</c:v>
                </c:pt>
                <c:pt idx="189">
                  <c:v>0.99995656120453624</c:v>
                </c:pt>
                <c:pt idx="190">
                  <c:v>0.99996676445018318</c:v>
                </c:pt>
                <c:pt idx="191">
                  <c:v>0.99997524038632635</c:v>
                </c:pt>
                <c:pt idx="192">
                  <c:v>0.99998215114937472</c:v>
                </c:pt>
                <c:pt idx="193">
                  <c:v>0.99998765642336307</c:v>
                </c:pt>
                <c:pt idx="194">
                  <c:v>0.99999191377661467</c:v>
                </c:pt>
                <c:pt idx="195">
                  <c:v>0.99999507911401886</c:v>
                </c:pt>
                <c:pt idx="196">
                  <c:v>0.99999730732249725</c:v>
                </c:pt>
                <c:pt idx="197">
                  <c:v>0.99999875326705834</c:v>
                </c:pt>
                <c:pt idx="198">
                  <c:v>0.9999995735056435</c:v>
                </c:pt>
                <c:pt idx="199">
                  <c:v>0.99999992980930963</c:v>
                </c:pt>
                <c:pt idx="2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4D89-4B83-B3C2-AAB6B1EB5F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4043583"/>
        <c:axId val="1"/>
      </c:scatterChart>
      <c:valAx>
        <c:axId val="2014043583"/>
        <c:scaling>
          <c:orientation val="minMax"/>
          <c:max val="1"/>
        </c:scaling>
        <c:delete val="0"/>
        <c:axPos val="b"/>
        <c:title>
          <c:tx>
            <c:rich>
              <a:bodyPr/>
              <a:lstStyle/>
              <a:p>
                <a:pPr>
                  <a:defRPr altLang="zh-TW" sz="1600" b="1" i="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sz="1600"/>
                  <a:t>False Position Fraction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1"/>
        <c:crosses val="autoZero"/>
        <c:crossBetween val="midCat"/>
        <c:majorUnit val="0.1"/>
      </c:valAx>
      <c:valAx>
        <c:axId val="1"/>
        <c:scaling>
          <c:orientation val="minMax"/>
          <c:max val="1"/>
        </c:scaling>
        <c:delete val="0"/>
        <c:axPos val="l"/>
        <c:title>
          <c:tx>
            <c:rich>
              <a:bodyPr/>
              <a:lstStyle/>
              <a:p>
                <a:pPr>
                  <a:defRPr altLang="zh-TW" sz="1600" b="1" i="0">
                    <a:latin typeface="Times New Roman"/>
                    <a:ea typeface="Times New Roman"/>
                    <a:cs typeface="Times New Roman"/>
                  </a:defRPr>
                </a:pPr>
                <a:r>
                  <a:rPr lang="en-US" sz="1600"/>
                  <a:t>True Position Fraction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zh-TW"/>
          </a:p>
        </c:txPr>
        <c:crossAx val="2014043583"/>
        <c:crosses val="autoZero"/>
        <c:crossBetween val="midCat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2581837164750958"/>
          <c:y val="0.50669885057471264"/>
          <c:w val="0.68162739463601529"/>
          <c:h val="0.28571431262479752"/>
        </c:manualLayout>
      </c:layout>
      <c:overlay val="0"/>
      <c:txPr>
        <a:bodyPr/>
        <a:lstStyle/>
        <a:p>
          <a:pPr>
            <a:defRPr sz="1200">
              <a:latin typeface="Times New Roman" panose="02020603050405020304" pitchFamily="18" charset="0"/>
              <a:cs typeface="Times New Roman" panose="02020603050405020304" pitchFamily="18" charset="0"/>
            </a:defRPr>
          </a:pPr>
          <a:endParaRPr lang="zh-TW"/>
        </a:p>
      </c:txPr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C9855-F794-43DA-8E59-A1AE18C61B70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282A2-919F-492B-93C2-4F8EA8B01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4051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TW" baseline="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E8A5D4-6090-4392-9EFC-BA69B9A0C7A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0222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474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4450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212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157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/>
              <a:t>中國</a:t>
            </a:r>
            <a:r>
              <a:rPr lang="zh-TW" altLang="en-US" dirty="0" smtClean="0"/>
              <a:t>廣州的中山醫院 </a:t>
            </a:r>
            <a:endParaRPr kumimoji="1" lang="en-US" altLang="zh-TW" dirty="0" smtClean="0"/>
          </a:p>
          <a:p>
            <a:r>
              <a:rPr lang="en-US" altLang="zh-TW" dirty="0" smtClean="0"/>
              <a:t>GE</a:t>
            </a:r>
            <a:r>
              <a:rPr lang="zh-TW" altLang="en-US" dirty="0" smtClean="0"/>
              <a:t>乳房超音波系統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0620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sz="10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08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接下來是本研究的方法介紹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6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243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054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0470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5100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9667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baseline="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166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43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baseline="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70395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40819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3840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0295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60462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接下來是實驗結果的呈現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1419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true positive rate[fraction]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Specificity(true negative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rate, TNR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TN/(</a:t>
            </a:r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pPr rtl="0" eaLnBrk="1" fontAlgn="t" latinLnBrk="0" hangingPunct="1"/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PPV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(precision)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</a:t>
            </a:r>
          </a:p>
          <a:p>
            <a:pPr rtl="0" eaLnBrk="1" fontAlgn="t" latinLnBrk="0" hangingPunct="1"/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NPV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TN/(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TN+FN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 under receiver operator characteristic curve (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x: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false positive rate (False Position Fraction)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FP/(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)=1-TNR</a:t>
            </a:r>
          </a:p>
          <a:p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 true positive rate (True Position Fraction) recall=sensitivity (</a:t>
            </a:r>
            <a:r>
              <a:rPr lang="zh-TW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真陽性率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altLang="zh-TW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4082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9137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true positive rate[fraction]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Specificity(true negative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rate, TNR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TN/(</a:t>
            </a:r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pPr rtl="0" eaLnBrk="1" fontAlgn="t" latinLnBrk="0" hangingPunct="1"/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PPV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(precision)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</a:t>
            </a:r>
          </a:p>
          <a:p>
            <a:pPr rtl="0" eaLnBrk="1" fontAlgn="t" latinLnBrk="0" hangingPunct="1"/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NPV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TN/(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TN+FN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 under receiver operator characteristic curve (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x: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false positive rate (False Position Fraction)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FP/(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)=1-TNR</a:t>
            </a:r>
          </a:p>
          <a:p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 true positive rate (True Position Fraction) recall=sensitivity (</a:t>
            </a:r>
            <a:r>
              <a:rPr lang="zh-TW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真陽性率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5312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true positive rate[fraction]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Specificity(true negative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rate, TNR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TN/(</a:t>
            </a:r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pPr rtl="0" eaLnBrk="1" fontAlgn="t" latinLnBrk="0" hangingPunct="1"/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PPV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(precision)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</a:t>
            </a:r>
          </a:p>
          <a:p>
            <a:pPr rtl="0" eaLnBrk="1" fontAlgn="t" latinLnBrk="0" hangingPunct="1"/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NPV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TN/(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TN+FN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 under receiver operator characteristic curve (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x: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false positive rate (False Position Fraction)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FP/(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)=1-TNR</a:t>
            </a:r>
          </a:p>
          <a:p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 true positive rate (True Position Fraction) recall=sensitivity (</a:t>
            </a:r>
            <a:r>
              <a:rPr lang="zh-TW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真陽性率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10632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true positive rate[fraction]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Specificity(true negative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rate, TNR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TN/(</a:t>
            </a:r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pPr rtl="0" eaLnBrk="1" fontAlgn="t" latinLnBrk="0" hangingPunct="1"/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PPV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(precision)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</a:t>
            </a:r>
          </a:p>
          <a:p>
            <a:pPr rtl="0" eaLnBrk="1" fontAlgn="t" latinLnBrk="0" hangingPunct="1"/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NPV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TN/(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TN+FN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 under receiver operator characteristic curve (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x: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false positive rate (False Position Fraction)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FP/(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)=1-TNR</a:t>
            </a:r>
          </a:p>
          <a:p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 true positive rate (True Position Fraction) recall=sensitivity (</a:t>
            </a:r>
            <a:r>
              <a:rPr lang="zh-TW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真陽性率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2681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true positive rate[fraction]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Specificity(true negative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rate, TNR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TN/(</a:t>
            </a:r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pPr rtl="0" eaLnBrk="1" fontAlgn="t" latinLnBrk="0" hangingPunct="1"/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PPV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(precision)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</a:t>
            </a:r>
          </a:p>
          <a:p>
            <a:pPr rtl="0" eaLnBrk="1" fontAlgn="t" latinLnBrk="0" hangingPunct="1"/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NPV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TN/(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TN+FN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 under receiver operator characteristic curve (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x: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false positive rate (False Position Fraction)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FP/(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)=1-TNR</a:t>
            </a:r>
          </a:p>
          <a:p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 true positive rate (True Position Fraction) recall=sensitivity (</a:t>
            </a:r>
            <a:r>
              <a:rPr lang="zh-TW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真陽性率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0029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true positive rate[fraction]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Specificity(true negative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rate, TNR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TN/(</a:t>
            </a:r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pPr rtl="0" eaLnBrk="1" fontAlgn="t" latinLnBrk="0" hangingPunct="1"/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PPV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(precision)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</a:t>
            </a:r>
          </a:p>
          <a:p>
            <a:pPr rtl="0" eaLnBrk="1" fontAlgn="t" latinLnBrk="0" hangingPunct="1"/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NPV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TN/(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TN+FN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 under receiver operator characteristic curve (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x: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false positive rate (False Position Fraction)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FP/(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)=1-TNR</a:t>
            </a:r>
          </a:p>
          <a:p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 true positive rate (True Position Fraction) recall=sensitivity (</a:t>
            </a:r>
            <a:r>
              <a:rPr lang="zh-TW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真陽性率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0909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695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McNemar’s</a:t>
            </a:r>
            <a:r>
              <a:rPr lang="en-US" altLang="zh-TW" dirty="0" smtClean="0"/>
              <a:t> </a:t>
            </a:r>
            <a:r>
              <a:rPr lang="en-US" altLang="zh-TW" dirty="0" smtClean="0"/>
              <a:t>test: </a:t>
            </a:r>
            <a:r>
              <a:rPr lang="zh-TW" altLang="en-US" dirty="0" smtClean="0"/>
              <a:t>計算某一個</a:t>
            </a:r>
            <a:r>
              <a:rPr lang="en-US" altLang="zh-TW" dirty="0" smtClean="0"/>
              <a:t>threshold</a:t>
            </a:r>
            <a:r>
              <a:rPr lang="zh-TW" altLang="en-US" dirty="0" smtClean="0"/>
              <a:t>下的</a:t>
            </a:r>
            <a:r>
              <a:rPr lang="en-US" altLang="zh-TW" dirty="0" smtClean="0"/>
              <a:t>p-value</a:t>
            </a:r>
          </a:p>
          <a:p>
            <a:r>
              <a:rPr lang="el-GR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χ2=(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b−c)2/(</a:t>
            </a:r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b+c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zh-TW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mlxtend.evaluate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mcnemar</a:t>
            </a:r>
            <a:endParaRPr lang="en-US" altLang="zh-TW" dirty="0" smtClean="0"/>
          </a:p>
          <a:p>
            <a:r>
              <a:rPr lang="en-US" altLang="zh-TW" dirty="0" smtClean="0"/>
              <a:t>area test</a:t>
            </a:r>
            <a:r>
              <a:rPr lang="en-US" altLang="zh-TW" baseline="0" dirty="0" smtClean="0"/>
              <a:t>: </a:t>
            </a:r>
            <a:r>
              <a:rPr lang="en-US" altLang="zh-TW" baseline="0" dirty="0" err="1" smtClean="0"/>
              <a:t>AUC</a:t>
            </a:r>
            <a:r>
              <a:rPr lang="zh-TW" altLang="en-US" baseline="0" dirty="0" smtClean="0"/>
              <a:t>計算</a:t>
            </a:r>
            <a:r>
              <a:rPr lang="en-US" altLang="zh-TW" baseline="0" dirty="0" smtClean="0"/>
              <a:t>p-value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1714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9861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true positive rate[fraction]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Specificity(true negative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rate, TNR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TN/(</a:t>
            </a:r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pPr rtl="0" eaLnBrk="1" fontAlgn="t" latinLnBrk="0" hangingPunct="1"/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PPV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(precision)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</a:t>
            </a:r>
          </a:p>
          <a:p>
            <a:pPr rtl="0" eaLnBrk="1" fontAlgn="t" latinLnBrk="0" hangingPunct="1"/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NPV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TN/(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TN+FN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 under receiver operator characteristic curve (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x: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false positive rate (False Position Fraction)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FP/(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)=1-TNR</a:t>
            </a:r>
          </a:p>
          <a:p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 true positive rate (True Position Fraction) recall=sensitivity (</a:t>
            </a:r>
            <a:r>
              <a:rPr lang="zh-TW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真陽性率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75001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5556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Sensitivity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true positive rate[fraction]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Specificity(true negative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rate, TNR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TN/(</a:t>
            </a:r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pPr rtl="0" eaLnBrk="1" fontAlgn="t" latinLnBrk="0" hangingPunct="1"/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PPV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(precision)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TP+FP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</a:t>
            </a:r>
          </a:p>
          <a:p>
            <a:pPr rtl="0" eaLnBrk="1" fontAlgn="t" latinLnBrk="0" hangingPunct="1"/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NPV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TN/(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TN+FN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altLang="zh-TW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 under receiver operator characteristic curve (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x: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false positive rate (False Position Fraction)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FP/(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FP+TN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)=1-TNR</a:t>
            </a:r>
          </a:p>
          <a:p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 true positive rate (True Position Fraction) recall=sensitivity (</a:t>
            </a:r>
            <a:r>
              <a:rPr lang="zh-TW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真陽性率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TPR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/(</a:t>
            </a:r>
            <a:r>
              <a:rPr lang="en-US" altLang="zh-TW" sz="120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TP+FN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76952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27822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3562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6656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56479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48293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6914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282A2-919F-492B-93C2-4F8EA8B010EA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6182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E8A5D4-6090-4392-9EFC-BA69B9A0C7A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65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641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578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36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82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138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9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746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749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789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3319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435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9847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6963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966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59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03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6939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0388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8477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69457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955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55995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1029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EA8B9D-778A-4FD4-A577-A0DE553B025E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26982" y="6356350"/>
            <a:ext cx="51261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1296000" y="4320001"/>
            <a:ext cx="9600000" cy="1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6178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375" y="226681"/>
            <a:ext cx="9829371" cy="105218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41BC33-1C69-4976-99D9-571FF5375716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2357" y="1192367"/>
            <a:ext cx="2160000" cy="864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375" y="1278864"/>
            <a:ext cx="11017250" cy="4898099"/>
          </a:xfrm>
        </p:spPr>
        <p:txBody>
          <a:bodyPr/>
          <a:lstStyle>
            <a:lvl1pPr algn="just">
              <a:lnSpc>
                <a:spcPct val="120000"/>
              </a:lnSpc>
              <a:defRPr sz="2800"/>
            </a:lvl1pPr>
            <a:lvl2pPr marL="685800" indent="-228600" algn="just">
              <a:lnSpc>
                <a:spcPct val="120000"/>
              </a:lnSpc>
              <a:buFont typeface="Times New Roman" panose="02020603050405020304" pitchFamily="18" charset="0"/>
              <a:buChar char="‒"/>
              <a:defRPr sz="2400"/>
            </a:lvl2pPr>
            <a:lvl3pPr marL="1143000" indent="-228600" algn="just">
              <a:lnSpc>
                <a:spcPct val="120000"/>
              </a:lnSpc>
              <a:buFont typeface="Wingdings" panose="05000000000000000000" pitchFamily="2" charset="2"/>
              <a:buChar char="ü"/>
              <a:defRPr sz="2000"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26982" y="6356350"/>
            <a:ext cx="51261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007676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70">
          <p15:clr>
            <a:srgbClr val="FBAE40"/>
          </p15:clr>
        </p15:guide>
        <p15:guide id="4" pos="731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78864"/>
            <a:ext cx="5181600" cy="4920175"/>
          </a:xfrm>
        </p:spPr>
        <p:txBody>
          <a:bodyPr/>
          <a:lstStyle>
            <a:lvl1pPr marL="228600" indent="-228600">
              <a:defRPr lang="zh-TW" alt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>
              <a:defRPr lang="zh-TW" alt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defRPr lang="zh-TW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228600" lvl="0" indent="-228600" algn="just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dirty="0"/>
              <a:t>編輯母片文字樣式</a:t>
            </a:r>
          </a:p>
          <a:p>
            <a:pPr marL="685800" lvl="1" indent="-228600" algn="just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Times New Roman" panose="02020603050405020304" pitchFamily="18" charset="0"/>
              <a:buChar char="‒"/>
            </a:pPr>
            <a:r>
              <a:rPr lang="zh-TW" altLang="en-US" dirty="0"/>
              <a:t>第二層</a:t>
            </a:r>
          </a:p>
          <a:p>
            <a:pPr marL="1143000" lvl="2" indent="-228600" algn="just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78865"/>
            <a:ext cx="5181600" cy="4920174"/>
          </a:xfrm>
        </p:spPr>
        <p:txBody>
          <a:bodyPr/>
          <a:lstStyle>
            <a:lvl1pPr marL="228600" indent="-228600">
              <a:defRPr lang="zh-TW" alt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>
              <a:defRPr lang="zh-TW" alt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defRPr lang="zh-TW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228600" lvl="0" indent="-228600" algn="just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dirty="0"/>
              <a:t>編輯母片文字樣式</a:t>
            </a:r>
          </a:p>
          <a:p>
            <a:pPr marL="685800" lvl="1" indent="-228600" algn="just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Times New Roman" panose="02020603050405020304" pitchFamily="18" charset="0"/>
              <a:buChar char="‒"/>
            </a:pPr>
            <a:r>
              <a:rPr lang="zh-TW" altLang="en-US" dirty="0"/>
              <a:t>第二層</a:t>
            </a:r>
          </a:p>
          <a:p>
            <a:pPr marL="1143000" lvl="2" indent="-228600" algn="just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03B0BE-B4DE-4CE0-B62E-3707F09E59D1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2357" y="1192367"/>
            <a:ext cx="2160000" cy="864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87375" y="226681"/>
            <a:ext cx="9829371" cy="105218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26982" y="6356350"/>
            <a:ext cx="51261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36590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A7A91D-C08B-47CD-900B-551BB0848450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87375" y="226681"/>
            <a:ext cx="982937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-12357" y="1192367"/>
            <a:ext cx="2160000" cy="864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26982" y="6356350"/>
            <a:ext cx="51261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246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1335D3-5448-47E2-BB65-090D11F3859A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26982" y="6356350"/>
            <a:ext cx="51261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5092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0246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55995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1029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EA8B9D-778A-4FD4-A577-A0DE553B025E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1296000" y="4320001"/>
            <a:ext cx="9600000" cy="1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26982" y="6356350"/>
            <a:ext cx="51261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73437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1578" y="1709740"/>
            <a:ext cx="10560908" cy="2825191"/>
          </a:xfrm>
        </p:spPr>
        <p:txBody>
          <a:bodyPr anchor="b"/>
          <a:lstStyle>
            <a:lvl1pPr>
              <a:defRPr sz="60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36861A-2F1E-49AE-BB26-5D794278690C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24700" y="3410465"/>
            <a:ext cx="144000" cy="11244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26982" y="6356350"/>
            <a:ext cx="51261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9452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375" y="226682"/>
            <a:ext cx="11017250" cy="965686"/>
          </a:xfrm>
        </p:spPr>
        <p:txBody>
          <a:bodyPr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41BC33-1C69-4976-99D9-571FF5375716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2357" y="1192367"/>
            <a:ext cx="2160000" cy="864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375" y="1376218"/>
            <a:ext cx="11017250" cy="4800745"/>
          </a:xfrm>
        </p:spPr>
        <p:txBody>
          <a:bodyPr/>
          <a:lstStyle>
            <a:lvl1pPr algn="just">
              <a:lnSpc>
                <a:spcPct val="120000"/>
              </a:lnSpc>
              <a:defRPr sz="2800"/>
            </a:lvl1pPr>
            <a:lvl2pPr marL="685800" indent="-228600" algn="just">
              <a:lnSpc>
                <a:spcPct val="120000"/>
              </a:lnSpc>
              <a:buFont typeface="Times New Roman" panose="02020603050405020304" pitchFamily="18" charset="0"/>
              <a:buChar char="‒"/>
              <a:defRPr sz="2400"/>
            </a:lvl2pPr>
            <a:lvl3pPr marL="1143000" indent="-228600" algn="just">
              <a:lnSpc>
                <a:spcPct val="120000"/>
              </a:lnSpc>
              <a:buFont typeface="Wingdings" panose="05000000000000000000" pitchFamily="2" charset="2"/>
              <a:buChar char="ü"/>
              <a:defRPr sz="2000"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26982" y="6356350"/>
            <a:ext cx="51261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99305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70">
          <p15:clr>
            <a:srgbClr val="FBAE40"/>
          </p15:clr>
        </p15:guide>
        <p15:guide id="4" pos="731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49681"/>
            <a:ext cx="5181600" cy="4849358"/>
          </a:xfrm>
        </p:spPr>
        <p:txBody>
          <a:bodyPr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49679"/>
            <a:ext cx="5181600" cy="4849359"/>
          </a:xfrm>
        </p:spPr>
        <p:txBody>
          <a:bodyPr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03B0BE-B4DE-4CE0-B62E-3707F09E59D1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2357" y="1192367"/>
            <a:ext cx="2160000" cy="864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87375" y="226682"/>
            <a:ext cx="10766425" cy="965686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26982" y="6356350"/>
            <a:ext cx="51261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6081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A7A91D-C08B-47CD-900B-551BB0848450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87375" y="226682"/>
            <a:ext cx="10939607" cy="965686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-12357" y="1192367"/>
            <a:ext cx="2160000" cy="864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26982" y="6356350"/>
            <a:ext cx="51261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0328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1335D3-5448-47E2-BB65-090D11F3859A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26982" y="6356350"/>
            <a:ext cx="51261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3201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210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654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DFF67CE-0866-4177-92D6-CEDF4B2A51A6}" type="datetimeFigureOut">
              <a:rPr lang="zh-TW" altLang="en-US" smtClean="0"/>
              <a:t>2022/9/5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C19E2-F76F-412D-90CA-A91C7E8F5A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2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D01E3F-5349-426B-A637-ADD67BBA1A02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7911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688" r:id="rId3"/>
    <p:sldLayoutId id="2147483689" r:id="rId4"/>
    <p:sldLayoutId id="2147483690" r:id="rId5"/>
    <p:sldLayoutId id="214748369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D01E3F-5349-426B-A637-ADD67BBA1A02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2022/9/5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26982" y="6356350"/>
            <a:ext cx="512618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653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Relationship Id="rId4" Type="http://schemas.openxmlformats.org/officeDocument/2006/relationships/chart" Target="../charts/char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Relationship Id="rId4" Type="http://schemas.openxmlformats.org/officeDocument/2006/relationships/chart" Target="../charts/char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729673"/>
            <a:ext cx="12191999" cy="3445597"/>
          </a:xfrm>
        </p:spPr>
        <p:txBody>
          <a:bodyPr>
            <a:noAutofit/>
          </a:bodyPr>
          <a:lstStyle/>
          <a:p>
            <a:r>
              <a:rPr lang="en-US" altLang="zh-TW" sz="3600" dirty="0"/>
              <a:t>A 3-D SWIRL Transformer based on Swin and </a:t>
            </a:r>
            <a:br>
              <a:rPr lang="en-US" altLang="zh-TW" sz="3600" dirty="0"/>
            </a:br>
            <a:r>
              <a:rPr lang="en-US" altLang="zh-TW" sz="3600" dirty="0"/>
              <a:t>Inverted Residual Switch for Tumor Diagnosis in </a:t>
            </a:r>
            <a:br>
              <a:rPr lang="en-US" altLang="zh-TW" sz="3600" dirty="0"/>
            </a:br>
            <a:r>
              <a:rPr lang="en-US" altLang="zh-TW" sz="3600" dirty="0"/>
              <a:t>Automated Breast Ultrasound </a:t>
            </a:r>
            <a:r>
              <a:rPr lang="en-US" altLang="zh-TW" sz="3600" dirty="0" smtClean="0"/>
              <a:t>Image</a:t>
            </a:r>
            <a:r>
              <a:rPr lang="en-US" altLang="zh-TW" sz="3600" dirty="0"/>
              <a:t/>
            </a:r>
            <a:br>
              <a:rPr lang="en-US" altLang="zh-TW" sz="3600" dirty="0"/>
            </a:br>
            <a:r>
              <a:rPr lang="en-US" altLang="zh-TW" sz="3600" dirty="0" smtClean="0"/>
              <a:t/>
            </a:r>
            <a:br>
              <a:rPr lang="en-US" altLang="zh-TW" sz="3600" dirty="0" smtClean="0"/>
            </a:br>
            <a:r>
              <a:rPr lang="zh-TW" altLang="en-US" sz="2800" dirty="0"/>
              <a:t>基於移動窗口和反向殘差互換器之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/>
              <a:t>3-D</a:t>
            </a:r>
            <a:r>
              <a:rPr lang="zh-TW" altLang="en-US" sz="2800" dirty="0"/>
              <a:t>漩渦</a:t>
            </a:r>
            <a:r>
              <a:rPr lang="en-US" altLang="zh-TW" sz="2800" dirty="0"/>
              <a:t>Transformer</a:t>
            </a:r>
            <a:r>
              <a:rPr lang="zh-TW" altLang="en-US" sz="2800" dirty="0" smtClean="0"/>
              <a:t>於</a:t>
            </a:r>
            <a:r>
              <a:rPr lang="zh-TW" altLang="zh-TW" sz="2800" dirty="0" smtClean="0"/>
              <a:t>自動</a:t>
            </a:r>
            <a:r>
              <a:rPr lang="zh-TW" altLang="zh-TW" sz="2800" dirty="0"/>
              <a:t>乳房</a:t>
            </a:r>
            <a:r>
              <a:rPr lang="zh-TW" altLang="zh-TW" sz="2800" dirty="0" smtClean="0"/>
              <a:t>超音波</a:t>
            </a:r>
            <a:r>
              <a:rPr lang="zh-TW" altLang="zh-TW" sz="2800" dirty="0"/>
              <a:t>腫瘤診斷</a:t>
            </a:r>
            <a:endParaRPr lang="zh-TW" altLang="en-US" sz="4000" b="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667000" y="4614863"/>
            <a:ext cx="6858000" cy="1700211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Advisor: </a:t>
            </a:r>
            <a:r>
              <a:rPr lang="en-US" altLang="zh-TW" sz="2800" dirty="0" err="1"/>
              <a:t>Ruey</a:t>
            </a:r>
            <a:r>
              <a:rPr lang="en-US" altLang="zh-TW" sz="2800" dirty="0"/>
              <a:t>-Feng Chang, Ph.D.</a:t>
            </a:r>
          </a:p>
          <a:p>
            <a:r>
              <a:rPr lang="en-US" altLang="zh-TW" sz="2800" dirty="0"/>
              <a:t>Student: </a:t>
            </a:r>
            <a:r>
              <a:rPr lang="en-US" altLang="zh-TW" sz="2800" dirty="0" err="1" smtClean="0"/>
              <a:t>Ya</a:t>
            </a:r>
            <a:r>
              <a:rPr lang="en-US" altLang="zh-TW" sz="2800" dirty="0" smtClean="0"/>
              <a:t>-Hui </a:t>
            </a:r>
            <a:r>
              <a:rPr lang="en-US" altLang="zh-TW" sz="2800" dirty="0" err="1" smtClean="0"/>
              <a:t>Chien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8409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Outline 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000">
              <a:lnSpc>
                <a:spcPct val="150000"/>
              </a:lnSpc>
            </a:pPr>
            <a:r>
              <a:rPr lang="en-US" altLang="zh-TW" sz="3200" dirty="0"/>
              <a:t>Introduction </a:t>
            </a:r>
          </a:p>
          <a:p>
            <a:pPr marL="360000">
              <a:lnSpc>
                <a:spcPct val="150000"/>
              </a:lnSpc>
            </a:pPr>
            <a:r>
              <a:rPr lang="en-US" altLang="zh-TW" sz="3200" dirty="0"/>
              <a:t>Materials</a:t>
            </a:r>
          </a:p>
          <a:p>
            <a:pPr marL="360000">
              <a:lnSpc>
                <a:spcPct val="150000"/>
              </a:lnSpc>
            </a:pPr>
            <a:r>
              <a:rPr lang="en-US" altLang="zh-TW" sz="3200" dirty="0"/>
              <a:t>Methods</a:t>
            </a:r>
          </a:p>
          <a:p>
            <a:pPr marL="360000">
              <a:lnSpc>
                <a:spcPct val="150000"/>
              </a:lnSpc>
            </a:pPr>
            <a:r>
              <a:rPr lang="en-US" altLang="zh-TW" sz="3200" dirty="0" smtClean="0"/>
              <a:t>Experiments Results</a:t>
            </a:r>
            <a:r>
              <a:rPr lang="zh-TW" altLang="en-US" sz="3200" dirty="0" smtClean="0"/>
              <a:t> </a:t>
            </a:r>
            <a:r>
              <a:rPr lang="en-US" altLang="zh-TW" sz="3200" dirty="0"/>
              <a:t>and Discussion</a:t>
            </a:r>
          </a:p>
          <a:p>
            <a:pPr marL="360000">
              <a:lnSpc>
                <a:spcPct val="150000"/>
              </a:lnSpc>
            </a:pPr>
            <a:r>
              <a:rPr lang="en-US" altLang="zh-TW" sz="3200" dirty="0" smtClean="0"/>
              <a:t>Conclusion </a:t>
            </a:r>
            <a:r>
              <a:rPr lang="en-US" altLang="zh-TW" sz="3200" dirty="0"/>
              <a:t>and Future work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9746D-0A27-4D68-8C17-FE2E924D796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671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062C08EB-9041-4FAE-A177-CA04C4534E61}"/>
              </a:ext>
            </a:extLst>
          </p:cNvPr>
          <p:cNvSpPr txBox="1"/>
          <p:nvPr/>
        </p:nvSpPr>
        <p:spPr>
          <a:xfrm>
            <a:off x="653657" y="3381875"/>
            <a:ext cx="4035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E389AD4-B49E-4272-8AE2-4A2FF2436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BD5BC-6289-4EFE-B093-ECA237836B38}" type="slidenum">
              <a:rPr lang="zh-TW" altLang="en-US" smtClean="0"/>
              <a:t>3</a:t>
            </a:fld>
            <a:endParaRPr lang="zh-TW" altLang="en-US"/>
          </a:p>
        </p:txBody>
      </p:sp>
      <p:grpSp>
        <p:nvGrpSpPr>
          <p:cNvPr id="5" name="群組 4"/>
          <p:cNvGrpSpPr/>
          <p:nvPr/>
        </p:nvGrpSpPr>
        <p:grpSpPr>
          <a:xfrm rot="16200000">
            <a:off x="3210031" y="1748831"/>
            <a:ext cx="71252" cy="5184000"/>
            <a:chOff x="11875943" y="226681"/>
            <a:chExt cx="71252" cy="51840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0813A63-855B-9E4A-AF31-DEDB026F31E3}"/>
                </a:ext>
              </a:extLst>
            </p:cNvPr>
            <p:cNvSpPr/>
            <p:nvPr/>
          </p:nvSpPr>
          <p:spPr>
            <a:xfrm>
              <a:off x="11875943" y="226681"/>
              <a:ext cx="71252" cy="12960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5FB279D-940A-2847-A8B0-EDBB48D05873}"/>
                </a:ext>
              </a:extLst>
            </p:cNvPr>
            <p:cNvSpPr/>
            <p:nvPr/>
          </p:nvSpPr>
          <p:spPr>
            <a:xfrm>
              <a:off x="11875943" y="1522681"/>
              <a:ext cx="71252" cy="12960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D5258E5-35E9-E34F-B8F6-7EF7FE040FE8}"/>
                </a:ext>
              </a:extLst>
            </p:cNvPr>
            <p:cNvSpPr/>
            <p:nvPr/>
          </p:nvSpPr>
          <p:spPr>
            <a:xfrm>
              <a:off x="11875943" y="2818681"/>
              <a:ext cx="71252" cy="12960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50381EF-1BF1-A94B-A6CB-2E510934001E}"/>
                </a:ext>
              </a:extLst>
            </p:cNvPr>
            <p:cNvSpPr/>
            <p:nvPr/>
          </p:nvSpPr>
          <p:spPr>
            <a:xfrm>
              <a:off x="11875943" y="4114681"/>
              <a:ext cx="71252" cy="12960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896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5" y="1278864"/>
            <a:ext cx="11017250" cy="525027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Breast </a:t>
            </a:r>
            <a:r>
              <a:rPr lang="en-US" altLang="zh-TW" dirty="0">
                <a:solidFill>
                  <a:srgbClr val="FF0000"/>
                </a:solidFill>
              </a:rPr>
              <a:t>cancer </a:t>
            </a:r>
            <a:r>
              <a:rPr lang="en-US" altLang="zh-TW" dirty="0" smtClean="0"/>
              <a:t>is </a:t>
            </a:r>
            <a:r>
              <a:rPr lang="en-US" altLang="zh-TW" dirty="0"/>
              <a:t>the </a:t>
            </a:r>
            <a:r>
              <a:rPr lang="en-US" altLang="zh-TW" dirty="0">
                <a:solidFill>
                  <a:srgbClr val="FF0000"/>
                </a:solidFill>
              </a:rPr>
              <a:t>most common</a:t>
            </a:r>
            <a:r>
              <a:rPr lang="en-US" altLang="zh-TW" dirty="0"/>
              <a:t> cancer and the </a:t>
            </a:r>
            <a:r>
              <a:rPr lang="en-US" altLang="zh-TW" dirty="0">
                <a:solidFill>
                  <a:srgbClr val="FF0000"/>
                </a:solidFill>
              </a:rPr>
              <a:t>leading </a:t>
            </a:r>
            <a:r>
              <a:rPr lang="en-US" altLang="zh-TW" dirty="0" smtClean="0">
                <a:solidFill>
                  <a:srgbClr val="FF0000"/>
                </a:solidFill>
              </a:rPr>
              <a:t>cause </a:t>
            </a:r>
            <a:r>
              <a:rPr lang="en-US" altLang="zh-TW" dirty="0">
                <a:solidFill>
                  <a:srgbClr val="FF0000"/>
                </a:solidFill>
              </a:rPr>
              <a:t>of death</a:t>
            </a:r>
            <a:r>
              <a:rPr lang="en-US" altLang="zh-TW" dirty="0"/>
              <a:t> </a:t>
            </a:r>
            <a:r>
              <a:rPr lang="en-US" altLang="zh-TW" dirty="0" smtClean="0"/>
              <a:t>compared to other cancer types for </a:t>
            </a:r>
            <a:r>
              <a:rPr lang="en-US" altLang="zh-TW" dirty="0"/>
              <a:t>women </a:t>
            </a:r>
            <a:r>
              <a:rPr lang="en-US" altLang="zh-TW" dirty="0" smtClean="0"/>
              <a:t>worldwide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Early diagnosis </a:t>
            </a:r>
            <a:r>
              <a:rPr lang="en-US" altLang="zh-TW" dirty="0" smtClean="0"/>
              <a:t>is essential for successful recovery and substantial  improvement of the </a:t>
            </a:r>
            <a:r>
              <a:rPr lang="en-US" altLang="zh-TW" dirty="0"/>
              <a:t>survival </a:t>
            </a:r>
            <a:r>
              <a:rPr lang="en-US" altLang="zh-TW" dirty="0" smtClean="0"/>
              <a:t>rate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A</a:t>
            </a:r>
            <a:r>
              <a:rPr lang="en-US" altLang="zh-TW" dirty="0" smtClean="0">
                <a:solidFill>
                  <a:srgbClr val="FF0000"/>
                </a:solidFill>
              </a:rPr>
              <a:t>utomated </a:t>
            </a:r>
            <a:r>
              <a:rPr lang="en-US" altLang="zh-TW" dirty="0">
                <a:solidFill>
                  <a:srgbClr val="FF0000"/>
                </a:solidFill>
              </a:rPr>
              <a:t>breast ultrasound (</a:t>
            </a:r>
            <a:r>
              <a:rPr lang="en-US" altLang="zh-TW" dirty="0" err="1">
                <a:solidFill>
                  <a:srgbClr val="FF0000"/>
                </a:solidFill>
              </a:rPr>
              <a:t>ABUS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Reduce image acquisition time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Less operator-dependence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 smtClean="0"/>
              <a:t>Improve reproducibility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5529106" y="4113753"/>
            <a:ext cx="5997876" cy="1732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Times New Roman" panose="02020603050405020304" pitchFamily="18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Times New Roman" panose="02020603050405020304" pitchFamily="18" charset="0"/>
              <a:buChar char="x"/>
            </a:pPr>
            <a:r>
              <a:rPr lang="en-US" altLang="zh-TW" dirty="0" smtClean="0"/>
              <a:t>Large number of slices to be reviewed</a:t>
            </a:r>
          </a:p>
          <a:p>
            <a:pPr lvl="1">
              <a:buFont typeface="Times New Roman" panose="02020603050405020304" pitchFamily="18" charset="0"/>
              <a:buChar char="x"/>
            </a:pPr>
            <a:r>
              <a:rPr lang="en-US" altLang="zh-TW" dirty="0" smtClean="0"/>
              <a:t>Experience-dependent for diagnosis</a:t>
            </a:r>
          </a:p>
          <a:p>
            <a:pPr lvl="1">
              <a:buFont typeface="Times New Roman" panose="02020603050405020304" pitchFamily="18" charset="0"/>
              <a:buChar char="x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717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– </a:t>
            </a:r>
            <a:r>
              <a:rPr lang="en-US" altLang="zh-TW" dirty="0" err="1" smtClean="0"/>
              <a:t>CADx</a:t>
            </a:r>
            <a:r>
              <a:rPr lang="en-US" altLang="zh-TW" dirty="0" smtClean="0"/>
              <a:t>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5" y="1278864"/>
            <a:ext cx="11017250" cy="5442611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Computer-aid diagnosis (</a:t>
            </a:r>
            <a:r>
              <a:rPr lang="en-US" altLang="zh-TW" dirty="0" err="1">
                <a:solidFill>
                  <a:srgbClr val="FF0000"/>
                </a:solidFill>
              </a:rPr>
              <a:t>CADx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 smtClean="0"/>
              <a:t>system</a:t>
            </a:r>
          </a:p>
          <a:p>
            <a:pPr lvl="1"/>
            <a:r>
              <a:rPr lang="en-US" altLang="zh-TW" dirty="0" smtClean="0"/>
              <a:t>Assist physicians to correctly discriminate tumors as benign or malignant</a:t>
            </a:r>
          </a:p>
          <a:p>
            <a:pPr lvl="1"/>
            <a:r>
              <a:rPr lang="en-US" altLang="zh-TW" dirty="0" smtClean="0"/>
              <a:t>Speed up the diagnostic processes</a:t>
            </a:r>
          </a:p>
          <a:p>
            <a:r>
              <a:rPr lang="en-US" altLang="zh-TW" dirty="0" smtClean="0"/>
              <a:t>Deep learning architectures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C</a:t>
            </a:r>
            <a:r>
              <a:rPr lang="en-US" altLang="zh-TW" dirty="0" smtClean="0">
                <a:solidFill>
                  <a:srgbClr val="FF0000"/>
                </a:solidFill>
              </a:rPr>
              <a:t>onvolutional neural network </a:t>
            </a:r>
            <a:r>
              <a:rPr lang="en-US" altLang="zh-TW" dirty="0">
                <a:solidFill>
                  <a:srgbClr val="FF0000"/>
                </a:solidFill>
              </a:rPr>
              <a:t>(CNN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and </a:t>
            </a:r>
            <a:r>
              <a:rPr lang="en-US" altLang="zh-TW" dirty="0" smtClean="0">
                <a:solidFill>
                  <a:srgbClr val="FF0000"/>
                </a:solidFill>
              </a:rPr>
              <a:t>Transformer</a:t>
            </a:r>
            <a:r>
              <a:rPr lang="en-US" altLang="zh-TW" dirty="0" smtClean="0"/>
              <a:t>-based model achieve outstanding performance on several computer vision tasks.</a:t>
            </a:r>
          </a:p>
          <a:p>
            <a:r>
              <a:rPr lang="en-US" altLang="zh-TW" dirty="0" smtClean="0"/>
              <a:t>A </a:t>
            </a:r>
            <a:r>
              <a:rPr lang="en-US" altLang="zh-TW" dirty="0" err="1" smtClean="0"/>
              <a:t>CADx</a:t>
            </a:r>
            <a:r>
              <a:rPr lang="en-US" altLang="zh-TW" dirty="0" smtClean="0"/>
              <a:t> system based on deep learning methods was proposed</a:t>
            </a:r>
          </a:p>
          <a:p>
            <a:pPr lvl="1"/>
            <a:r>
              <a:rPr lang="en-US" altLang="zh-TW" dirty="0" smtClean="0"/>
              <a:t>Data preprocessing </a:t>
            </a:r>
          </a:p>
          <a:p>
            <a:pPr lvl="1"/>
            <a:r>
              <a:rPr lang="en-US" altLang="zh-TW" dirty="0" smtClean="0"/>
              <a:t>Tumor segmentation: 3-D U-Net++</a:t>
            </a:r>
          </a:p>
          <a:p>
            <a:pPr lvl="1"/>
            <a:r>
              <a:rPr lang="en-US" altLang="zh-TW" dirty="0" smtClean="0"/>
              <a:t>Tumor classification: </a:t>
            </a:r>
            <a:r>
              <a:rPr lang="en-US" altLang="zh-TW" dirty="0" smtClean="0">
                <a:solidFill>
                  <a:srgbClr val="FF0000"/>
                </a:solidFill>
              </a:rPr>
              <a:t>3-D SWIRL Transformer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94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A0B1F4D6-C9E3-4699-BF83-E9CA1CD3A8D7}"/>
              </a:ext>
            </a:extLst>
          </p:cNvPr>
          <p:cNvSpPr txBox="1"/>
          <p:nvPr/>
        </p:nvSpPr>
        <p:spPr>
          <a:xfrm>
            <a:off x="653657" y="3381875"/>
            <a:ext cx="30315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5400" b="1" dirty="0" smtClean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Materials</a:t>
            </a:r>
            <a:endParaRPr lang="en-US" sz="5400" b="1" dirty="0"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8D4C52-BEE1-49CD-A38A-5EBFA723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BD5BC-6289-4EFE-B093-ECA237836B38}" type="slidenum">
              <a:rPr lang="zh-TW" altLang="en-US" smtClean="0"/>
              <a:t>6</a:t>
            </a:fld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 rot="16200000">
            <a:off x="2562031" y="2396831"/>
            <a:ext cx="71252" cy="3888000"/>
            <a:chOff x="11875943" y="226681"/>
            <a:chExt cx="71252" cy="38880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0813A63-855B-9E4A-AF31-DEDB026F31E3}"/>
                </a:ext>
              </a:extLst>
            </p:cNvPr>
            <p:cNvSpPr/>
            <p:nvPr/>
          </p:nvSpPr>
          <p:spPr>
            <a:xfrm>
              <a:off x="11875943" y="226681"/>
              <a:ext cx="71252" cy="12960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5FB279D-940A-2847-A8B0-EDBB48D05873}"/>
                </a:ext>
              </a:extLst>
            </p:cNvPr>
            <p:cNvSpPr/>
            <p:nvPr/>
          </p:nvSpPr>
          <p:spPr>
            <a:xfrm>
              <a:off x="11875943" y="1522681"/>
              <a:ext cx="71252" cy="12960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D5258E5-35E9-E34F-B8F6-7EF7FE040FE8}"/>
                </a:ext>
              </a:extLst>
            </p:cNvPr>
            <p:cNvSpPr/>
            <p:nvPr/>
          </p:nvSpPr>
          <p:spPr>
            <a:xfrm>
              <a:off x="11875943" y="2818681"/>
              <a:ext cx="71252" cy="12960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282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Materials – 3-D </a:t>
            </a:r>
            <a:r>
              <a:rPr lang="en-US" altLang="zh-TW" dirty="0" err="1" smtClean="0"/>
              <a:t>ABUS</a:t>
            </a:r>
            <a:r>
              <a:rPr lang="en-US" altLang="zh-TW" dirty="0" smtClean="0"/>
              <a:t> dataset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587375" y="1394690"/>
            <a:ext cx="11017250" cy="51486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in Sun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Yat-sen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Cancer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patients: 396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 age of patients: </a:t>
            </a:r>
            <a:r>
              <a:rPr lang="en-US" altLang="zh-TW" sz="2800" dirty="0"/>
              <a:t>49.2 ± 10.3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years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Time: June 2015 to March 2018</a:t>
            </a:r>
          </a:p>
          <a:p>
            <a:pPr lvl="1"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Imaging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system: </a:t>
            </a:r>
            <a:r>
              <a:rPr lang="en-US" altLang="zh-TW" sz="2800" kern="100" dirty="0" err="1">
                <a:latin typeface="Times New Roman" panose="02020603050405020304" pitchFamily="18" charset="0"/>
              </a:rPr>
              <a:t>Invenia</a:t>
            </a:r>
            <a:r>
              <a:rPr lang="en-US" altLang="zh-TW" sz="2800" kern="100" baseline="30000" dirty="0" err="1">
                <a:latin typeface="Times New Roman" panose="02020603050405020304" pitchFamily="18" charset="0"/>
              </a:rPr>
              <a:t>TM</a:t>
            </a:r>
            <a:r>
              <a:rPr lang="en-US" altLang="zh-TW" sz="2800" kern="100" dirty="0">
                <a:latin typeface="Times New Roman" panose="02020603050405020304" pitchFamily="18" charset="0"/>
              </a:rPr>
              <a:t> </a:t>
            </a:r>
            <a:r>
              <a:rPr lang="en-US" altLang="zh-TW" sz="2800" kern="100" dirty="0" err="1">
                <a:latin typeface="Times New Roman" panose="02020603050405020304" pitchFamily="18" charset="0"/>
              </a:rPr>
              <a:t>ABUS</a:t>
            </a:r>
            <a:r>
              <a:rPr lang="en-US" altLang="zh-TW" sz="2800" kern="100" dirty="0">
                <a:latin typeface="Times New Roman" panose="02020603050405020304" pitchFamily="18" charset="0"/>
              </a:rPr>
              <a:t> system from GE Healthcare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815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7375" y="226681"/>
            <a:ext cx="11017250" cy="1052183"/>
          </a:xfrm>
        </p:spPr>
        <p:txBody>
          <a:bodyPr/>
          <a:lstStyle/>
          <a:p>
            <a:r>
              <a:rPr lang="en-US" altLang="zh-TW" dirty="0" smtClean="0"/>
              <a:t>Materials – 3-D </a:t>
            </a:r>
            <a:r>
              <a:rPr lang="en-US" altLang="zh-TW" dirty="0" err="1" smtClean="0"/>
              <a:t>ABUS</a:t>
            </a:r>
            <a:r>
              <a:rPr lang="en-US" altLang="zh-TW" dirty="0" smtClean="0"/>
              <a:t> dataset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587375" y="1394690"/>
            <a:ext cx="11017250" cy="51486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Total: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444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tumors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226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malignant and 218 benign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tumors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406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and 38 non-mass tumors</a:t>
            </a:r>
          </a:p>
          <a:p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953159"/>
              </p:ext>
            </p:extLst>
          </p:nvPr>
        </p:nvGraphicFramePr>
        <p:xfrm>
          <a:off x="1992000" y="3957146"/>
          <a:ext cx="8208000" cy="23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2000">
                  <a:extLst>
                    <a:ext uri="{9D8B030D-6E8A-4147-A177-3AD203B41FA5}">
                      <a16:colId xmlns:a16="http://schemas.microsoft.com/office/drawing/2014/main" val="1755346651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1569297261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2190831797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56647724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Malignant</a:t>
                      </a:r>
                      <a:endParaRPr lang="zh-TW" alt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Benign</a:t>
                      </a:r>
                      <a:endParaRPr lang="zh-TW" alt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b="1" dirty="0" smtClean="0"/>
                        <a:t>Total</a:t>
                      </a:r>
                      <a:endParaRPr lang="zh-TW" altLang="en-US" sz="24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624076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Mass</a:t>
                      </a:r>
                      <a:endParaRPr lang="zh-TW" alt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dirty="0" smtClean="0"/>
                        <a:t>203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dirty="0" smtClean="0"/>
                        <a:t>203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dirty="0" smtClean="0"/>
                        <a:t>406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769564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Non-mass</a:t>
                      </a:r>
                      <a:endParaRPr lang="zh-TW" alt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dirty="0" smtClean="0"/>
                        <a:t>23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dirty="0" smtClean="0"/>
                        <a:t>15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dirty="0" smtClean="0"/>
                        <a:t>38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90367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</a:t>
                      </a:r>
                      <a:endParaRPr lang="zh-TW" altLang="en-US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dirty="0" smtClean="0"/>
                        <a:t>226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dirty="0" smtClean="0"/>
                        <a:t>218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400" dirty="0" smtClean="0"/>
                        <a:t>444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2145470"/>
                  </a:ext>
                </a:extLst>
              </a:tr>
            </a:tbl>
          </a:graphicData>
        </a:graphic>
      </p:graphicFrame>
      <p:grpSp>
        <p:nvGrpSpPr>
          <p:cNvPr id="9" name="群組 8"/>
          <p:cNvGrpSpPr/>
          <p:nvPr/>
        </p:nvGrpSpPr>
        <p:grpSpPr>
          <a:xfrm>
            <a:off x="7353008" y="1394690"/>
            <a:ext cx="4430283" cy="2304552"/>
            <a:chOff x="6910642" y="1266398"/>
            <a:chExt cx="4430283" cy="2304552"/>
          </a:xfrm>
        </p:grpSpPr>
        <p:sp>
          <p:nvSpPr>
            <p:cNvPr id="11" name="文字方塊 10"/>
            <p:cNvSpPr txBox="1"/>
            <p:nvPr/>
          </p:nvSpPr>
          <p:spPr>
            <a:xfrm>
              <a:off x="7149658" y="3170840"/>
              <a:ext cx="13997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 smtClean="0"/>
                <a:t>Mass tumor</a:t>
              </a:r>
              <a:endParaRPr lang="zh-TW" altLang="en-US" sz="2000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9442648" y="3170840"/>
              <a:ext cx="18982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 smtClean="0"/>
                <a:t>Non-mass tumor</a:t>
              </a:r>
              <a:endParaRPr lang="zh-TW" altLang="en-US" sz="2000" dirty="0"/>
            </a:p>
          </p:txBody>
        </p:sp>
        <p:pic>
          <p:nvPicPr>
            <p:cNvPr id="15" name="圖片 1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0642" y="1266398"/>
              <a:ext cx="1800000" cy="1824931"/>
            </a:xfrm>
            <a:prstGeom prst="rect">
              <a:avLst/>
            </a:prstGeom>
          </p:spPr>
        </p:pic>
        <p:pic>
          <p:nvPicPr>
            <p:cNvPr id="18" name="圖片 17" descr="D:\CAD lab\CADx\data\2D\img\2D\3_1048_0.png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9798" y="1278863"/>
              <a:ext cx="1800000" cy="1800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36167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A0B1F4D6-C9E3-4699-BF83-E9CA1CD3A8D7}"/>
              </a:ext>
            </a:extLst>
          </p:cNvPr>
          <p:cNvSpPr txBox="1"/>
          <p:nvPr/>
        </p:nvSpPr>
        <p:spPr>
          <a:xfrm>
            <a:off x="653657" y="3381875"/>
            <a:ext cx="27622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5400" b="1" dirty="0" smtClean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Methods</a:t>
            </a:r>
            <a:endParaRPr lang="en-US" sz="5400" b="1" dirty="0"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8D4C52-BEE1-49CD-A38A-5EBFA723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BD5BC-6289-4EFE-B093-ECA237836B38}" type="slidenum">
              <a:rPr lang="zh-TW" altLang="en-US" smtClean="0"/>
              <a:t>9</a:t>
            </a:fld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 rot="16200000">
            <a:off x="2562031" y="2396831"/>
            <a:ext cx="71252" cy="3888000"/>
            <a:chOff x="11875943" y="226681"/>
            <a:chExt cx="71252" cy="38880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0813A63-855B-9E4A-AF31-DEDB026F31E3}"/>
                </a:ext>
              </a:extLst>
            </p:cNvPr>
            <p:cNvSpPr/>
            <p:nvPr/>
          </p:nvSpPr>
          <p:spPr>
            <a:xfrm>
              <a:off x="11875943" y="226681"/>
              <a:ext cx="71252" cy="12960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5FB279D-940A-2847-A8B0-EDBB48D05873}"/>
                </a:ext>
              </a:extLst>
            </p:cNvPr>
            <p:cNvSpPr/>
            <p:nvPr/>
          </p:nvSpPr>
          <p:spPr>
            <a:xfrm>
              <a:off x="11875943" y="1522681"/>
              <a:ext cx="71252" cy="12960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D5258E5-35E9-E34F-B8F6-7EF7FE040FE8}"/>
                </a:ext>
              </a:extLst>
            </p:cNvPr>
            <p:cNvSpPr/>
            <p:nvPr/>
          </p:nvSpPr>
          <p:spPr>
            <a:xfrm>
              <a:off x="11875943" y="2818681"/>
              <a:ext cx="71252" cy="12960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Methods</a:t>
            </a:r>
            <a:r>
              <a:rPr lang="zh-TW" altLang="en-US" dirty="0" smtClean="0"/>
              <a:t> </a:t>
            </a:r>
            <a:r>
              <a:rPr lang="en-US" altLang="zh-TW" dirty="0"/>
              <a:t>– </a:t>
            </a:r>
            <a:r>
              <a:rPr lang="en-US" altLang="zh-TW" dirty="0" smtClean="0"/>
              <a:t>Flowchart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5" y="1278864"/>
            <a:ext cx="11017250" cy="5077486"/>
          </a:xfrm>
        </p:spPr>
        <p:txBody>
          <a:bodyPr>
            <a:normAutofit fontScale="92500" lnSpcReduction="10000"/>
          </a:bodyPr>
          <a:lstStyle/>
          <a:p>
            <a:pPr marL="360000">
              <a:lnSpc>
                <a:spcPct val="160000"/>
              </a:lnSpc>
              <a:spcBef>
                <a:spcPts val="0"/>
              </a:spcBef>
            </a:pPr>
            <a:r>
              <a:rPr lang="en-US" altLang="zh-TW" sz="3200" dirty="0" err="1" smtClean="0"/>
              <a:t>CADx</a:t>
            </a:r>
            <a:r>
              <a:rPr lang="en-US" altLang="zh-TW" sz="3200" dirty="0" smtClean="0"/>
              <a:t> system</a:t>
            </a: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lvl="2">
              <a:lnSpc>
                <a:spcPct val="160000"/>
              </a:lnSpc>
              <a:spcBef>
                <a:spcPts val="0"/>
              </a:spcBef>
            </a:pPr>
            <a:r>
              <a:rPr lang="en-US" altLang="zh-TW" dirty="0" err="1" smtClean="0"/>
              <a:t>VOI</a:t>
            </a:r>
            <a:r>
              <a:rPr lang="en-US" altLang="zh-TW" dirty="0" smtClean="0"/>
              <a:t> extraction</a:t>
            </a:r>
          </a:p>
          <a:p>
            <a:pPr lvl="2">
              <a:lnSpc>
                <a:spcPct val="160000"/>
              </a:lnSpc>
              <a:spcBef>
                <a:spcPts val="0"/>
              </a:spcBef>
            </a:pPr>
            <a:r>
              <a:rPr lang="en-US" altLang="zh-TW" sz="2400" dirty="0" smtClean="0"/>
              <a:t>Image resizing</a:t>
            </a:r>
          </a:p>
          <a:p>
            <a:pPr lvl="2">
              <a:lnSpc>
                <a:spcPct val="160000"/>
              </a:lnSpc>
              <a:spcBef>
                <a:spcPts val="0"/>
              </a:spcBef>
            </a:pPr>
            <a:r>
              <a:rPr lang="en-US" altLang="zh-TW" sz="2400" dirty="0" smtClean="0"/>
              <a:t>Histogram equalization</a:t>
            </a: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  <a:p>
            <a:pPr lvl="2">
              <a:lnSpc>
                <a:spcPct val="160000"/>
              </a:lnSpc>
              <a:spcBef>
                <a:spcPts val="0"/>
              </a:spcBef>
            </a:pPr>
            <a:r>
              <a:rPr lang="en-US" altLang="zh-TW" dirty="0" smtClean="0"/>
              <a:t>U-Net++</a:t>
            </a: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</a:t>
            </a:r>
            <a:r>
              <a:rPr lang="en-US" altLang="zh-TW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 lvl="2">
              <a:lnSpc>
                <a:spcPct val="160000"/>
              </a:lnSpc>
              <a:spcBef>
                <a:spcPts val="0"/>
              </a:spcBef>
            </a:pPr>
            <a:r>
              <a:rPr lang="en-US" altLang="zh-TW" dirty="0" smtClean="0"/>
              <a:t>SWIRL Transformer</a:t>
            </a:r>
          </a:p>
          <a:p>
            <a:pPr marL="817200" lvl="1">
              <a:lnSpc>
                <a:spcPct val="100000"/>
              </a:lnSpc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9746D-0A27-4D68-8C17-FE2E924D796D}" type="slidenum">
              <a:rPr lang="zh-TW" altLang="en-US" smtClean="0"/>
              <a:t>10</a:t>
            </a:fld>
            <a:endParaRPr lang="zh-TW" altLang="en-US"/>
          </a:p>
        </p:txBody>
      </p:sp>
      <p:grpSp>
        <p:nvGrpSpPr>
          <p:cNvPr id="85" name="群組 84"/>
          <p:cNvGrpSpPr/>
          <p:nvPr/>
        </p:nvGrpSpPr>
        <p:grpSpPr>
          <a:xfrm>
            <a:off x="5657850" y="226681"/>
            <a:ext cx="6044622" cy="6494794"/>
            <a:chOff x="5657850" y="226681"/>
            <a:chExt cx="6044622" cy="6494794"/>
          </a:xfrm>
        </p:grpSpPr>
        <p:sp>
          <p:nvSpPr>
            <p:cNvPr id="6" name="矩形 5"/>
            <p:cNvSpPr/>
            <p:nvPr/>
          </p:nvSpPr>
          <p:spPr>
            <a:xfrm>
              <a:off x="6862617" y="226681"/>
              <a:ext cx="4839855" cy="6494794"/>
            </a:xfrm>
            <a:prstGeom prst="rect">
              <a:avLst/>
            </a:prstGeom>
          </p:spPr>
        </p:sp>
        <p:cxnSp>
          <p:nvCxnSpPr>
            <p:cNvPr id="7" name="肘形接點 6"/>
            <p:cNvCxnSpPr>
              <a:stCxn id="45" idx="2"/>
            </p:cNvCxnSpPr>
            <p:nvPr/>
          </p:nvCxnSpPr>
          <p:spPr>
            <a:xfrm rot="16200000" flipH="1">
              <a:off x="7602575" y="3409584"/>
              <a:ext cx="174109" cy="1895192"/>
            </a:xfrm>
            <a:prstGeom prst="bentConnector2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>
              <a:endCxn id="32" idx="0"/>
            </p:cNvCxnSpPr>
            <p:nvPr/>
          </p:nvCxnSpPr>
          <p:spPr>
            <a:xfrm>
              <a:off x="8637224" y="5901680"/>
              <a:ext cx="0" cy="23763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圓角矩形 8"/>
            <p:cNvSpPr/>
            <p:nvPr/>
          </p:nvSpPr>
          <p:spPr>
            <a:xfrm>
              <a:off x="5657850" y="1517757"/>
              <a:ext cx="3853671" cy="2834651"/>
            </a:xfrm>
            <a:prstGeom prst="roundRect">
              <a:avLst>
                <a:gd name="adj" fmla="val 5735"/>
              </a:avLst>
            </a:prstGeom>
            <a:noFill/>
            <a:ln w="1270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/>
            </a:p>
          </p:txBody>
        </p:sp>
        <p:cxnSp>
          <p:nvCxnSpPr>
            <p:cNvPr id="10" name="直線單箭頭接點 9"/>
            <p:cNvCxnSpPr>
              <a:endCxn id="27" idx="0"/>
            </p:cNvCxnSpPr>
            <p:nvPr/>
          </p:nvCxnSpPr>
          <p:spPr>
            <a:xfrm>
              <a:off x="8663038" y="1219200"/>
              <a:ext cx="10283" cy="48043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單箭頭接點 11"/>
            <p:cNvCxnSpPr>
              <a:stCxn id="43" idx="2"/>
              <a:endCxn id="31" idx="0"/>
            </p:cNvCxnSpPr>
            <p:nvPr/>
          </p:nvCxnSpPr>
          <p:spPr>
            <a:xfrm flipH="1">
              <a:off x="8637224" y="3880200"/>
              <a:ext cx="3274" cy="87494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49" idx="2"/>
            </p:cNvCxnSpPr>
            <p:nvPr/>
          </p:nvCxnSpPr>
          <p:spPr>
            <a:xfrm>
              <a:off x="8648921" y="2733117"/>
              <a:ext cx="81" cy="2694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文字方塊 15"/>
            <p:cNvSpPr txBox="1"/>
            <p:nvPr/>
          </p:nvSpPr>
          <p:spPr>
            <a:xfrm>
              <a:off x="8664615" y="4472653"/>
              <a:ext cx="11042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2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Concatenation</a:t>
              </a:r>
              <a:endParaRPr lang="zh-TW" sz="12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cxnSp>
          <p:nvCxnSpPr>
            <p:cNvPr id="16" name="肘形接點 15"/>
            <p:cNvCxnSpPr>
              <a:stCxn id="28" idx="3"/>
              <a:endCxn id="30" idx="0"/>
            </p:cNvCxnSpPr>
            <p:nvPr/>
          </p:nvCxnSpPr>
          <p:spPr>
            <a:xfrm>
              <a:off x="9417178" y="3153144"/>
              <a:ext cx="1146821" cy="241748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肘形接點 16"/>
            <p:cNvCxnSpPr>
              <a:stCxn id="28" idx="1"/>
              <a:endCxn id="29" idx="0"/>
            </p:cNvCxnSpPr>
            <p:nvPr/>
          </p:nvCxnSpPr>
          <p:spPr>
            <a:xfrm rot="10800000" flipV="1">
              <a:off x="6802066" y="3153143"/>
              <a:ext cx="1139112" cy="247621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8" name="群組 17"/>
            <p:cNvGrpSpPr/>
            <p:nvPr/>
          </p:nvGrpSpPr>
          <p:grpSpPr>
            <a:xfrm>
              <a:off x="7747326" y="699012"/>
              <a:ext cx="1815479" cy="719287"/>
              <a:chOff x="3072438" y="726187"/>
              <a:chExt cx="3259184" cy="1289175"/>
            </a:xfrm>
          </p:grpSpPr>
          <p:sp>
            <p:nvSpPr>
              <p:cNvPr id="50" name="立方體 49"/>
              <p:cNvSpPr/>
              <p:nvPr/>
            </p:nvSpPr>
            <p:spPr>
              <a:xfrm>
                <a:off x="3072438" y="726187"/>
                <a:ext cx="3259184" cy="1289175"/>
              </a:xfrm>
              <a:prstGeom prst="cube">
                <a:avLst>
                  <a:gd name="adj" fmla="val 22118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/>
              </a:p>
            </p:txBody>
          </p:sp>
          <p:pic>
            <p:nvPicPr>
              <p:cNvPr id="51" name="圖片 5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2438" y="1023298"/>
                <a:ext cx="2974925" cy="988390"/>
              </a:xfrm>
              <a:prstGeom prst="rect">
                <a:avLst/>
              </a:prstGeom>
            </p:spPr>
          </p:pic>
        </p:grpSp>
        <p:grpSp>
          <p:nvGrpSpPr>
            <p:cNvPr id="19" name="群組 18"/>
            <p:cNvGrpSpPr/>
            <p:nvPr/>
          </p:nvGrpSpPr>
          <p:grpSpPr>
            <a:xfrm>
              <a:off x="8287425" y="2127706"/>
              <a:ext cx="796469" cy="605411"/>
              <a:chOff x="3976504" y="3194956"/>
              <a:chExt cx="1429837" cy="1085077"/>
            </a:xfrm>
          </p:grpSpPr>
          <p:sp>
            <p:nvSpPr>
              <p:cNvPr id="48" name="立方體 47"/>
              <p:cNvSpPr/>
              <p:nvPr/>
            </p:nvSpPr>
            <p:spPr>
              <a:xfrm>
                <a:off x="3979403" y="3194956"/>
                <a:ext cx="1426938" cy="1080000"/>
              </a:xfrm>
              <a:prstGeom prst="cube">
                <a:avLst>
                  <a:gd name="adj" fmla="val 11801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/>
              </a:p>
            </p:txBody>
          </p:sp>
          <p:pic>
            <p:nvPicPr>
              <p:cNvPr id="49" name="圖片 48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76504" y="3319718"/>
                <a:ext cx="1297931" cy="960315"/>
              </a:xfrm>
              <a:prstGeom prst="rect">
                <a:avLst/>
              </a:prstGeom>
            </p:spPr>
          </p:pic>
        </p:grpSp>
        <p:grpSp>
          <p:nvGrpSpPr>
            <p:cNvPr id="20" name="群組 19"/>
            <p:cNvGrpSpPr/>
            <p:nvPr/>
          </p:nvGrpSpPr>
          <p:grpSpPr>
            <a:xfrm>
              <a:off x="10313332" y="3768745"/>
              <a:ext cx="501333" cy="502149"/>
              <a:chOff x="7641819" y="5901259"/>
              <a:chExt cx="900004" cy="900000"/>
            </a:xfrm>
          </p:grpSpPr>
          <p:sp>
            <p:nvSpPr>
              <p:cNvPr id="46" name="立方體 45"/>
              <p:cNvSpPr/>
              <p:nvPr/>
            </p:nvSpPr>
            <p:spPr>
              <a:xfrm>
                <a:off x="7641823" y="5901259"/>
                <a:ext cx="900000" cy="900000"/>
              </a:xfrm>
              <a:prstGeom prst="cube">
                <a:avLst>
                  <a:gd name="adj" fmla="val 11646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/>
              </a:p>
            </p:txBody>
          </p:sp>
          <p:pic>
            <p:nvPicPr>
              <p:cNvPr id="47" name="圖片 4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41819" y="6015692"/>
                <a:ext cx="790018" cy="785411"/>
              </a:xfrm>
              <a:prstGeom prst="rect">
                <a:avLst/>
              </a:prstGeom>
            </p:spPr>
          </p:pic>
        </p:grpSp>
        <p:cxnSp>
          <p:nvCxnSpPr>
            <p:cNvPr id="21" name="肘形接點 20"/>
            <p:cNvCxnSpPr>
              <a:stCxn id="47" idx="2"/>
            </p:cNvCxnSpPr>
            <p:nvPr/>
          </p:nvCxnSpPr>
          <p:spPr>
            <a:xfrm rot="5400000">
              <a:off x="9494765" y="3413266"/>
              <a:ext cx="181061" cy="1896143"/>
            </a:xfrm>
            <a:prstGeom prst="bentConnector2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2" name="群組 21"/>
            <p:cNvGrpSpPr/>
            <p:nvPr/>
          </p:nvGrpSpPr>
          <p:grpSpPr>
            <a:xfrm>
              <a:off x="6522220" y="3773826"/>
              <a:ext cx="501330" cy="502149"/>
              <a:chOff x="835928" y="5931285"/>
              <a:chExt cx="900000" cy="900000"/>
            </a:xfrm>
          </p:grpSpPr>
          <p:sp>
            <p:nvSpPr>
              <p:cNvPr id="44" name="立方體 43"/>
              <p:cNvSpPr/>
              <p:nvPr/>
            </p:nvSpPr>
            <p:spPr>
              <a:xfrm>
                <a:off x="835928" y="5931285"/>
                <a:ext cx="900000" cy="900000"/>
              </a:xfrm>
              <a:prstGeom prst="cube">
                <a:avLst>
                  <a:gd name="adj" fmla="val 11646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/>
              </a:p>
            </p:txBody>
          </p:sp>
          <p:pic>
            <p:nvPicPr>
              <p:cNvPr id="45" name="圖片 44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5928" y="6036181"/>
                <a:ext cx="789227" cy="784623"/>
              </a:xfrm>
              <a:prstGeom prst="rect">
                <a:avLst/>
              </a:prstGeom>
            </p:spPr>
          </p:pic>
        </p:grpSp>
        <p:grpSp>
          <p:nvGrpSpPr>
            <p:cNvPr id="23" name="群組 22"/>
            <p:cNvGrpSpPr/>
            <p:nvPr/>
          </p:nvGrpSpPr>
          <p:grpSpPr>
            <a:xfrm>
              <a:off x="8416714" y="3378051"/>
              <a:ext cx="501330" cy="502149"/>
              <a:chOff x="4248551" y="5279877"/>
              <a:chExt cx="900000" cy="900000"/>
            </a:xfrm>
          </p:grpSpPr>
          <p:sp>
            <p:nvSpPr>
              <p:cNvPr id="42" name="立方體 41"/>
              <p:cNvSpPr/>
              <p:nvPr/>
            </p:nvSpPr>
            <p:spPr>
              <a:xfrm>
                <a:off x="4248551" y="5279877"/>
                <a:ext cx="900000" cy="900000"/>
              </a:xfrm>
              <a:prstGeom prst="cube">
                <a:avLst>
                  <a:gd name="adj" fmla="val 11646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/>
              </a:p>
            </p:txBody>
          </p:sp>
          <p:pic>
            <p:nvPicPr>
              <p:cNvPr id="43" name="圖片 4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60005" y="5388491"/>
                <a:ext cx="780576" cy="791386"/>
              </a:xfrm>
              <a:prstGeom prst="rect">
                <a:avLst/>
              </a:prstGeom>
            </p:spPr>
          </p:pic>
        </p:grpSp>
        <p:grpSp>
          <p:nvGrpSpPr>
            <p:cNvPr id="24" name="群組 23"/>
            <p:cNvGrpSpPr/>
            <p:nvPr/>
          </p:nvGrpSpPr>
          <p:grpSpPr>
            <a:xfrm>
              <a:off x="8258091" y="5133755"/>
              <a:ext cx="765944" cy="736242"/>
              <a:chOff x="2399135" y="5217824"/>
              <a:chExt cx="834700" cy="801025"/>
            </a:xfrm>
          </p:grpSpPr>
          <p:grpSp>
            <p:nvGrpSpPr>
              <p:cNvPr id="33" name="群組 32"/>
              <p:cNvGrpSpPr/>
              <p:nvPr/>
            </p:nvGrpSpPr>
            <p:grpSpPr>
              <a:xfrm>
                <a:off x="2687501" y="5217824"/>
                <a:ext cx="546334" cy="546334"/>
                <a:chOff x="4427240" y="8386250"/>
                <a:chExt cx="900000" cy="900000"/>
              </a:xfrm>
            </p:grpSpPr>
            <p:sp>
              <p:nvSpPr>
                <p:cNvPr id="40" name="立方體 39"/>
                <p:cNvSpPr/>
                <p:nvPr/>
              </p:nvSpPr>
              <p:spPr>
                <a:xfrm>
                  <a:off x="4427240" y="8386250"/>
                  <a:ext cx="900000" cy="900000"/>
                </a:xfrm>
                <a:prstGeom prst="cube">
                  <a:avLst>
                    <a:gd name="adj" fmla="val 11646"/>
                  </a:avLst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TW" altLang="en-US"/>
                </a:p>
              </p:txBody>
            </p:sp>
            <p:pic>
              <p:nvPicPr>
                <p:cNvPr id="41" name="圖片 40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27240" y="8499302"/>
                  <a:ext cx="790020" cy="785411"/>
                </a:xfrm>
                <a:prstGeom prst="rect">
                  <a:avLst/>
                </a:prstGeom>
              </p:spPr>
            </p:pic>
          </p:grpSp>
          <p:grpSp>
            <p:nvGrpSpPr>
              <p:cNvPr id="34" name="群組 33"/>
              <p:cNvGrpSpPr/>
              <p:nvPr/>
            </p:nvGrpSpPr>
            <p:grpSpPr>
              <a:xfrm>
                <a:off x="2550578" y="5337595"/>
                <a:ext cx="546334" cy="546334"/>
                <a:chOff x="4201680" y="8583555"/>
                <a:chExt cx="900000" cy="900000"/>
              </a:xfrm>
            </p:grpSpPr>
            <p:sp>
              <p:nvSpPr>
                <p:cNvPr id="38" name="立方體 37"/>
                <p:cNvSpPr/>
                <p:nvPr/>
              </p:nvSpPr>
              <p:spPr>
                <a:xfrm>
                  <a:off x="4201680" y="8583555"/>
                  <a:ext cx="900000" cy="900000"/>
                </a:xfrm>
                <a:prstGeom prst="cube">
                  <a:avLst>
                    <a:gd name="adj" fmla="val 11646"/>
                  </a:avLst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TW" altLang="en-US"/>
                </a:p>
              </p:txBody>
            </p:sp>
            <p:pic>
              <p:nvPicPr>
                <p:cNvPr id="39" name="圖片 38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01680" y="8694660"/>
                  <a:ext cx="789228" cy="784625"/>
                </a:xfrm>
                <a:prstGeom prst="rect">
                  <a:avLst/>
                </a:prstGeom>
              </p:spPr>
            </p:pic>
          </p:grpSp>
          <p:grpSp>
            <p:nvGrpSpPr>
              <p:cNvPr id="35" name="群組 34"/>
              <p:cNvGrpSpPr/>
              <p:nvPr/>
            </p:nvGrpSpPr>
            <p:grpSpPr>
              <a:xfrm>
                <a:off x="2399135" y="5472515"/>
                <a:ext cx="546334" cy="546334"/>
                <a:chOff x="3952201" y="8805814"/>
                <a:chExt cx="900000" cy="900000"/>
              </a:xfrm>
            </p:grpSpPr>
            <p:sp>
              <p:nvSpPr>
                <p:cNvPr id="36" name="立方體 35"/>
                <p:cNvSpPr/>
                <p:nvPr/>
              </p:nvSpPr>
              <p:spPr>
                <a:xfrm>
                  <a:off x="3952201" y="8805814"/>
                  <a:ext cx="900000" cy="899998"/>
                </a:xfrm>
                <a:prstGeom prst="cube">
                  <a:avLst>
                    <a:gd name="adj" fmla="val 11646"/>
                  </a:avLst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TW" altLang="en-US"/>
                </a:p>
              </p:txBody>
            </p:sp>
            <p:pic>
              <p:nvPicPr>
                <p:cNvPr id="37" name="圖片 36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63655" y="8914428"/>
                  <a:ext cx="780574" cy="791386"/>
                </a:xfrm>
                <a:prstGeom prst="rect">
                  <a:avLst/>
                </a:prstGeom>
              </p:spPr>
            </p:pic>
          </p:grpSp>
        </p:grpSp>
        <p:sp>
          <p:nvSpPr>
            <p:cNvPr id="25" name="矩形 24"/>
            <p:cNvSpPr/>
            <p:nvPr/>
          </p:nvSpPr>
          <p:spPr>
            <a:xfrm>
              <a:off x="8081017" y="256808"/>
              <a:ext cx="1296000" cy="3791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kern="100" dirty="0" err="1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ABUS</a:t>
              </a:r>
              <a:r>
                <a:rPr lang="en-US" sz="1600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 Image</a:t>
              </a:r>
              <a:endParaRPr lang="zh-TW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5793652" y="1648106"/>
              <a:ext cx="1764000" cy="31458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Data Preprocessing </a:t>
              </a:r>
              <a:endParaRPr lang="zh-TW" sz="16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935321" y="1699638"/>
              <a:ext cx="1476000" cy="3496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dirty="0" err="1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VOI</a:t>
              </a:r>
              <a:r>
                <a:rPr lang="en-US" sz="16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 Extraction</a:t>
              </a:r>
              <a:endParaRPr lang="zh-TW" sz="16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941178" y="2996143"/>
              <a:ext cx="1476000" cy="3140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dirty="0" smtClean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Image Resizing</a:t>
              </a:r>
              <a:endParaRPr lang="zh-TW" sz="16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5722066" y="3400765"/>
              <a:ext cx="2160000" cy="3134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Histogram Equalization</a:t>
              </a:r>
              <a:endParaRPr lang="zh-TW" sz="16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9609999" y="3394892"/>
              <a:ext cx="1908000" cy="3192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dirty="0" smtClean="0"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Tumor </a:t>
              </a:r>
              <a:r>
                <a:rPr lang="en-US" sz="1600" dirty="0" smtClean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Segmentation</a:t>
              </a:r>
              <a:endParaRPr lang="zh-TW" sz="16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8097224" y="4755143"/>
              <a:ext cx="1080000" cy="3134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Input Data</a:t>
              </a:r>
              <a:endParaRPr lang="zh-TW" sz="16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7683224" y="6139311"/>
              <a:ext cx="1908000" cy="5062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Tumor Classification</a:t>
              </a:r>
              <a:endParaRPr lang="zh-TW" sz="16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 algn="ctr">
                <a:spcAft>
                  <a:spcPts val="0"/>
                </a:spcAft>
              </a:pPr>
              <a:r>
                <a:rPr lang="en-US" sz="16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(</a:t>
              </a:r>
              <a:r>
                <a:rPr lang="en-US" sz="1600" dirty="0" smtClean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Malignant/Benign</a:t>
              </a:r>
              <a:r>
                <a:rPr lang="en-US" sz="16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)</a:t>
              </a:r>
              <a:endParaRPr lang="zh-TW" sz="16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50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7375" y="226681"/>
            <a:ext cx="11263001" cy="1052183"/>
          </a:xfrm>
        </p:spPr>
        <p:txBody>
          <a:bodyPr/>
          <a:lstStyle/>
          <a:p>
            <a:r>
              <a:rPr lang="en-US" altLang="zh-TW" dirty="0"/>
              <a:t>Methods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 smtClean="0"/>
              <a:t>Data Preprocessing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5" y="1278864"/>
            <a:ext cx="6589861" cy="5442611"/>
          </a:xfrm>
        </p:spPr>
        <p:txBody>
          <a:bodyPr>
            <a:normAutofit/>
          </a:bodyPr>
          <a:lstStyle/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 err="1" smtClean="0"/>
              <a:t>VOI</a:t>
            </a:r>
            <a:r>
              <a:rPr lang="en-US" altLang="zh-TW" sz="3200" dirty="0" smtClean="0"/>
              <a:t> (</a:t>
            </a:r>
            <a:r>
              <a:rPr lang="en-US" altLang="zh-TW" sz="3200" dirty="0"/>
              <a:t>v</a:t>
            </a:r>
            <a:r>
              <a:rPr lang="en-US" altLang="zh-TW" sz="3200" dirty="0" smtClean="0"/>
              <a:t>olume </a:t>
            </a:r>
            <a:r>
              <a:rPr lang="en-US" altLang="zh-TW" sz="3200" dirty="0"/>
              <a:t>of </a:t>
            </a:r>
            <a:r>
              <a:rPr lang="en-US" altLang="zh-TW" sz="3200" dirty="0" smtClean="0"/>
              <a:t>interest) Extraction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Crop </a:t>
            </a:r>
            <a:r>
              <a:rPr lang="en-US" altLang="zh-TW" dirty="0" err="1" smtClean="0"/>
              <a:t>VOI</a:t>
            </a:r>
            <a:r>
              <a:rPr lang="en-US" altLang="zh-TW" dirty="0" smtClean="0"/>
              <a:t> to focus on the tumor region</a:t>
            </a:r>
          </a:p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/>
              <a:t>Image </a:t>
            </a:r>
            <a:r>
              <a:rPr lang="en-US" altLang="zh-TW" sz="3200" dirty="0" smtClean="0"/>
              <a:t>Resizing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Resize to same size as model input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Reduce computational burden</a:t>
            </a:r>
          </a:p>
          <a:p>
            <a:pPr marL="360000">
              <a:lnSpc>
                <a:spcPct val="160000"/>
              </a:lnSpc>
              <a:spcBef>
                <a:spcPts val="0"/>
              </a:spcBef>
            </a:pPr>
            <a:r>
              <a:rPr lang="en-US" altLang="zh-TW" sz="3200" dirty="0" smtClean="0"/>
              <a:t>Histogram Equalization</a:t>
            </a:r>
          </a:p>
          <a:p>
            <a:pPr marL="817200" lvl="1">
              <a:lnSpc>
                <a:spcPct val="160000"/>
              </a:lnSpc>
              <a:spcBef>
                <a:spcPts val="0"/>
              </a:spcBef>
            </a:pPr>
            <a:r>
              <a:rPr lang="en-US" altLang="zh-TW" dirty="0" smtClean="0"/>
              <a:t>Enhance image contrast</a:t>
            </a:r>
          </a:p>
          <a:p>
            <a:pPr marL="817200" lvl="1">
              <a:lnSpc>
                <a:spcPct val="160000"/>
              </a:lnSpc>
              <a:spcBef>
                <a:spcPts val="0"/>
              </a:spcBef>
            </a:pPr>
            <a:r>
              <a:rPr lang="en-US" altLang="zh-TW" dirty="0" smtClean="0"/>
              <a:t>Provide tumor texture information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pSp>
        <p:nvGrpSpPr>
          <p:cNvPr id="22" name="群組 21"/>
          <p:cNvGrpSpPr/>
          <p:nvPr/>
        </p:nvGrpSpPr>
        <p:grpSpPr>
          <a:xfrm>
            <a:off x="6615161" y="420581"/>
            <a:ext cx="5394153" cy="6118331"/>
            <a:chOff x="6615161" y="420581"/>
            <a:chExt cx="5394153" cy="6118331"/>
          </a:xfrm>
        </p:grpSpPr>
        <p:grpSp>
          <p:nvGrpSpPr>
            <p:cNvPr id="61" name="群組 60"/>
            <p:cNvGrpSpPr>
              <a:grpSpLocks noChangeAspect="1"/>
            </p:cNvGrpSpPr>
            <p:nvPr/>
          </p:nvGrpSpPr>
          <p:grpSpPr>
            <a:xfrm>
              <a:off x="7907042" y="843359"/>
              <a:ext cx="3630958" cy="1438574"/>
              <a:chOff x="3072438" y="726187"/>
              <a:chExt cx="3259184" cy="1289175"/>
            </a:xfrm>
          </p:grpSpPr>
          <p:sp>
            <p:nvSpPr>
              <p:cNvPr id="62" name="立方體 61"/>
              <p:cNvSpPr/>
              <p:nvPr/>
            </p:nvSpPr>
            <p:spPr>
              <a:xfrm>
                <a:off x="3072438" y="726187"/>
                <a:ext cx="3259184" cy="1289175"/>
              </a:xfrm>
              <a:prstGeom prst="cube">
                <a:avLst>
                  <a:gd name="adj" fmla="val 22118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/>
              </a:p>
            </p:txBody>
          </p:sp>
          <p:pic>
            <p:nvPicPr>
              <p:cNvPr id="63" name="圖片 6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2438" y="1023298"/>
                <a:ext cx="2974925" cy="988390"/>
              </a:xfrm>
              <a:prstGeom prst="rect">
                <a:avLst/>
              </a:prstGeom>
            </p:spPr>
          </p:pic>
        </p:grpSp>
        <p:sp>
          <p:nvSpPr>
            <p:cNvPr id="64" name="矩形 63"/>
            <p:cNvSpPr/>
            <p:nvPr/>
          </p:nvSpPr>
          <p:spPr>
            <a:xfrm>
              <a:off x="8827692" y="420581"/>
              <a:ext cx="1872000" cy="3791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b="1" kern="100" dirty="0" smtClean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3-D </a:t>
              </a:r>
              <a:r>
                <a:rPr lang="en-US" b="1" kern="100" dirty="0" err="1" smtClean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ABUS</a:t>
              </a:r>
              <a:r>
                <a:rPr lang="en-US" b="1" kern="100" dirty="0" smtClean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 </a:t>
              </a:r>
              <a:r>
                <a:rPr lang="en-US" b="1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Image</a:t>
              </a:r>
              <a:endParaRPr lang="zh-TW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5" name="群組 64"/>
            <p:cNvGrpSpPr>
              <a:grpSpLocks noChangeAspect="1"/>
            </p:cNvGrpSpPr>
            <p:nvPr/>
          </p:nvGrpSpPr>
          <p:grpSpPr>
            <a:xfrm>
              <a:off x="9096727" y="2898058"/>
              <a:ext cx="1192282" cy="909115"/>
              <a:chOff x="3979403" y="3194956"/>
              <a:chExt cx="1426938" cy="1086270"/>
            </a:xfrm>
          </p:grpSpPr>
          <p:sp>
            <p:nvSpPr>
              <p:cNvPr id="66" name="立方體 65"/>
              <p:cNvSpPr/>
              <p:nvPr/>
            </p:nvSpPr>
            <p:spPr>
              <a:xfrm>
                <a:off x="3979403" y="3194956"/>
                <a:ext cx="1426938" cy="1080000"/>
              </a:xfrm>
              <a:prstGeom prst="cube">
                <a:avLst>
                  <a:gd name="adj" fmla="val 11801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/>
              </a:p>
            </p:txBody>
          </p:sp>
          <p:pic>
            <p:nvPicPr>
              <p:cNvPr id="67" name="圖片 66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82231" y="3334893"/>
                <a:ext cx="1279034" cy="946333"/>
              </a:xfrm>
              <a:prstGeom prst="rect">
                <a:avLst/>
              </a:prstGeom>
            </p:spPr>
          </p:pic>
        </p:grpSp>
        <p:sp>
          <p:nvSpPr>
            <p:cNvPr id="5" name="矩形 4"/>
            <p:cNvSpPr/>
            <p:nvPr/>
          </p:nvSpPr>
          <p:spPr>
            <a:xfrm>
              <a:off x="7281927" y="3240108"/>
              <a:ext cx="172534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TW" b="1" dirty="0" err="1"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VOI</a:t>
              </a:r>
              <a:r>
                <a:rPr lang="en-US" altLang="zh-TW" b="1" dirty="0"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 Extraction</a:t>
              </a:r>
              <a:endParaRPr lang="zh-TW" altLang="zh-TW" b="1" dirty="0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10402544" y="3201077"/>
              <a:ext cx="14478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TW" dirty="0" smtClean="0"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size: </a:t>
              </a:r>
              <a:r>
                <a:rPr lang="en-US" altLang="zh-TW" dirty="0" err="1" smtClean="0"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D×H×W</a:t>
              </a:r>
              <a:endParaRPr lang="zh-TW" altLang="zh-TW" dirty="0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grpSp>
          <p:nvGrpSpPr>
            <p:cNvPr id="13" name="群組 12"/>
            <p:cNvGrpSpPr/>
            <p:nvPr/>
          </p:nvGrpSpPr>
          <p:grpSpPr>
            <a:xfrm>
              <a:off x="9265909" y="4425573"/>
              <a:ext cx="751996" cy="753402"/>
              <a:chOff x="9247599" y="4206191"/>
              <a:chExt cx="751996" cy="753402"/>
            </a:xfrm>
          </p:grpSpPr>
          <p:sp>
            <p:nvSpPr>
              <p:cNvPr id="80" name="立方體 79"/>
              <p:cNvSpPr/>
              <p:nvPr/>
            </p:nvSpPr>
            <p:spPr>
              <a:xfrm>
                <a:off x="9247599" y="4206191"/>
                <a:ext cx="751996" cy="753224"/>
              </a:xfrm>
              <a:prstGeom prst="cube">
                <a:avLst>
                  <a:gd name="adj" fmla="val 11646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/>
              </a:p>
            </p:txBody>
          </p:sp>
          <p:pic>
            <p:nvPicPr>
              <p:cNvPr id="71" name="圖片 70"/>
              <p:cNvPicPr preferRelativeResize="0"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1810" y="4297193"/>
                <a:ext cx="652286" cy="662400"/>
              </a:xfrm>
              <a:prstGeom prst="rect">
                <a:avLst/>
              </a:prstGeom>
            </p:spPr>
          </p:pic>
        </p:grpSp>
        <p:sp>
          <p:nvSpPr>
            <p:cNvPr id="7" name="矩形 6"/>
            <p:cNvSpPr/>
            <p:nvPr/>
          </p:nvSpPr>
          <p:spPr>
            <a:xfrm>
              <a:off x="7245331" y="4657581"/>
              <a:ext cx="16914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TW" b="1" dirty="0"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Image Resizing</a:t>
              </a:r>
              <a:endParaRPr lang="zh-TW" altLang="zh-TW" b="1" dirty="0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10189584" y="4604815"/>
              <a:ext cx="1819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TW" dirty="0" smtClean="0"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size: 16×128×128</a:t>
              </a:r>
              <a:endParaRPr lang="zh-TW" altLang="zh-TW" dirty="0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grpSp>
          <p:nvGrpSpPr>
            <p:cNvPr id="73" name="群組 72"/>
            <p:cNvGrpSpPr>
              <a:grpSpLocks noChangeAspect="1"/>
            </p:cNvGrpSpPr>
            <p:nvPr/>
          </p:nvGrpSpPr>
          <p:grpSpPr>
            <a:xfrm>
              <a:off x="9277328" y="5785688"/>
              <a:ext cx="760463" cy="753224"/>
              <a:chOff x="825794" y="5931285"/>
              <a:chExt cx="910134" cy="900000"/>
            </a:xfrm>
          </p:grpSpPr>
          <p:sp>
            <p:nvSpPr>
              <p:cNvPr id="74" name="立方體 73"/>
              <p:cNvSpPr/>
              <p:nvPr/>
            </p:nvSpPr>
            <p:spPr>
              <a:xfrm>
                <a:off x="835928" y="5931285"/>
                <a:ext cx="900000" cy="900000"/>
              </a:xfrm>
              <a:prstGeom prst="cube">
                <a:avLst>
                  <a:gd name="adj" fmla="val 11646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/>
              </a:p>
            </p:txBody>
          </p:sp>
          <p:pic>
            <p:nvPicPr>
              <p:cNvPr id="75" name="圖片 74"/>
              <p:cNvPicPr preferRelativeResize="0">
                <a:picLocks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5794" y="6036180"/>
                <a:ext cx="792771" cy="791478"/>
              </a:xfrm>
              <a:prstGeom prst="rect">
                <a:avLst/>
              </a:prstGeom>
            </p:spPr>
          </p:pic>
        </p:grpSp>
        <p:sp>
          <p:nvSpPr>
            <p:cNvPr id="8" name="矩形 7"/>
            <p:cNvSpPr/>
            <p:nvPr/>
          </p:nvSpPr>
          <p:spPr>
            <a:xfrm>
              <a:off x="6615161" y="5976716"/>
              <a:ext cx="25506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TW" b="1" dirty="0"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Histogram Equalization</a:t>
              </a:r>
              <a:endParaRPr lang="zh-TW" altLang="zh-TW" b="1" dirty="0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11" name="向下箭號 10"/>
            <p:cNvSpPr/>
            <p:nvPr/>
          </p:nvSpPr>
          <p:spPr>
            <a:xfrm>
              <a:off x="9515085" y="2376836"/>
              <a:ext cx="288000" cy="43200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向下箭號 77"/>
            <p:cNvSpPr/>
            <p:nvPr/>
          </p:nvSpPr>
          <p:spPr>
            <a:xfrm>
              <a:off x="9511695" y="3906273"/>
              <a:ext cx="288000" cy="43200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向下箭號 78"/>
            <p:cNvSpPr/>
            <p:nvPr/>
          </p:nvSpPr>
          <p:spPr>
            <a:xfrm>
              <a:off x="9511695" y="5266291"/>
              <a:ext cx="288000" cy="43200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立方體 18"/>
            <p:cNvSpPr/>
            <p:nvPr/>
          </p:nvSpPr>
          <p:spPr>
            <a:xfrm>
              <a:off x="9251927" y="911611"/>
              <a:ext cx="677552" cy="682507"/>
            </a:xfrm>
            <a:prstGeom prst="cube">
              <a:avLst>
                <a:gd name="adj" fmla="val 39571"/>
              </a:avLst>
            </a:prstGeom>
            <a:solidFill>
              <a:srgbClr val="C00000">
                <a:alpha val="4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101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7377" y="226681"/>
            <a:ext cx="7376254" cy="1052183"/>
          </a:xfrm>
        </p:spPr>
        <p:txBody>
          <a:bodyPr>
            <a:normAutofit/>
          </a:bodyPr>
          <a:lstStyle/>
          <a:p>
            <a:r>
              <a:rPr lang="en-US" altLang="zh-TW" dirty="0"/>
              <a:t>Methods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 smtClean="0"/>
              <a:t>Tumor Segmentation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6" y="1278864"/>
            <a:ext cx="5322358" cy="5077485"/>
          </a:xfrm>
        </p:spPr>
        <p:txBody>
          <a:bodyPr>
            <a:normAutofit/>
          </a:bodyPr>
          <a:lstStyle/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 smtClean="0"/>
              <a:t>Image </a:t>
            </a:r>
            <a:r>
              <a:rPr lang="en-US" altLang="zh-TW" sz="3200" dirty="0"/>
              <a:t>S</a:t>
            </a:r>
            <a:r>
              <a:rPr lang="en-US" altLang="zh-TW" sz="3200" dirty="0" smtClean="0"/>
              <a:t>egmentation </a:t>
            </a:r>
            <a:r>
              <a:rPr lang="en-US" altLang="zh-TW" sz="3200" dirty="0"/>
              <a:t>M</a:t>
            </a:r>
            <a:r>
              <a:rPr lang="en-US" altLang="zh-TW" sz="3200" dirty="0" smtClean="0"/>
              <a:t>odel</a:t>
            </a:r>
            <a:endParaRPr lang="en-US" altLang="zh-TW" sz="3200" dirty="0"/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Generate tumor masks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Acquire tumor shape information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3-D </a:t>
            </a:r>
            <a:r>
              <a:rPr lang="en-US" altLang="zh-TW" dirty="0"/>
              <a:t>U-Net</a:t>
            </a:r>
            <a:r>
              <a:rPr lang="en-US" altLang="zh-TW" dirty="0" smtClean="0"/>
              <a:t>++</a:t>
            </a:r>
          </a:p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 smtClean="0"/>
              <a:t>Post-processing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Fill </a:t>
            </a:r>
            <a:r>
              <a:rPr lang="en-US" altLang="zh-TW" dirty="0"/>
              <a:t>the </a:t>
            </a:r>
            <a:r>
              <a:rPr lang="en-US" altLang="zh-TW" dirty="0" smtClean="0"/>
              <a:t>hole</a:t>
            </a:r>
            <a:endParaRPr lang="en-US" altLang="zh-TW" dirty="0"/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Remove </a:t>
            </a:r>
            <a:r>
              <a:rPr lang="en-US" altLang="zh-TW" dirty="0"/>
              <a:t>the </a:t>
            </a:r>
            <a:r>
              <a:rPr lang="en-US" altLang="zh-TW" dirty="0" smtClean="0"/>
              <a:t>noise</a:t>
            </a:r>
            <a:endParaRPr lang="en-US" altLang="zh-TW" dirty="0"/>
          </a:p>
          <a:p>
            <a:pPr indent="0">
              <a:lnSpc>
                <a:spcPct val="150000"/>
              </a:lnSpc>
              <a:spcBef>
                <a:spcPts val="0"/>
              </a:spcBef>
            </a:pPr>
            <a:endParaRPr lang="en-US" altLang="zh-TW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8242799" y="1179468"/>
            <a:ext cx="1800000" cy="5176881"/>
            <a:chOff x="8242798" y="915240"/>
            <a:chExt cx="1800000" cy="5176881"/>
          </a:xfrm>
        </p:grpSpPr>
        <p:cxnSp>
          <p:nvCxnSpPr>
            <p:cNvPr id="12" name="直線單箭頭接點 11"/>
            <p:cNvCxnSpPr>
              <a:endCxn id="445" idx="0"/>
            </p:cNvCxnSpPr>
            <p:nvPr/>
          </p:nvCxnSpPr>
          <p:spPr>
            <a:xfrm>
              <a:off x="9142798" y="1938867"/>
              <a:ext cx="0" cy="8927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群組 12"/>
            <p:cNvGrpSpPr>
              <a:grpSpLocks noChangeAspect="1"/>
            </p:cNvGrpSpPr>
            <p:nvPr/>
          </p:nvGrpSpPr>
          <p:grpSpPr>
            <a:xfrm>
              <a:off x="8392208" y="915240"/>
              <a:ext cx="1503992" cy="1506804"/>
              <a:chOff x="9247599" y="4206191"/>
              <a:chExt cx="751996" cy="753402"/>
            </a:xfrm>
          </p:grpSpPr>
          <p:sp>
            <p:nvSpPr>
              <p:cNvPr id="80" name="立方體 79"/>
              <p:cNvSpPr/>
              <p:nvPr/>
            </p:nvSpPr>
            <p:spPr>
              <a:xfrm>
                <a:off x="9247599" y="4206191"/>
                <a:ext cx="751996" cy="753224"/>
              </a:xfrm>
              <a:prstGeom prst="cube">
                <a:avLst>
                  <a:gd name="adj" fmla="val 11646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/>
              </a:p>
            </p:txBody>
          </p:sp>
          <p:pic>
            <p:nvPicPr>
              <p:cNvPr id="71" name="圖片 70"/>
              <p:cNvPicPr preferRelativeResize="0"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1810" y="4297193"/>
                <a:ext cx="652286" cy="662400"/>
              </a:xfrm>
              <a:prstGeom prst="rect">
                <a:avLst/>
              </a:prstGeom>
            </p:spPr>
          </p:pic>
        </p:grpSp>
        <p:grpSp>
          <p:nvGrpSpPr>
            <p:cNvPr id="6" name="群組 5"/>
            <p:cNvGrpSpPr>
              <a:grpSpLocks noChangeAspect="1"/>
            </p:cNvGrpSpPr>
            <p:nvPr/>
          </p:nvGrpSpPr>
          <p:grpSpPr>
            <a:xfrm>
              <a:off x="8389396" y="4585317"/>
              <a:ext cx="1506804" cy="1506804"/>
              <a:chOff x="10313332" y="3768745"/>
              <a:chExt cx="501333" cy="502149"/>
            </a:xfrm>
          </p:grpSpPr>
          <p:sp>
            <p:nvSpPr>
              <p:cNvPr id="443" name="立方體 442"/>
              <p:cNvSpPr/>
              <p:nvPr/>
            </p:nvSpPr>
            <p:spPr>
              <a:xfrm>
                <a:off x="10313334" y="3768745"/>
                <a:ext cx="501331" cy="502149"/>
              </a:xfrm>
              <a:prstGeom prst="cube">
                <a:avLst>
                  <a:gd name="adj" fmla="val 11646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/>
              </a:p>
            </p:txBody>
          </p:sp>
          <p:pic>
            <p:nvPicPr>
              <p:cNvPr id="444" name="圖片 44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13332" y="3830148"/>
                <a:ext cx="440067" cy="438215"/>
              </a:xfrm>
              <a:prstGeom prst="rect">
                <a:avLst/>
              </a:prstGeom>
            </p:spPr>
          </p:pic>
        </p:grpSp>
        <p:sp>
          <p:nvSpPr>
            <p:cNvPr id="445" name="矩形 444"/>
            <p:cNvSpPr/>
            <p:nvPr/>
          </p:nvSpPr>
          <p:spPr>
            <a:xfrm>
              <a:off x="8242798" y="2831583"/>
              <a:ext cx="1800000" cy="46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TW" sz="2000" kern="100" dirty="0" smtClean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3-D U-Net++</a:t>
              </a:r>
              <a:endParaRPr lang="zh-TW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6" name="矩形 445"/>
            <p:cNvSpPr/>
            <p:nvPr/>
          </p:nvSpPr>
          <p:spPr>
            <a:xfrm>
              <a:off x="8242798" y="3671619"/>
              <a:ext cx="1800000" cy="46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TW" sz="2000" kern="100" dirty="0" smtClean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Post-processing</a:t>
              </a:r>
              <a:endParaRPr lang="zh-TW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單箭頭接點 14"/>
            <p:cNvCxnSpPr>
              <a:stCxn id="445" idx="2"/>
              <a:endCxn id="446" idx="0"/>
            </p:cNvCxnSpPr>
            <p:nvPr/>
          </p:nvCxnSpPr>
          <p:spPr>
            <a:xfrm>
              <a:off x="9142798" y="3299583"/>
              <a:ext cx="0" cy="3720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7" name="直線單箭頭接點 446"/>
            <p:cNvCxnSpPr>
              <a:stCxn id="446" idx="2"/>
            </p:cNvCxnSpPr>
            <p:nvPr/>
          </p:nvCxnSpPr>
          <p:spPr>
            <a:xfrm>
              <a:off x="9142798" y="4139619"/>
              <a:ext cx="1289" cy="3720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298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7375" y="226681"/>
            <a:ext cx="10939607" cy="1052183"/>
          </a:xfrm>
        </p:spPr>
        <p:txBody>
          <a:bodyPr>
            <a:normAutofit/>
          </a:bodyPr>
          <a:lstStyle/>
          <a:p>
            <a:r>
              <a:rPr lang="en-US" altLang="zh-TW" dirty="0"/>
              <a:t>Methods</a:t>
            </a:r>
            <a:r>
              <a:rPr lang="zh-TW" altLang="en-US" dirty="0"/>
              <a:t> </a:t>
            </a:r>
            <a:r>
              <a:rPr lang="en-US" altLang="zh-TW" dirty="0"/>
              <a:t>– 3-D U-Net</a:t>
            </a:r>
            <a:r>
              <a:rPr lang="en-US" altLang="zh-TW" dirty="0" smtClean="0"/>
              <a:t>++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cxnSp>
        <p:nvCxnSpPr>
          <p:cNvPr id="28" name="接點: 弧形 61"/>
          <p:cNvCxnSpPr/>
          <p:nvPr/>
        </p:nvCxnSpPr>
        <p:spPr>
          <a:xfrm rot="16200000" flipH="1">
            <a:off x="6133615" y="458601"/>
            <a:ext cx="23876" cy="4334400"/>
          </a:xfrm>
          <a:prstGeom prst="curvedConnector3">
            <a:avLst>
              <a:gd name="adj1" fmla="val -98582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接點: 弧形 61"/>
          <p:cNvCxnSpPr/>
          <p:nvPr/>
        </p:nvCxnSpPr>
        <p:spPr>
          <a:xfrm rot="16200000" flipH="1">
            <a:off x="6657242" y="1029427"/>
            <a:ext cx="23876" cy="3211200"/>
          </a:xfrm>
          <a:prstGeom prst="curvedConnector3">
            <a:avLst>
              <a:gd name="adj1" fmla="val -539012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立方體 29"/>
          <p:cNvSpPr/>
          <p:nvPr/>
        </p:nvSpPr>
        <p:spPr>
          <a:xfrm>
            <a:off x="6930306" y="4103304"/>
            <a:ext cx="381317" cy="601837"/>
          </a:xfrm>
          <a:prstGeom prst="cube">
            <a:avLst>
              <a:gd name="adj" fmla="val 5663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/>
          <p:cNvSpPr txBox="1"/>
          <p:nvPr/>
        </p:nvSpPr>
        <p:spPr>
          <a:xfrm>
            <a:off x="7069221" y="385565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32</a:t>
            </a:r>
            <a:endParaRPr lang="zh-TW" altLang="en-US" sz="1400" dirty="0"/>
          </a:p>
        </p:txBody>
      </p:sp>
      <p:sp>
        <p:nvSpPr>
          <p:cNvPr id="32" name="立方體 31"/>
          <p:cNvSpPr/>
          <p:nvPr/>
        </p:nvSpPr>
        <p:spPr>
          <a:xfrm>
            <a:off x="7938144" y="2868316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/>
          <p:cNvSpPr txBox="1"/>
          <p:nvPr/>
        </p:nvSpPr>
        <p:spPr>
          <a:xfrm>
            <a:off x="8034124" y="261660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34" name="立方體 33"/>
          <p:cNvSpPr/>
          <p:nvPr/>
        </p:nvSpPr>
        <p:spPr>
          <a:xfrm>
            <a:off x="5592425" y="2883017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5668085" y="263130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36" name="立方體 35"/>
          <p:cNvSpPr/>
          <p:nvPr/>
        </p:nvSpPr>
        <p:spPr>
          <a:xfrm>
            <a:off x="8618133" y="1542229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立方體 36"/>
          <p:cNvSpPr/>
          <p:nvPr/>
        </p:nvSpPr>
        <p:spPr>
          <a:xfrm>
            <a:off x="6251036" y="1541869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立方體 37"/>
          <p:cNvSpPr/>
          <p:nvPr/>
        </p:nvSpPr>
        <p:spPr>
          <a:xfrm>
            <a:off x="3819632" y="1540921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立方體 38"/>
          <p:cNvSpPr/>
          <p:nvPr/>
        </p:nvSpPr>
        <p:spPr>
          <a:xfrm>
            <a:off x="3091820" y="1551988"/>
            <a:ext cx="293544" cy="735834"/>
          </a:xfrm>
          <a:prstGeom prst="cube">
            <a:avLst>
              <a:gd name="adj" fmla="val 8862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0" name="群組 39"/>
          <p:cNvGrpSpPr/>
          <p:nvPr/>
        </p:nvGrpSpPr>
        <p:grpSpPr>
          <a:xfrm>
            <a:off x="2435634" y="1719201"/>
            <a:ext cx="576000" cy="576000"/>
            <a:chOff x="3232551" y="3337896"/>
            <a:chExt cx="900000" cy="900000"/>
          </a:xfrm>
        </p:grpSpPr>
        <p:sp>
          <p:nvSpPr>
            <p:cNvPr id="241" name="立方體 240"/>
            <p:cNvSpPr/>
            <p:nvPr/>
          </p:nvSpPr>
          <p:spPr>
            <a:xfrm>
              <a:off x="3232551" y="3337896"/>
              <a:ext cx="900000" cy="900000"/>
            </a:xfrm>
            <a:prstGeom prst="cube">
              <a:avLst>
                <a:gd name="adj" fmla="val 11646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242" name="圖片 24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2711" y="3450069"/>
              <a:ext cx="784800" cy="784800"/>
            </a:xfrm>
            <a:prstGeom prst="rect">
              <a:avLst/>
            </a:prstGeom>
          </p:spPr>
        </p:pic>
      </p:grpSp>
      <p:sp>
        <p:nvSpPr>
          <p:cNvPr id="41" name="立方體 40"/>
          <p:cNvSpPr/>
          <p:nvPr/>
        </p:nvSpPr>
        <p:spPr>
          <a:xfrm>
            <a:off x="3213271" y="1554366"/>
            <a:ext cx="290286" cy="726344"/>
          </a:xfrm>
          <a:prstGeom prst="cube">
            <a:avLst>
              <a:gd name="adj" fmla="val 8456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立方體 41"/>
          <p:cNvSpPr/>
          <p:nvPr/>
        </p:nvSpPr>
        <p:spPr>
          <a:xfrm>
            <a:off x="3344224" y="1554366"/>
            <a:ext cx="290286" cy="726344"/>
          </a:xfrm>
          <a:prstGeom prst="cube">
            <a:avLst>
              <a:gd name="adj" fmla="val 8456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向右箭號 42"/>
          <p:cNvSpPr/>
          <p:nvPr/>
        </p:nvSpPr>
        <p:spPr>
          <a:xfrm>
            <a:off x="3132446" y="2012418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向右箭號 43"/>
          <p:cNvSpPr/>
          <p:nvPr/>
        </p:nvSpPr>
        <p:spPr>
          <a:xfrm>
            <a:off x="3270173" y="2012593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/>
          <p:cNvSpPr txBox="1"/>
          <p:nvPr/>
        </p:nvSpPr>
        <p:spPr>
          <a:xfrm>
            <a:off x="3263140" y="128941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</a:t>
            </a:r>
            <a:endParaRPr lang="zh-TW" altLang="en-US" sz="14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3379945" y="129179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3510760" y="129179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sp>
        <p:nvSpPr>
          <p:cNvPr id="48" name="立方體 47"/>
          <p:cNvSpPr/>
          <p:nvPr/>
        </p:nvSpPr>
        <p:spPr>
          <a:xfrm>
            <a:off x="3354738" y="2889580"/>
            <a:ext cx="247323" cy="656119"/>
          </a:xfrm>
          <a:prstGeom prst="cube">
            <a:avLst>
              <a:gd name="adj" fmla="val 8337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立方體 48"/>
          <p:cNvSpPr/>
          <p:nvPr/>
        </p:nvSpPr>
        <p:spPr>
          <a:xfrm>
            <a:off x="3496041" y="2885479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向右箭號 49"/>
          <p:cNvSpPr/>
          <p:nvPr/>
        </p:nvSpPr>
        <p:spPr>
          <a:xfrm>
            <a:off x="3412283" y="3282316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向右箭號 50"/>
          <p:cNvSpPr/>
          <p:nvPr/>
        </p:nvSpPr>
        <p:spPr>
          <a:xfrm>
            <a:off x="3593721" y="3282316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/>
          <p:cNvSpPr txBox="1"/>
          <p:nvPr/>
        </p:nvSpPr>
        <p:spPr>
          <a:xfrm>
            <a:off x="3457154" y="263685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8</a:t>
            </a:r>
            <a:endParaRPr lang="zh-TW" altLang="en-US" sz="1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3604148" y="263229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3775929" y="263360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55" name="立方體 54"/>
          <p:cNvSpPr/>
          <p:nvPr/>
        </p:nvSpPr>
        <p:spPr>
          <a:xfrm>
            <a:off x="3675132" y="2882605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向右箭號 55"/>
          <p:cNvSpPr/>
          <p:nvPr/>
        </p:nvSpPr>
        <p:spPr>
          <a:xfrm rot="5400000">
            <a:off x="3505707" y="2469637"/>
            <a:ext cx="158400" cy="72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立方體 56"/>
          <p:cNvSpPr/>
          <p:nvPr/>
        </p:nvSpPr>
        <p:spPr>
          <a:xfrm>
            <a:off x="3640550" y="4118227"/>
            <a:ext cx="296153" cy="610302"/>
          </a:xfrm>
          <a:prstGeom prst="cube">
            <a:avLst>
              <a:gd name="adj" fmla="val 7398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立方體 57"/>
          <p:cNvSpPr/>
          <p:nvPr/>
        </p:nvSpPr>
        <p:spPr>
          <a:xfrm>
            <a:off x="3822871" y="4123572"/>
            <a:ext cx="381317" cy="601837"/>
          </a:xfrm>
          <a:prstGeom prst="cube">
            <a:avLst>
              <a:gd name="adj" fmla="val 5663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向右箭號 58"/>
          <p:cNvSpPr/>
          <p:nvPr/>
        </p:nvSpPr>
        <p:spPr>
          <a:xfrm>
            <a:off x="3737732" y="4501682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向右箭號 59"/>
          <p:cNvSpPr/>
          <p:nvPr/>
        </p:nvSpPr>
        <p:spPr>
          <a:xfrm>
            <a:off x="4010104" y="4500669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文字方塊 68"/>
          <p:cNvSpPr txBox="1"/>
          <p:nvPr/>
        </p:nvSpPr>
        <p:spPr>
          <a:xfrm>
            <a:off x="3737644" y="388098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3976706" y="388098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32</a:t>
            </a:r>
            <a:endParaRPr lang="zh-TW" altLang="en-US" sz="14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4235520" y="387708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32</a:t>
            </a:r>
            <a:endParaRPr lang="zh-TW" altLang="en-US" sz="1400" dirty="0"/>
          </a:p>
        </p:txBody>
      </p:sp>
      <p:sp>
        <p:nvSpPr>
          <p:cNvPr id="77" name="向右箭號 76"/>
          <p:cNvSpPr/>
          <p:nvPr/>
        </p:nvSpPr>
        <p:spPr>
          <a:xfrm rot="5400000">
            <a:off x="3810151" y="3748348"/>
            <a:ext cx="158400" cy="72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立方體 80"/>
          <p:cNvSpPr/>
          <p:nvPr/>
        </p:nvSpPr>
        <p:spPr>
          <a:xfrm>
            <a:off x="4094873" y="4114726"/>
            <a:ext cx="381317" cy="601837"/>
          </a:xfrm>
          <a:prstGeom prst="cube">
            <a:avLst>
              <a:gd name="adj" fmla="val 5663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立方體 81"/>
          <p:cNvSpPr/>
          <p:nvPr/>
        </p:nvSpPr>
        <p:spPr>
          <a:xfrm>
            <a:off x="4166010" y="5324861"/>
            <a:ext cx="306732" cy="475189"/>
          </a:xfrm>
          <a:prstGeom prst="cube">
            <a:avLst>
              <a:gd name="adj" fmla="val 5098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向右箭號 82"/>
          <p:cNvSpPr/>
          <p:nvPr/>
        </p:nvSpPr>
        <p:spPr>
          <a:xfrm rot="5400000">
            <a:off x="4310003" y="4922581"/>
            <a:ext cx="158400" cy="72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4289057" y="50548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32</a:t>
            </a:r>
            <a:endParaRPr lang="zh-TW" altLang="en-US" sz="1400" dirty="0"/>
          </a:p>
        </p:txBody>
      </p:sp>
      <p:sp>
        <p:nvSpPr>
          <p:cNvPr id="85" name="立方體 84"/>
          <p:cNvSpPr/>
          <p:nvPr/>
        </p:nvSpPr>
        <p:spPr>
          <a:xfrm>
            <a:off x="4441585" y="5316014"/>
            <a:ext cx="483905" cy="484036"/>
          </a:xfrm>
          <a:prstGeom prst="cube">
            <a:avLst>
              <a:gd name="adj" fmla="val 3488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向右箭號 85"/>
          <p:cNvSpPr/>
          <p:nvPr/>
        </p:nvSpPr>
        <p:spPr>
          <a:xfrm>
            <a:off x="4351975" y="5619707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文字方塊 86"/>
          <p:cNvSpPr txBox="1"/>
          <p:nvPr/>
        </p:nvSpPr>
        <p:spPr>
          <a:xfrm>
            <a:off x="4621484" y="505441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64</a:t>
            </a:r>
            <a:endParaRPr lang="zh-TW" altLang="en-US" sz="1400" dirty="0"/>
          </a:p>
        </p:txBody>
      </p:sp>
      <p:sp>
        <p:nvSpPr>
          <p:cNvPr id="88" name="立方體 87"/>
          <p:cNvSpPr/>
          <p:nvPr/>
        </p:nvSpPr>
        <p:spPr>
          <a:xfrm>
            <a:off x="4865021" y="5316014"/>
            <a:ext cx="483905" cy="484036"/>
          </a:xfrm>
          <a:prstGeom prst="cube">
            <a:avLst>
              <a:gd name="adj" fmla="val 3488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向右箭號 88"/>
          <p:cNvSpPr/>
          <p:nvPr/>
        </p:nvSpPr>
        <p:spPr>
          <a:xfrm>
            <a:off x="4775412" y="5619707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文字方塊 89"/>
          <p:cNvSpPr txBox="1"/>
          <p:nvPr/>
        </p:nvSpPr>
        <p:spPr>
          <a:xfrm>
            <a:off x="5047056" y="505441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64</a:t>
            </a:r>
            <a:endParaRPr lang="zh-TW" altLang="en-US" sz="1400" dirty="0"/>
          </a:p>
        </p:txBody>
      </p:sp>
      <p:sp>
        <p:nvSpPr>
          <p:cNvPr id="91" name="立方體 90"/>
          <p:cNvSpPr/>
          <p:nvPr/>
        </p:nvSpPr>
        <p:spPr>
          <a:xfrm>
            <a:off x="4887572" y="6376123"/>
            <a:ext cx="408152" cy="385314"/>
          </a:xfrm>
          <a:prstGeom prst="cube">
            <a:avLst>
              <a:gd name="adj" fmla="val 2535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立方體 91"/>
          <p:cNvSpPr/>
          <p:nvPr/>
        </p:nvSpPr>
        <p:spPr>
          <a:xfrm>
            <a:off x="5292640" y="6373583"/>
            <a:ext cx="761574" cy="385314"/>
          </a:xfrm>
          <a:prstGeom prst="cube">
            <a:avLst>
              <a:gd name="adj" fmla="val 2535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向右箭號 92"/>
          <p:cNvSpPr/>
          <p:nvPr/>
        </p:nvSpPr>
        <p:spPr>
          <a:xfrm>
            <a:off x="5213292" y="6589478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立方體 93"/>
          <p:cNvSpPr/>
          <p:nvPr/>
        </p:nvSpPr>
        <p:spPr>
          <a:xfrm>
            <a:off x="6056329" y="6373583"/>
            <a:ext cx="761574" cy="385314"/>
          </a:xfrm>
          <a:prstGeom prst="cube">
            <a:avLst>
              <a:gd name="adj" fmla="val 2535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向右箭號 94"/>
          <p:cNvSpPr/>
          <p:nvPr/>
        </p:nvSpPr>
        <p:spPr>
          <a:xfrm>
            <a:off x="5976981" y="6589478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文字方塊 95"/>
          <p:cNvSpPr txBox="1"/>
          <p:nvPr/>
        </p:nvSpPr>
        <p:spPr>
          <a:xfrm>
            <a:off x="4959038" y="610985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64</a:t>
            </a:r>
            <a:endParaRPr lang="zh-TW" altLang="en-US" sz="14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5495001" y="6112305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128</a:t>
            </a:r>
            <a:endParaRPr lang="zh-TW" altLang="en-US" sz="1400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6259966" y="6113575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128</a:t>
            </a:r>
            <a:endParaRPr lang="zh-TW" altLang="en-US" sz="1400" dirty="0"/>
          </a:p>
        </p:txBody>
      </p:sp>
      <p:sp>
        <p:nvSpPr>
          <p:cNvPr id="99" name="向右箭號 98"/>
          <p:cNvSpPr/>
          <p:nvPr/>
        </p:nvSpPr>
        <p:spPr>
          <a:xfrm rot="5400000">
            <a:off x="5070610" y="6023977"/>
            <a:ext cx="158400" cy="72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向右箭號 99"/>
          <p:cNvSpPr/>
          <p:nvPr/>
        </p:nvSpPr>
        <p:spPr>
          <a:xfrm rot="16200000" flipV="1">
            <a:off x="3850791" y="2467754"/>
            <a:ext cx="158400" cy="720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立方體 100"/>
          <p:cNvSpPr/>
          <p:nvPr/>
        </p:nvSpPr>
        <p:spPr>
          <a:xfrm>
            <a:off x="3889078" y="1550979"/>
            <a:ext cx="330242" cy="718492"/>
          </a:xfrm>
          <a:prstGeom prst="cube">
            <a:avLst>
              <a:gd name="adj" fmla="val 7173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2" name="直線單箭頭接點 101"/>
          <p:cNvCxnSpPr/>
          <p:nvPr/>
        </p:nvCxnSpPr>
        <p:spPr>
          <a:xfrm flipV="1">
            <a:off x="3518724" y="1940641"/>
            <a:ext cx="259200" cy="4086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3" name="文字方塊 102"/>
          <p:cNvSpPr txBox="1"/>
          <p:nvPr/>
        </p:nvSpPr>
        <p:spPr>
          <a:xfrm>
            <a:off x="3961957" y="128671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sp>
        <p:nvSpPr>
          <p:cNvPr id="104" name="文字方塊 103"/>
          <p:cNvSpPr txBox="1"/>
          <p:nvPr/>
        </p:nvSpPr>
        <p:spPr>
          <a:xfrm>
            <a:off x="4051429" y="129260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105" name="立方體 104"/>
          <p:cNvSpPr/>
          <p:nvPr/>
        </p:nvSpPr>
        <p:spPr>
          <a:xfrm>
            <a:off x="4106414" y="1542818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立方體 105"/>
          <p:cNvSpPr/>
          <p:nvPr/>
        </p:nvSpPr>
        <p:spPr>
          <a:xfrm>
            <a:off x="4269641" y="1538125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向右箭號 106"/>
          <p:cNvSpPr/>
          <p:nvPr/>
        </p:nvSpPr>
        <p:spPr>
          <a:xfrm>
            <a:off x="4013210" y="2012418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文字方塊 107"/>
          <p:cNvSpPr txBox="1"/>
          <p:nvPr/>
        </p:nvSpPr>
        <p:spPr>
          <a:xfrm>
            <a:off x="4278867" y="129502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sp>
        <p:nvSpPr>
          <p:cNvPr id="109" name="向右箭號 108"/>
          <p:cNvSpPr/>
          <p:nvPr/>
        </p:nvSpPr>
        <p:spPr>
          <a:xfrm>
            <a:off x="4183110" y="2012418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文字方塊 109"/>
          <p:cNvSpPr txBox="1"/>
          <p:nvPr/>
        </p:nvSpPr>
        <p:spPr>
          <a:xfrm>
            <a:off x="4431047" y="129502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grpSp>
        <p:nvGrpSpPr>
          <p:cNvPr id="9" name="群組 8"/>
          <p:cNvGrpSpPr/>
          <p:nvPr/>
        </p:nvGrpSpPr>
        <p:grpSpPr>
          <a:xfrm>
            <a:off x="8696807" y="5457955"/>
            <a:ext cx="1835209" cy="1075510"/>
            <a:chOff x="8033467" y="5782490"/>
            <a:chExt cx="1835209" cy="1075510"/>
          </a:xfrm>
        </p:grpSpPr>
        <p:sp>
          <p:nvSpPr>
            <p:cNvPr id="111" name="矩形 110"/>
            <p:cNvSpPr/>
            <p:nvPr/>
          </p:nvSpPr>
          <p:spPr>
            <a:xfrm>
              <a:off x="8033467" y="5782490"/>
              <a:ext cx="1712208" cy="1075510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2" name="向右箭號 111"/>
            <p:cNvSpPr/>
            <p:nvPr/>
          </p:nvSpPr>
          <p:spPr>
            <a:xfrm>
              <a:off x="8305845" y="5894549"/>
              <a:ext cx="100800" cy="72000"/>
            </a:xfrm>
            <a:prstGeom prst="rightArrow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3" name="文字方塊 112"/>
            <p:cNvSpPr txBox="1"/>
            <p:nvPr/>
          </p:nvSpPr>
          <p:spPr>
            <a:xfrm>
              <a:off x="8537186" y="5796806"/>
              <a:ext cx="13314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3-D convolution</a:t>
              </a:r>
              <a:endParaRPr lang="zh-TW" altLang="en-US" sz="1200" dirty="0"/>
            </a:p>
          </p:txBody>
        </p:sp>
        <p:sp>
          <p:nvSpPr>
            <p:cNvPr id="114" name="向右箭號 113"/>
            <p:cNvSpPr/>
            <p:nvPr/>
          </p:nvSpPr>
          <p:spPr>
            <a:xfrm rot="5400000">
              <a:off x="8282574" y="6145525"/>
              <a:ext cx="158400" cy="72000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5" name="文字方塊 114"/>
            <p:cNvSpPr txBox="1"/>
            <p:nvPr/>
          </p:nvSpPr>
          <p:spPr>
            <a:xfrm>
              <a:off x="8537186" y="6062133"/>
              <a:ext cx="10183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d</a:t>
              </a:r>
              <a:r>
                <a:rPr lang="en-US" altLang="zh-TW" sz="1200" dirty="0" smtClean="0"/>
                <a:t>own-sample</a:t>
              </a:r>
              <a:endParaRPr lang="zh-TW" altLang="en-US" sz="1200" dirty="0"/>
            </a:p>
          </p:txBody>
        </p:sp>
        <p:sp>
          <p:nvSpPr>
            <p:cNvPr id="116" name="向右箭號 115"/>
            <p:cNvSpPr/>
            <p:nvPr/>
          </p:nvSpPr>
          <p:spPr>
            <a:xfrm rot="16200000" flipV="1">
              <a:off x="8282574" y="6427001"/>
              <a:ext cx="158400" cy="72000"/>
            </a:xfrm>
            <a:prstGeom prst="right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文字方塊 116"/>
            <p:cNvSpPr txBox="1"/>
            <p:nvPr/>
          </p:nvSpPr>
          <p:spPr>
            <a:xfrm>
              <a:off x="8537186" y="6304312"/>
              <a:ext cx="1021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up-sample</a:t>
              </a:r>
              <a:endParaRPr lang="zh-TW" altLang="en-US" sz="1200" dirty="0"/>
            </a:p>
          </p:txBody>
        </p:sp>
        <p:cxnSp>
          <p:nvCxnSpPr>
            <p:cNvPr id="118" name="直線單箭頭接點 117"/>
            <p:cNvCxnSpPr/>
            <p:nvPr/>
          </p:nvCxnSpPr>
          <p:spPr>
            <a:xfrm flipV="1">
              <a:off x="8264221" y="6730795"/>
              <a:ext cx="216000" cy="4086"/>
            </a:xfrm>
            <a:prstGeom prst="straightConnector1">
              <a:avLst/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9" name="文字方塊 118"/>
            <p:cNvSpPr txBox="1"/>
            <p:nvPr/>
          </p:nvSpPr>
          <p:spPr>
            <a:xfrm>
              <a:off x="8539873" y="6581001"/>
              <a:ext cx="11602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skip connection</a:t>
              </a:r>
              <a:endParaRPr lang="zh-TW" altLang="en-US" sz="1200" dirty="0"/>
            </a:p>
          </p:txBody>
        </p:sp>
      </p:grpSp>
      <p:cxnSp>
        <p:nvCxnSpPr>
          <p:cNvPr id="120" name="直線單箭頭接點 119"/>
          <p:cNvCxnSpPr/>
          <p:nvPr/>
        </p:nvCxnSpPr>
        <p:spPr>
          <a:xfrm flipV="1">
            <a:off x="4481127" y="1926874"/>
            <a:ext cx="288000" cy="4086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立方體 120"/>
          <p:cNvSpPr/>
          <p:nvPr/>
        </p:nvSpPr>
        <p:spPr>
          <a:xfrm>
            <a:off x="4816688" y="1530791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立方體 121"/>
          <p:cNvSpPr/>
          <p:nvPr/>
        </p:nvSpPr>
        <p:spPr>
          <a:xfrm>
            <a:off x="4885125" y="1533045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立方體 122"/>
          <p:cNvSpPr/>
          <p:nvPr/>
        </p:nvSpPr>
        <p:spPr>
          <a:xfrm>
            <a:off x="4959317" y="1541695"/>
            <a:ext cx="330242" cy="718492"/>
          </a:xfrm>
          <a:prstGeom prst="cube">
            <a:avLst>
              <a:gd name="adj" fmla="val 7173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文字方塊 123"/>
          <p:cNvSpPr txBox="1"/>
          <p:nvPr/>
        </p:nvSpPr>
        <p:spPr>
          <a:xfrm>
            <a:off x="5124609" y="128345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125" name="文字方塊 124"/>
          <p:cNvSpPr txBox="1"/>
          <p:nvPr/>
        </p:nvSpPr>
        <p:spPr>
          <a:xfrm>
            <a:off x="4960263" y="128260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cxnSp>
        <p:nvCxnSpPr>
          <p:cNvPr id="126" name="接點: 弧形 61"/>
          <p:cNvCxnSpPr/>
          <p:nvPr/>
        </p:nvCxnSpPr>
        <p:spPr>
          <a:xfrm rot="16200000" flipH="1">
            <a:off x="4386037" y="590495"/>
            <a:ext cx="23876" cy="1468800"/>
          </a:xfrm>
          <a:prstGeom prst="curvedConnector3">
            <a:avLst>
              <a:gd name="adj1" fmla="val -539012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7" name="立方體 126"/>
          <p:cNvSpPr/>
          <p:nvPr/>
        </p:nvSpPr>
        <p:spPr>
          <a:xfrm>
            <a:off x="5176949" y="1535584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立方體 127"/>
          <p:cNvSpPr/>
          <p:nvPr/>
        </p:nvSpPr>
        <p:spPr>
          <a:xfrm>
            <a:off x="5340176" y="1530892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向右箭號 128"/>
          <p:cNvSpPr/>
          <p:nvPr/>
        </p:nvSpPr>
        <p:spPr>
          <a:xfrm>
            <a:off x="5083745" y="2005185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文字方塊 129"/>
          <p:cNvSpPr txBox="1"/>
          <p:nvPr/>
        </p:nvSpPr>
        <p:spPr>
          <a:xfrm>
            <a:off x="5349402" y="127932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sp>
        <p:nvSpPr>
          <p:cNvPr id="131" name="向右箭號 130"/>
          <p:cNvSpPr/>
          <p:nvPr/>
        </p:nvSpPr>
        <p:spPr>
          <a:xfrm>
            <a:off x="5253646" y="2005185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文字方塊 131"/>
          <p:cNvSpPr txBox="1"/>
          <p:nvPr/>
        </p:nvSpPr>
        <p:spPr>
          <a:xfrm>
            <a:off x="5501582" y="127932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sp>
        <p:nvSpPr>
          <p:cNvPr id="133" name="立方體 132"/>
          <p:cNvSpPr/>
          <p:nvPr/>
        </p:nvSpPr>
        <p:spPr>
          <a:xfrm>
            <a:off x="6327230" y="1540866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立方體 133"/>
          <p:cNvSpPr/>
          <p:nvPr/>
        </p:nvSpPr>
        <p:spPr>
          <a:xfrm>
            <a:off x="6395668" y="1543120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立方體 134"/>
          <p:cNvSpPr/>
          <p:nvPr/>
        </p:nvSpPr>
        <p:spPr>
          <a:xfrm>
            <a:off x="6474940" y="1551770"/>
            <a:ext cx="330242" cy="718492"/>
          </a:xfrm>
          <a:prstGeom prst="cube">
            <a:avLst>
              <a:gd name="adj" fmla="val 7173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文字方塊 135"/>
          <p:cNvSpPr txBox="1"/>
          <p:nvPr/>
        </p:nvSpPr>
        <p:spPr>
          <a:xfrm>
            <a:off x="6635152" y="129353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137" name="立方體 136"/>
          <p:cNvSpPr/>
          <p:nvPr/>
        </p:nvSpPr>
        <p:spPr>
          <a:xfrm>
            <a:off x="6687492" y="1545659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立方體 137"/>
          <p:cNvSpPr/>
          <p:nvPr/>
        </p:nvSpPr>
        <p:spPr>
          <a:xfrm>
            <a:off x="6850719" y="1540966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向右箭號 138"/>
          <p:cNvSpPr/>
          <p:nvPr/>
        </p:nvSpPr>
        <p:spPr>
          <a:xfrm>
            <a:off x="6594288" y="2015260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文字方塊 139"/>
          <p:cNvSpPr txBox="1"/>
          <p:nvPr/>
        </p:nvSpPr>
        <p:spPr>
          <a:xfrm>
            <a:off x="6859945" y="128939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sp>
        <p:nvSpPr>
          <p:cNvPr id="141" name="向右箭號 140"/>
          <p:cNvSpPr/>
          <p:nvPr/>
        </p:nvSpPr>
        <p:spPr>
          <a:xfrm>
            <a:off x="6764188" y="2015260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2" name="文字方塊 141"/>
          <p:cNvSpPr txBox="1"/>
          <p:nvPr/>
        </p:nvSpPr>
        <p:spPr>
          <a:xfrm>
            <a:off x="7012125" y="128939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cxnSp>
        <p:nvCxnSpPr>
          <p:cNvPr id="143" name="直線單箭頭接點 142"/>
          <p:cNvCxnSpPr/>
          <p:nvPr/>
        </p:nvCxnSpPr>
        <p:spPr>
          <a:xfrm flipV="1">
            <a:off x="5533011" y="1926874"/>
            <a:ext cx="676800" cy="4086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4" name="接點: 弧形 61"/>
          <p:cNvCxnSpPr/>
          <p:nvPr/>
        </p:nvCxnSpPr>
        <p:spPr>
          <a:xfrm rot="16200000" flipH="1">
            <a:off x="5126371" y="-174883"/>
            <a:ext cx="23876" cy="2980800"/>
          </a:xfrm>
          <a:prstGeom prst="curvedConnector3">
            <a:avLst>
              <a:gd name="adj1" fmla="val -98582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5" name="文字方塊 144"/>
          <p:cNvSpPr txBox="1"/>
          <p:nvPr/>
        </p:nvSpPr>
        <p:spPr>
          <a:xfrm>
            <a:off x="6389624" y="1292951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cxnSp>
        <p:nvCxnSpPr>
          <p:cNvPr id="146" name="接點: 弧形 61"/>
          <p:cNvCxnSpPr/>
          <p:nvPr/>
        </p:nvCxnSpPr>
        <p:spPr>
          <a:xfrm rot="16200000" flipH="1">
            <a:off x="5578436" y="311392"/>
            <a:ext cx="23876" cy="2016000"/>
          </a:xfrm>
          <a:prstGeom prst="curvedConnector3">
            <a:avLst>
              <a:gd name="adj1" fmla="val -539012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7" name="立方體 146"/>
          <p:cNvSpPr/>
          <p:nvPr/>
        </p:nvSpPr>
        <p:spPr>
          <a:xfrm>
            <a:off x="8691941" y="1540978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8" name="立方體 147"/>
          <p:cNvSpPr/>
          <p:nvPr/>
        </p:nvSpPr>
        <p:spPr>
          <a:xfrm>
            <a:off x="8768136" y="1539975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9" name="立方體 148"/>
          <p:cNvSpPr/>
          <p:nvPr/>
        </p:nvSpPr>
        <p:spPr>
          <a:xfrm>
            <a:off x="8841653" y="1542229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0" name="立方體 149"/>
          <p:cNvSpPr/>
          <p:nvPr/>
        </p:nvSpPr>
        <p:spPr>
          <a:xfrm>
            <a:off x="8920926" y="1550879"/>
            <a:ext cx="330242" cy="718492"/>
          </a:xfrm>
          <a:prstGeom prst="cube">
            <a:avLst>
              <a:gd name="adj" fmla="val 7173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1" name="文字方塊 150"/>
          <p:cNvSpPr txBox="1"/>
          <p:nvPr/>
        </p:nvSpPr>
        <p:spPr>
          <a:xfrm>
            <a:off x="9055736" y="128417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152" name="立方體 151"/>
          <p:cNvSpPr/>
          <p:nvPr/>
        </p:nvSpPr>
        <p:spPr>
          <a:xfrm>
            <a:off x="9133478" y="1544768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3" name="立方體 152"/>
          <p:cNvSpPr/>
          <p:nvPr/>
        </p:nvSpPr>
        <p:spPr>
          <a:xfrm>
            <a:off x="9296705" y="1540076"/>
            <a:ext cx="290286" cy="729682"/>
          </a:xfrm>
          <a:prstGeom prst="cube">
            <a:avLst>
              <a:gd name="adj" fmla="val 8456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4" name="向右箭號 153"/>
          <p:cNvSpPr/>
          <p:nvPr/>
        </p:nvSpPr>
        <p:spPr>
          <a:xfrm>
            <a:off x="9040274" y="2014369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5" name="文字方塊 154"/>
          <p:cNvSpPr txBox="1"/>
          <p:nvPr/>
        </p:nvSpPr>
        <p:spPr>
          <a:xfrm>
            <a:off x="9305931" y="1280039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sp>
        <p:nvSpPr>
          <p:cNvPr id="156" name="向右箭號 155"/>
          <p:cNvSpPr/>
          <p:nvPr/>
        </p:nvSpPr>
        <p:spPr>
          <a:xfrm>
            <a:off x="9210174" y="2014369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7" name="文字方塊 156"/>
          <p:cNvSpPr txBox="1"/>
          <p:nvPr/>
        </p:nvSpPr>
        <p:spPr>
          <a:xfrm>
            <a:off x="9458111" y="1280039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cxnSp>
        <p:nvCxnSpPr>
          <p:cNvPr id="158" name="直線單箭頭接點 157"/>
          <p:cNvCxnSpPr/>
          <p:nvPr/>
        </p:nvCxnSpPr>
        <p:spPr>
          <a:xfrm flipV="1">
            <a:off x="7021718" y="1926874"/>
            <a:ext cx="1555200" cy="4086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9" name="文字方塊 158"/>
          <p:cNvSpPr txBox="1"/>
          <p:nvPr/>
        </p:nvSpPr>
        <p:spPr>
          <a:xfrm>
            <a:off x="8748160" y="1292394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8</a:t>
            </a:r>
            <a:endParaRPr lang="zh-TW" altLang="en-US" sz="1400" dirty="0"/>
          </a:p>
        </p:txBody>
      </p:sp>
      <p:cxnSp>
        <p:nvCxnSpPr>
          <p:cNvPr id="160" name="接點: 弧形 61"/>
          <p:cNvCxnSpPr/>
          <p:nvPr/>
        </p:nvCxnSpPr>
        <p:spPr>
          <a:xfrm rot="16200000" flipH="1">
            <a:off x="6335730" y="-1390617"/>
            <a:ext cx="23876" cy="5371200"/>
          </a:xfrm>
          <a:prstGeom prst="curvedConnector3">
            <a:avLst>
              <a:gd name="adj1" fmla="val -1453905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接點: 弧形 61"/>
          <p:cNvCxnSpPr/>
          <p:nvPr/>
        </p:nvCxnSpPr>
        <p:spPr>
          <a:xfrm rot="16200000" flipH="1">
            <a:off x="7306259" y="-338900"/>
            <a:ext cx="28800" cy="3312000"/>
          </a:xfrm>
          <a:prstGeom prst="curvedConnector3">
            <a:avLst>
              <a:gd name="adj1" fmla="val -539012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2" name="接點: 弧形 61"/>
          <p:cNvCxnSpPr/>
          <p:nvPr/>
        </p:nvCxnSpPr>
        <p:spPr>
          <a:xfrm rot="16200000" flipH="1">
            <a:off x="6778114" y="-907156"/>
            <a:ext cx="23876" cy="4435200"/>
          </a:xfrm>
          <a:prstGeom prst="curvedConnector3">
            <a:avLst>
              <a:gd name="adj1" fmla="val -98582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63" name="群組 162"/>
          <p:cNvGrpSpPr/>
          <p:nvPr/>
        </p:nvGrpSpPr>
        <p:grpSpPr>
          <a:xfrm>
            <a:off x="9466211" y="1710702"/>
            <a:ext cx="576000" cy="576000"/>
            <a:chOff x="6880948" y="2132233"/>
            <a:chExt cx="900000" cy="900000"/>
          </a:xfrm>
        </p:grpSpPr>
        <p:sp>
          <p:nvSpPr>
            <p:cNvPr id="239" name="立方體 238"/>
            <p:cNvSpPr/>
            <p:nvPr/>
          </p:nvSpPr>
          <p:spPr>
            <a:xfrm>
              <a:off x="6880948" y="2132233"/>
              <a:ext cx="900000" cy="900000"/>
            </a:xfrm>
            <a:prstGeom prst="cube">
              <a:avLst>
                <a:gd name="adj" fmla="val 11646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240" name="圖片 23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7446" y="2243833"/>
              <a:ext cx="788400" cy="788400"/>
            </a:xfrm>
            <a:prstGeom prst="rect">
              <a:avLst/>
            </a:prstGeom>
          </p:spPr>
        </p:pic>
      </p:grpSp>
      <p:sp>
        <p:nvSpPr>
          <p:cNvPr id="164" name="立方體 163"/>
          <p:cNvSpPr/>
          <p:nvPr/>
        </p:nvSpPr>
        <p:spPr>
          <a:xfrm>
            <a:off x="4167259" y="2882605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5" name="直線單箭頭接點 164"/>
          <p:cNvCxnSpPr/>
          <p:nvPr/>
        </p:nvCxnSpPr>
        <p:spPr>
          <a:xfrm flipV="1">
            <a:off x="3879140" y="3227093"/>
            <a:ext cx="259200" cy="4086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6" name="立方體 165"/>
          <p:cNvSpPr/>
          <p:nvPr/>
        </p:nvSpPr>
        <p:spPr>
          <a:xfrm>
            <a:off x="4285841" y="2879688"/>
            <a:ext cx="373405" cy="657809"/>
          </a:xfrm>
          <a:prstGeom prst="cube">
            <a:avLst>
              <a:gd name="adj" fmla="val 5578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向右箭號 166"/>
          <p:cNvSpPr/>
          <p:nvPr/>
        </p:nvSpPr>
        <p:spPr>
          <a:xfrm rot="16200000" flipV="1">
            <a:off x="4314482" y="3748348"/>
            <a:ext cx="158400" cy="720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8" name="立方體 167"/>
          <p:cNvSpPr/>
          <p:nvPr/>
        </p:nvSpPr>
        <p:spPr>
          <a:xfrm>
            <a:off x="4567303" y="2885479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9" name="立方體 168"/>
          <p:cNvSpPr/>
          <p:nvPr/>
        </p:nvSpPr>
        <p:spPr>
          <a:xfrm>
            <a:off x="4753361" y="2882605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0" name="向右箭號 169"/>
          <p:cNvSpPr/>
          <p:nvPr/>
        </p:nvSpPr>
        <p:spPr>
          <a:xfrm>
            <a:off x="4472258" y="3281603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1" name="向右箭號 170"/>
          <p:cNvSpPr/>
          <p:nvPr/>
        </p:nvSpPr>
        <p:spPr>
          <a:xfrm>
            <a:off x="4668012" y="3281603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2" name="文字方塊 171"/>
          <p:cNvSpPr txBox="1"/>
          <p:nvPr/>
        </p:nvSpPr>
        <p:spPr>
          <a:xfrm>
            <a:off x="4263239" y="263089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173" name="文字方塊 172"/>
          <p:cNvSpPr txBox="1"/>
          <p:nvPr/>
        </p:nvSpPr>
        <p:spPr>
          <a:xfrm>
            <a:off x="4461243" y="263240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32</a:t>
            </a:r>
            <a:endParaRPr lang="zh-TW" altLang="en-US" sz="1400" dirty="0"/>
          </a:p>
        </p:txBody>
      </p:sp>
      <p:sp>
        <p:nvSpPr>
          <p:cNvPr id="174" name="文字方塊 173"/>
          <p:cNvSpPr txBox="1"/>
          <p:nvPr/>
        </p:nvSpPr>
        <p:spPr>
          <a:xfrm>
            <a:off x="4860002" y="263360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175" name="文字方塊 174"/>
          <p:cNvSpPr txBox="1"/>
          <p:nvPr/>
        </p:nvSpPr>
        <p:spPr>
          <a:xfrm>
            <a:off x="4659346" y="263275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176" name="立方體 175"/>
          <p:cNvSpPr/>
          <p:nvPr/>
        </p:nvSpPr>
        <p:spPr>
          <a:xfrm>
            <a:off x="5705395" y="2882605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7" name="立方體 176"/>
          <p:cNvSpPr/>
          <p:nvPr/>
        </p:nvSpPr>
        <p:spPr>
          <a:xfrm>
            <a:off x="5823977" y="2879688"/>
            <a:ext cx="373405" cy="657809"/>
          </a:xfrm>
          <a:prstGeom prst="cube">
            <a:avLst>
              <a:gd name="adj" fmla="val 5578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8" name="立方體 177"/>
          <p:cNvSpPr/>
          <p:nvPr/>
        </p:nvSpPr>
        <p:spPr>
          <a:xfrm>
            <a:off x="6105439" y="2885479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9" name="立方體 178"/>
          <p:cNvSpPr/>
          <p:nvPr/>
        </p:nvSpPr>
        <p:spPr>
          <a:xfrm>
            <a:off x="6291497" y="2882605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0" name="向右箭號 179"/>
          <p:cNvSpPr/>
          <p:nvPr/>
        </p:nvSpPr>
        <p:spPr>
          <a:xfrm>
            <a:off x="6010394" y="3281603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1" name="向右箭號 180"/>
          <p:cNvSpPr/>
          <p:nvPr/>
        </p:nvSpPr>
        <p:spPr>
          <a:xfrm>
            <a:off x="6206148" y="3281603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2" name="文字方塊 181"/>
          <p:cNvSpPr txBox="1"/>
          <p:nvPr/>
        </p:nvSpPr>
        <p:spPr>
          <a:xfrm>
            <a:off x="5965511" y="263240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32</a:t>
            </a:r>
            <a:endParaRPr lang="zh-TW" altLang="en-US" sz="1400" dirty="0"/>
          </a:p>
        </p:txBody>
      </p:sp>
      <p:sp>
        <p:nvSpPr>
          <p:cNvPr id="183" name="文字方塊 182"/>
          <p:cNvSpPr txBox="1"/>
          <p:nvPr/>
        </p:nvSpPr>
        <p:spPr>
          <a:xfrm>
            <a:off x="6398138" y="263360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184" name="文字方塊 183"/>
          <p:cNvSpPr txBox="1"/>
          <p:nvPr/>
        </p:nvSpPr>
        <p:spPr>
          <a:xfrm>
            <a:off x="6197482" y="263275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cxnSp>
        <p:nvCxnSpPr>
          <p:cNvPr id="185" name="直線單箭頭接點 184"/>
          <p:cNvCxnSpPr/>
          <p:nvPr/>
        </p:nvCxnSpPr>
        <p:spPr>
          <a:xfrm flipV="1">
            <a:off x="4970784" y="3227093"/>
            <a:ext cx="561600" cy="4086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6" name="向右箭號 185"/>
          <p:cNvSpPr/>
          <p:nvPr/>
        </p:nvSpPr>
        <p:spPr>
          <a:xfrm rot="16200000" flipV="1">
            <a:off x="4928447" y="2467754"/>
            <a:ext cx="158400" cy="720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7" name="向右箭號 186"/>
          <p:cNvSpPr/>
          <p:nvPr/>
        </p:nvSpPr>
        <p:spPr>
          <a:xfrm rot="16200000" flipV="1">
            <a:off x="6466583" y="2472246"/>
            <a:ext cx="158400" cy="720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8" name="直線單箭頭接點 187"/>
          <p:cNvCxnSpPr/>
          <p:nvPr/>
        </p:nvCxnSpPr>
        <p:spPr>
          <a:xfrm flipV="1">
            <a:off x="6504910" y="3221331"/>
            <a:ext cx="1382400" cy="4086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9" name="立方體 188"/>
          <p:cNvSpPr/>
          <p:nvPr/>
        </p:nvSpPr>
        <p:spPr>
          <a:xfrm>
            <a:off x="8049904" y="2868316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0" name="立方體 189"/>
          <p:cNvSpPr/>
          <p:nvPr/>
        </p:nvSpPr>
        <p:spPr>
          <a:xfrm>
            <a:off x="8162874" y="2867905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1" name="立方體 190"/>
          <p:cNvSpPr/>
          <p:nvPr/>
        </p:nvSpPr>
        <p:spPr>
          <a:xfrm>
            <a:off x="8281456" y="2864988"/>
            <a:ext cx="373405" cy="657809"/>
          </a:xfrm>
          <a:prstGeom prst="cube">
            <a:avLst>
              <a:gd name="adj" fmla="val 5578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2" name="立方體 191"/>
          <p:cNvSpPr/>
          <p:nvPr/>
        </p:nvSpPr>
        <p:spPr>
          <a:xfrm>
            <a:off x="8562918" y="2870779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3" name="立方體 192"/>
          <p:cNvSpPr/>
          <p:nvPr/>
        </p:nvSpPr>
        <p:spPr>
          <a:xfrm>
            <a:off x="8748976" y="2867905"/>
            <a:ext cx="290286" cy="657345"/>
          </a:xfrm>
          <a:prstGeom prst="cube">
            <a:avLst>
              <a:gd name="adj" fmla="val 7173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4" name="向右箭號 193"/>
          <p:cNvSpPr/>
          <p:nvPr/>
        </p:nvSpPr>
        <p:spPr>
          <a:xfrm>
            <a:off x="8467873" y="3266903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5" name="向右箭號 194"/>
          <p:cNvSpPr/>
          <p:nvPr/>
        </p:nvSpPr>
        <p:spPr>
          <a:xfrm>
            <a:off x="8663627" y="3266903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6" name="文字方塊 195"/>
          <p:cNvSpPr txBox="1"/>
          <p:nvPr/>
        </p:nvSpPr>
        <p:spPr>
          <a:xfrm>
            <a:off x="8422990" y="261770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32</a:t>
            </a:r>
            <a:endParaRPr lang="zh-TW" altLang="en-US" sz="1400" dirty="0"/>
          </a:p>
        </p:txBody>
      </p:sp>
      <p:sp>
        <p:nvSpPr>
          <p:cNvPr id="197" name="文字方塊 196"/>
          <p:cNvSpPr txBox="1"/>
          <p:nvPr/>
        </p:nvSpPr>
        <p:spPr>
          <a:xfrm>
            <a:off x="8855617" y="261890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198" name="文字方塊 197"/>
          <p:cNvSpPr txBox="1"/>
          <p:nvPr/>
        </p:nvSpPr>
        <p:spPr>
          <a:xfrm>
            <a:off x="8654961" y="261805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199" name="向右箭號 198"/>
          <p:cNvSpPr/>
          <p:nvPr/>
        </p:nvSpPr>
        <p:spPr>
          <a:xfrm rot="16200000" flipV="1">
            <a:off x="8912170" y="2473895"/>
            <a:ext cx="158400" cy="720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0" name="接點: 弧形 61"/>
          <p:cNvCxnSpPr/>
          <p:nvPr/>
        </p:nvCxnSpPr>
        <p:spPr>
          <a:xfrm rot="16200000" flipH="1">
            <a:off x="4928260" y="1637815"/>
            <a:ext cx="23876" cy="1944000"/>
          </a:xfrm>
          <a:prstGeom prst="curvedConnector3">
            <a:avLst>
              <a:gd name="adj1" fmla="val -539012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1" name="立方體 200"/>
          <p:cNvSpPr/>
          <p:nvPr/>
        </p:nvSpPr>
        <p:spPr>
          <a:xfrm>
            <a:off x="4706039" y="4100672"/>
            <a:ext cx="381317" cy="601837"/>
          </a:xfrm>
          <a:prstGeom prst="cube">
            <a:avLst>
              <a:gd name="adj" fmla="val 5663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2" name="立方體 201"/>
          <p:cNvSpPr/>
          <p:nvPr/>
        </p:nvSpPr>
        <p:spPr>
          <a:xfrm>
            <a:off x="4906175" y="4100672"/>
            <a:ext cx="539209" cy="603079"/>
          </a:xfrm>
          <a:prstGeom prst="cube">
            <a:avLst>
              <a:gd name="adj" fmla="val 4019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3" name="立方體 202"/>
          <p:cNvSpPr/>
          <p:nvPr/>
        </p:nvSpPr>
        <p:spPr>
          <a:xfrm>
            <a:off x="5341589" y="4100672"/>
            <a:ext cx="381317" cy="601837"/>
          </a:xfrm>
          <a:prstGeom prst="cube">
            <a:avLst>
              <a:gd name="adj" fmla="val 5663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4" name="立方體 203"/>
          <p:cNvSpPr/>
          <p:nvPr/>
        </p:nvSpPr>
        <p:spPr>
          <a:xfrm>
            <a:off x="5624089" y="4100672"/>
            <a:ext cx="381317" cy="601837"/>
          </a:xfrm>
          <a:prstGeom prst="cube">
            <a:avLst>
              <a:gd name="adj" fmla="val 5663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5" name="向右箭號 204"/>
          <p:cNvSpPr/>
          <p:nvPr/>
        </p:nvSpPr>
        <p:spPr>
          <a:xfrm>
            <a:off x="5248871" y="4500669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6" name="向右箭號 205"/>
          <p:cNvSpPr/>
          <p:nvPr/>
        </p:nvSpPr>
        <p:spPr>
          <a:xfrm>
            <a:off x="5539684" y="4500669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7" name="文字方塊 206"/>
          <p:cNvSpPr txBox="1"/>
          <p:nvPr/>
        </p:nvSpPr>
        <p:spPr>
          <a:xfrm>
            <a:off x="4844954" y="385302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32</a:t>
            </a:r>
            <a:endParaRPr lang="zh-TW" altLang="en-US" sz="1400" dirty="0"/>
          </a:p>
        </p:txBody>
      </p:sp>
      <p:sp>
        <p:nvSpPr>
          <p:cNvPr id="208" name="文字方塊 207"/>
          <p:cNvSpPr txBox="1"/>
          <p:nvPr/>
        </p:nvSpPr>
        <p:spPr>
          <a:xfrm>
            <a:off x="5494789" y="384998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32</a:t>
            </a:r>
            <a:endParaRPr lang="zh-TW" altLang="en-US" sz="1400" dirty="0"/>
          </a:p>
        </p:txBody>
      </p:sp>
      <p:sp>
        <p:nvSpPr>
          <p:cNvPr id="209" name="文字方塊 208"/>
          <p:cNvSpPr txBox="1"/>
          <p:nvPr/>
        </p:nvSpPr>
        <p:spPr>
          <a:xfrm>
            <a:off x="5783925" y="384998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32</a:t>
            </a:r>
            <a:endParaRPr lang="zh-TW" altLang="en-US" sz="1400" dirty="0"/>
          </a:p>
        </p:txBody>
      </p:sp>
      <p:sp>
        <p:nvSpPr>
          <p:cNvPr id="210" name="文字方塊 209"/>
          <p:cNvSpPr txBox="1"/>
          <p:nvPr/>
        </p:nvSpPr>
        <p:spPr>
          <a:xfrm>
            <a:off x="5129764" y="385261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64</a:t>
            </a:r>
            <a:endParaRPr lang="zh-TW" altLang="en-US" sz="1400" dirty="0"/>
          </a:p>
        </p:txBody>
      </p:sp>
      <p:cxnSp>
        <p:nvCxnSpPr>
          <p:cNvPr id="211" name="直線單箭頭接點 210"/>
          <p:cNvCxnSpPr/>
          <p:nvPr/>
        </p:nvCxnSpPr>
        <p:spPr>
          <a:xfrm flipV="1">
            <a:off x="4387096" y="4436596"/>
            <a:ext cx="288000" cy="4086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2" name="向右箭號 211"/>
          <p:cNvSpPr/>
          <p:nvPr/>
        </p:nvSpPr>
        <p:spPr>
          <a:xfrm rot="16200000" flipV="1">
            <a:off x="5885547" y="3748348"/>
            <a:ext cx="158400" cy="720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3" name="立方體 212"/>
          <p:cNvSpPr/>
          <p:nvPr/>
        </p:nvSpPr>
        <p:spPr>
          <a:xfrm>
            <a:off x="7127822" y="4102858"/>
            <a:ext cx="381317" cy="601837"/>
          </a:xfrm>
          <a:prstGeom prst="cube">
            <a:avLst>
              <a:gd name="adj" fmla="val 5663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4" name="立方體 213"/>
          <p:cNvSpPr/>
          <p:nvPr/>
        </p:nvSpPr>
        <p:spPr>
          <a:xfrm>
            <a:off x="7327958" y="4102858"/>
            <a:ext cx="539209" cy="603079"/>
          </a:xfrm>
          <a:prstGeom prst="cube">
            <a:avLst>
              <a:gd name="adj" fmla="val 4019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5" name="立方體 214"/>
          <p:cNvSpPr/>
          <p:nvPr/>
        </p:nvSpPr>
        <p:spPr>
          <a:xfrm>
            <a:off x="7763372" y="4102858"/>
            <a:ext cx="381317" cy="601837"/>
          </a:xfrm>
          <a:prstGeom prst="cube">
            <a:avLst>
              <a:gd name="adj" fmla="val 5663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6" name="立方體 215"/>
          <p:cNvSpPr/>
          <p:nvPr/>
        </p:nvSpPr>
        <p:spPr>
          <a:xfrm>
            <a:off x="8045872" y="4102858"/>
            <a:ext cx="381317" cy="601837"/>
          </a:xfrm>
          <a:prstGeom prst="cube">
            <a:avLst>
              <a:gd name="adj" fmla="val 56634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7" name="向右箭號 216"/>
          <p:cNvSpPr/>
          <p:nvPr/>
        </p:nvSpPr>
        <p:spPr>
          <a:xfrm>
            <a:off x="7670654" y="4502854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8" name="向右箭號 217"/>
          <p:cNvSpPr/>
          <p:nvPr/>
        </p:nvSpPr>
        <p:spPr>
          <a:xfrm>
            <a:off x="7961467" y="4502854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9" name="文字方塊 218"/>
          <p:cNvSpPr txBox="1"/>
          <p:nvPr/>
        </p:nvSpPr>
        <p:spPr>
          <a:xfrm>
            <a:off x="7916572" y="385216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32</a:t>
            </a:r>
            <a:endParaRPr lang="zh-TW" altLang="en-US" sz="1400" dirty="0"/>
          </a:p>
        </p:txBody>
      </p:sp>
      <p:sp>
        <p:nvSpPr>
          <p:cNvPr id="220" name="文字方塊 219"/>
          <p:cNvSpPr txBox="1"/>
          <p:nvPr/>
        </p:nvSpPr>
        <p:spPr>
          <a:xfrm>
            <a:off x="8205709" y="385216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32</a:t>
            </a:r>
            <a:endParaRPr lang="zh-TW" altLang="en-US" sz="1400" dirty="0"/>
          </a:p>
        </p:txBody>
      </p:sp>
      <p:sp>
        <p:nvSpPr>
          <p:cNvPr id="221" name="文字方塊 220"/>
          <p:cNvSpPr txBox="1"/>
          <p:nvPr/>
        </p:nvSpPr>
        <p:spPr>
          <a:xfrm>
            <a:off x="7551547" y="385480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64</a:t>
            </a:r>
            <a:endParaRPr lang="zh-TW" altLang="en-US" sz="1400" dirty="0"/>
          </a:p>
        </p:txBody>
      </p:sp>
      <p:cxnSp>
        <p:nvCxnSpPr>
          <p:cNvPr id="222" name="直線單箭頭接點 221"/>
          <p:cNvCxnSpPr/>
          <p:nvPr/>
        </p:nvCxnSpPr>
        <p:spPr>
          <a:xfrm flipV="1">
            <a:off x="5923510" y="4411558"/>
            <a:ext cx="964800" cy="4086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3" name="立方體 222"/>
          <p:cNvSpPr/>
          <p:nvPr/>
        </p:nvSpPr>
        <p:spPr>
          <a:xfrm>
            <a:off x="5698511" y="5315781"/>
            <a:ext cx="483905" cy="484036"/>
          </a:xfrm>
          <a:prstGeom prst="cube">
            <a:avLst>
              <a:gd name="adj" fmla="val 3488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4" name="立方體 223"/>
          <p:cNvSpPr/>
          <p:nvPr/>
        </p:nvSpPr>
        <p:spPr>
          <a:xfrm>
            <a:off x="6063507" y="5320122"/>
            <a:ext cx="827130" cy="474614"/>
          </a:xfrm>
          <a:prstGeom prst="cube">
            <a:avLst>
              <a:gd name="adj" fmla="val 3498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5" name="文字方塊 224"/>
          <p:cNvSpPr txBox="1"/>
          <p:nvPr/>
        </p:nvSpPr>
        <p:spPr>
          <a:xfrm>
            <a:off x="6364077" y="505453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128</a:t>
            </a:r>
            <a:endParaRPr lang="zh-TW" altLang="en-US" sz="1400" dirty="0"/>
          </a:p>
        </p:txBody>
      </p:sp>
      <p:sp>
        <p:nvSpPr>
          <p:cNvPr id="226" name="文字方塊 225"/>
          <p:cNvSpPr txBox="1"/>
          <p:nvPr/>
        </p:nvSpPr>
        <p:spPr>
          <a:xfrm>
            <a:off x="5885597" y="504541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64</a:t>
            </a:r>
            <a:endParaRPr lang="zh-TW" altLang="en-US" sz="1400" dirty="0"/>
          </a:p>
        </p:txBody>
      </p:sp>
      <p:cxnSp>
        <p:nvCxnSpPr>
          <p:cNvPr id="227" name="直線單箭頭接點 226"/>
          <p:cNvCxnSpPr/>
          <p:nvPr/>
        </p:nvCxnSpPr>
        <p:spPr>
          <a:xfrm flipV="1">
            <a:off x="5292704" y="5570617"/>
            <a:ext cx="374400" cy="4086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8" name="立方體 227"/>
          <p:cNvSpPr/>
          <p:nvPr/>
        </p:nvSpPr>
        <p:spPr>
          <a:xfrm>
            <a:off x="6838518" y="5310946"/>
            <a:ext cx="483905" cy="484036"/>
          </a:xfrm>
          <a:prstGeom prst="cube">
            <a:avLst>
              <a:gd name="adj" fmla="val 3488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9" name="向右箭號 228"/>
          <p:cNvSpPr/>
          <p:nvPr/>
        </p:nvSpPr>
        <p:spPr>
          <a:xfrm>
            <a:off x="6748909" y="5614639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0" name="文字方塊 229"/>
          <p:cNvSpPr txBox="1"/>
          <p:nvPr/>
        </p:nvSpPr>
        <p:spPr>
          <a:xfrm>
            <a:off x="7018417" y="504934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64</a:t>
            </a:r>
            <a:endParaRPr lang="zh-TW" altLang="en-US" sz="1400" dirty="0"/>
          </a:p>
        </p:txBody>
      </p:sp>
      <p:sp>
        <p:nvSpPr>
          <p:cNvPr id="231" name="立方體 230"/>
          <p:cNvSpPr/>
          <p:nvPr/>
        </p:nvSpPr>
        <p:spPr>
          <a:xfrm>
            <a:off x="7261955" y="5310946"/>
            <a:ext cx="483905" cy="484036"/>
          </a:xfrm>
          <a:prstGeom prst="cube">
            <a:avLst>
              <a:gd name="adj" fmla="val 3488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2" name="向右箭號 231"/>
          <p:cNvSpPr/>
          <p:nvPr/>
        </p:nvSpPr>
        <p:spPr>
          <a:xfrm>
            <a:off x="7172345" y="5614639"/>
            <a:ext cx="72000" cy="4064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3" name="文字方塊 232"/>
          <p:cNvSpPr txBox="1"/>
          <p:nvPr/>
        </p:nvSpPr>
        <p:spPr>
          <a:xfrm>
            <a:off x="7443989" y="504934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64</a:t>
            </a:r>
            <a:endParaRPr lang="zh-TW" altLang="en-US" sz="1400" dirty="0"/>
          </a:p>
        </p:txBody>
      </p:sp>
      <p:sp>
        <p:nvSpPr>
          <p:cNvPr id="234" name="向右箭號 233"/>
          <p:cNvSpPr/>
          <p:nvPr/>
        </p:nvSpPr>
        <p:spPr>
          <a:xfrm rot="16200000" flipV="1">
            <a:off x="6410399" y="6025835"/>
            <a:ext cx="158400" cy="720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5" name="向右箭號 234"/>
          <p:cNvSpPr/>
          <p:nvPr/>
        </p:nvSpPr>
        <p:spPr>
          <a:xfrm rot="16200000" flipV="1">
            <a:off x="5071029" y="4922581"/>
            <a:ext cx="158400" cy="720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6" name="向右箭號 235"/>
          <p:cNvSpPr/>
          <p:nvPr/>
        </p:nvSpPr>
        <p:spPr>
          <a:xfrm rot="16200000" flipV="1">
            <a:off x="7508732" y="4922581"/>
            <a:ext cx="158400" cy="720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7" name="向右箭號 236"/>
          <p:cNvSpPr/>
          <p:nvPr/>
        </p:nvSpPr>
        <p:spPr>
          <a:xfrm rot="16200000" flipV="1">
            <a:off x="8324726" y="3747220"/>
            <a:ext cx="158400" cy="7200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8" name="接點: 弧形 61"/>
          <p:cNvCxnSpPr/>
          <p:nvPr/>
        </p:nvCxnSpPr>
        <p:spPr>
          <a:xfrm rot="16200000" flipH="1">
            <a:off x="5813631" y="2340132"/>
            <a:ext cx="23876" cy="2923200"/>
          </a:xfrm>
          <a:prstGeom prst="curvedConnector3">
            <a:avLst>
              <a:gd name="adj1" fmla="val -539012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81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7377" y="226681"/>
            <a:ext cx="7376254" cy="1052183"/>
          </a:xfrm>
        </p:spPr>
        <p:txBody>
          <a:bodyPr>
            <a:normAutofit/>
          </a:bodyPr>
          <a:lstStyle/>
          <a:p>
            <a:r>
              <a:rPr lang="en-US" altLang="zh-TW" dirty="0"/>
              <a:t>Methods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 smtClean="0"/>
              <a:t>Tumor Segmentation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6" y="1278864"/>
            <a:ext cx="5322358" cy="5077485"/>
          </a:xfrm>
        </p:spPr>
        <p:txBody>
          <a:bodyPr>
            <a:normAutofit/>
          </a:bodyPr>
          <a:lstStyle/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 smtClean="0"/>
              <a:t>Image Segmentation </a:t>
            </a:r>
            <a:r>
              <a:rPr lang="en-US" altLang="zh-TW" sz="3200" dirty="0"/>
              <a:t>M</a:t>
            </a:r>
            <a:r>
              <a:rPr lang="en-US" altLang="zh-TW" sz="3200" dirty="0" smtClean="0"/>
              <a:t>odel</a:t>
            </a:r>
            <a:endParaRPr lang="en-US" altLang="zh-TW" sz="3200" dirty="0"/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Generate tumor masks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Acquire tumor shape information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3-D </a:t>
            </a:r>
            <a:r>
              <a:rPr lang="en-US" altLang="zh-TW" dirty="0"/>
              <a:t>U-Net</a:t>
            </a:r>
            <a:r>
              <a:rPr lang="en-US" altLang="zh-TW" dirty="0" smtClean="0"/>
              <a:t>++</a:t>
            </a:r>
          </a:p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 smtClean="0"/>
              <a:t>Post-processing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Fill </a:t>
            </a:r>
            <a:r>
              <a:rPr lang="en-US" altLang="zh-TW" dirty="0"/>
              <a:t>the </a:t>
            </a:r>
            <a:r>
              <a:rPr lang="en-US" altLang="zh-TW" dirty="0" smtClean="0"/>
              <a:t>hole</a:t>
            </a:r>
            <a:endParaRPr lang="en-US" altLang="zh-TW" dirty="0"/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Remove </a:t>
            </a:r>
            <a:r>
              <a:rPr lang="en-US" altLang="zh-TW" dirty="0"/>
              <a:t>the </a:t>
            </a:r>
            <a:r>
              <a:rPr lang="en-US" altLang="zh-TW" dirty="0" smtClean="0"/>
              <a:t>noise</a:t>
            </a:r>
            <a:endParaRPr lang="en-US" altLang="zh-TW" dirty="0"/>
          </a:p>
          <a:p>
            <a:pPr indent="0">
              <a:lnSpc>
                <a:spcPct val="150000"/>
              </a:lnSpc>
              <a:spcBef>
                <a:spcPts val="0"/>
              </a:spcBef>
            </a:pPr>
            <a:endParaRPr lang="en-US" altLang="zh-TW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pic>
        <p:nvPicPr>
          <p:cNvPr id="21" name="圖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6813" y="226681"/>
            <a:ext cx="1260000" cy="1260000"/>
          </a:xfrm>
          <a:prstGeom prst="rect">
            <a:avLst/>
          </a:prstGeom>
          <a:noFill/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3177" y="2009527"/>
            <a:ext cx="1260000" cy="12600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3177" y="3792373"/>
            <a:ext cx="1260000" cy="1260000"/>
          </a:xfrm>
          <a:prstGeom prst="rect">
            <a:avLst/>
          </a:prstGeom>
          <a:noFill/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11599" y="226681"/>
            <a:ext cx="1260000" cy="1260000"/>
          </a:xfrm>
          <a:prstGeom prst="rect">
            <a:avLst/>
          </a:prstGeom>
          <a:noFill/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11599" y="2009527"/>
            <a:ext cx="1260000" cy="1260000"/>
          </a:xfrm>
          <a:prstGeom prst="rect">
            <a:avLst/>
          </a:prstGeom>
          <a:noFill/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11599" y="3792373"/>
            <a:ext cx="1260000" cy="1260000"/>
          </a:xfrm>
          <a:prstGeom prst="rect">
            <a:avLst/>
          </a:prstGeom>
          <a:noFill/>
        </p:spPr>
      </p:pic>
      <p:sp>
        <p:nvSpPr>
          <p:cNvPr id="7" name="文字方塊 6"/>
          <p:cNvSpPr txBox="1"/>
          <p:nvPr/>
        </p:nvSpPr>
        <p:spPr>
          <a:xfrm>
            <a:off x="7705536" y="672015"/>
            <a:ext cx="705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 smtClean="0">
                <a:latin typeface="+mj-lt"/>
              </a:rPr>
              <a:t>VOIs</a:t>
            </a:r>
            <a:endParaRPr lang="zh-TW" altLang="en-US" b="1" dirty="0">
              <a:latin typeface="+mj-lt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470216" y="2568605"/>
            <a:ext cx="1969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+mj-lt"/>
              </a:rPr>
              <a:t>Segmented results</a:t>
            </a:r>
            <a:endParaRPr lang="zh-TW" altLang="en-US" b="1" dirty="0">
              <a:latin typeface="+mj-lt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123967" y="4237707"/>
            <a:ext cx="2315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+mj-lt"/>
              </a:rPr>
              <a:t>Post-processed masks</a:t>
            </a:r>
            <a:endParaRPr lang="zh-TW" altLang="en-US" b="1" dirty="0">
              <a:latin typeface="+mj-lt"/>
            </a:endParaRPr>
          </a:p>
        </p:txBody>
      </p:sp>
      <p:sp>
        <p:nvSpPr>
          <p:cNvPr id="30" name="向下箭號 29"/>
          <p:cNvSpPr/>
          <p:nvPr/>
        </p:nvSpPr>
        <p:spPr>
          <a:xfrm>
            <a:off x="8978813" y="1568104"/>
            <a:ext cx="216000" cy="3600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向下箭號 30"/>
          <p:cNvSpPr/>
          <p:nvPr/>
        </p:nvSpPr>
        <p:spPr>
          <a:xfrm>
            <a:off x="10933599" y="1568104"/>
            <a:ext cx="216000" cy="3600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向下箭號 31"/>
          <p:cNvSpPr/>
          <p:nvPr/>
        </p:nvSpPr>
        <p:spPr>
          <a:xfrm>
            <a:off x="8978813" y="3350950"/>
            <a:ext cx="216000" cy="3600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向下箭號 32"/>
          <p:cNvSpPr/>
          <p:nvPr/>
        </p:nvSpPr>
        <p:spPr>
          <a:xfrm>
            <a:off x="10933599" y="3350950"/>
            <a:ext cx="216000" cy="36000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177" y="5461475"/>
            <a:ext cx="1260000" cy="12600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599" y="5461475"/>
            <a:ext cx="1260000" cy="1260000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5989315" y="5912928"/>
            <a:ext cx="2450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+mj-lt"/>
              </a:rPr>
              <a:t>Ground truth contours</a:t>
            </a:r>
            <a:endParaRPr lang="zh-TW" altLang="en-US" b="1" dirty="0">
              <a:latin typeface="+mj-lt"/>
            </a:endParaRPr>
          </a:p>
        </p:txBody>
      </p:sp>
      <p:sp>
        <p:nvSpPr>
          <p:cNvPr id="8" name="上-下雙向箭號 7"/>
          <p:cNvSpPr/>
          <p:nvPr/>
        </p:nvSpPr>
        <p:spPr>
          <a:xfrm>
            <a:off x="9050813" y="5130924"/>
            <a:ext cx="144000" cy="252000"/>
          </a:xfrm>
          <a:prstGeom prst="up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上-下雙向箭號 26"/>
          <p:cNvSpPr/>
          <p:nvPr/>
        </p:nvSpPr>
        <p:spPr>
          <a:xfrm>
            <a:off x="10969599" y="5130924"/>
            <a:ext cx="144000" cy="252000"/>
          </a:xfrm>
          <a:prstGeom prst="up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32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Methods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Classification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4" y="1278864"/>
            <a:ext cx="7761667" cy="5339186"/>
          </a:xfrm>
        </p:spPr>
        <p:txBody>
          <a:bodyPr>
            <a:normAutofit lnSpcReduction="10000"/>
          </a:bodyPr>
          <a:lstStyle/>
          <a:p>
            <a:pPr marL="360000" algn="l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/>
              <a:t>3-D SWIRL </a:t>
            </a:r>
            <a:r>
              <a:rPr lang="en-US" altLang="zh-TW" sz="3200" dirty="0" smtClean="0"/>
              <a:t>Transformer </a:t>
            </a:r>
            <a:br>
              <a:rPr lang="en-US" altLang="zh-TW" sz="3200" dirty="0" smtClean="0"/>
            </a:br>
            <a:r>
              <a:rPr lang="en-US" altLang="zh-TW" sz="3200" dirty="0" smtClean="0"/>
              <a:t>(</a:t>
            </a:r>
            <a:r>
              <a:rPr lang="en-US" altLang="zh-TW" sz="3200" dirty="0" err="1" smtClean="0">
                <a:solidFill>
                  <a:srgbClr val="C00000"/>
                </a:solidFill>
              </a:rPr>
              <a:t>S</a:t>
            </a:r>
            <a:r>
              <a:rPr lang="en-US" altLang="zh-TW" sz="3200" dirty="0" err="1" smtClean="0"/>
              <a:t>hited</a:t>
            </a:r>
            <a:r>
              <a:rPr lang="en-US" altLang="zh-TW" sz="3200" dirty="0" smtClean="0"/>
              <a:t> </a:t>
            </a:r>
            <a:r>
              <a:rPr lang="en-US" altLang="zh-TW" sz="3200" dirty="0" smtClean="0">
                <a:solidFill>
                  <a:srgbClr val="C00000"/>
                </a:solidFill>
              </a:rPr>
              <a:t>W</a:t>
            </a:r>
            <a:r>
              <a:rPr lang="en-US" altLang="zh-TW" sz="3200" dirty="0" smtClean="0"/>
              <a:t>indow-based self-attention </a:t>
            </a:r>
            <a:r>
              <a:rPr lang="en-US" altLang="zh-TW" sz="3200" dirty="0"/>
              <a:t>and </a:t>
            </a:r>
            <a:r>
              <a:rPr lang="en-US" altLang="zh-TW" sz="3200" dirty="0">
                <a:solidFill>
                  <a:srgbClr val="C00000"/>
                </a:solidFill>
              </a:rPr>
              <a:t>I</a:t>
            </a:r>
            <a:r>
              <a:rPr lang="en-US" altLang="zh-TW" sz="3200" dirty="0"/>
              <a:t>nverted </a:t>
            </a:r>
            <a:r>
              <a:rPr lang="en-US" altLang="zh-TW" sz="3200" dirty="0" err="1">
                <a:solidFill>
                  <a:srgbClr val="C00000"/>
                </a:solidFill>
              </a:rPr>
              <a:t>R</a:t>
            </a:r>
            <a:r>
              <a:rPr lang="en-US" altLang="zh-TW" sz="3200" dirty="0" err="1"/>
              <a:t>esidua</a:t>
            </a:r>
            <a:r>
              <a:rPr lang="en-US" altLang="zh-TW" sz="3200" dirty="0" err="1">
                <a:solidFill>
                  <a:srgbClr val="C00000"/>
                </a:solidFill>
              </a:rPr>
              <a:t>L</a:t>
            </a:r>
            <a:r>
              <a:rPr lang="en-US" altLang="zh-TW" sz="3200" dirty="0"/>
              <a:t> switch) </a:t>
            </a:r>
            <a:endParaRPr lang="en-US" altLang="zh-TW" sz="3200" dirty="0" smtClean="0"/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3-D </a:t>
            </a:r>
            <a:r>
              <a:rPr lang="en-US" altLang="zh-TW" dirty="0"/>
              <a:t>Patch </a:t>
            </a:r>
            <a:r>
              <a:rPr lang="en-US" altLang="zh-TW" dirty="0" smtClean="0"/>
              <a:t>Partition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3-D </a:t>
            </a:r>
            <a:r>
              <a:rPr lang="en-US" altLang="zh-TW" dirty="0"/>
              <a:t>Patch </a:t>
            </a:r>
            <a:r>
              <a:rPr lang="en-US" altLang="zh-TW" dirty="0" smtClean="0"/>
              <a:t>Embedding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3-D SWIRL</a:t>
            </a:r>
            <a:r>
              <a:rPr lang="zh-TW" altLang="en-US" dirty="0" smtClean="0"/>
              <a:t> </a:t>
            </a:r>
            <a:r>
              <a:rPr lang="en-US" altLang="zh-TW" dirty="0" smtClean="0"/>
              <a:t>Transformer Block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3-D </a:t>
            </a:r>
            <a:r>
              <a:rPr lang="en-US" altLang="zh-TW" dirty="0"/>
              <a:t>Patch </a:t>
            </a:r>
            <a:r>
              <a:rPr lang="en-US" altLang="zh-TW" dirty="0" smtClean="0"/>
              <a:t>Merging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GAP </a:t>
            </a:r>
            <a:r>
              <a:rPr lang="en-US" altLang="zh-TW" dirty="0"/>
              <a:t>(Global Average </a:t>
            </a:r>
            <a:r>
              <a:rPr lang="en-US" altLang="zh-TW" dirty="0" smtClean="0"/>
              <a:t>Pooling)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FC </a:t>
            </a:r>
            <a:r>
              <a:rPr lang="en-US" altLang="zh-TW" dirty="0"/>
              <a:t>(Fully Connected Layer)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pSp>
        <p:nvGrpSpPr>
          <p:cNvPr id="122" name="群組 121"/>
          <p:cNvGrpSpPr/>
          <p:nvPr/>
        </p:nvGrpSpPr>
        <p:grpSpPr>
          <a:xfrm>
            <a:off x="7586408" y="226681"/>
            <a:ext cx="4682504" cy="6676644"/>
            <a:chOff x="7332893" y="226681"/>
            <a:chExt cx="4682504" cy="6676644"/>
          </a:xfrm>
        </p:grpSpPr>
        <p:sp>
          <p:nvSpPr>
            <p:cNvPr id="19" name="矩形 18"/>
            <p:cNvSpPr/>
            <p:nvPr/>
          </p:nvSpPr>
          <p:spPr>
            <a:xfrm>
              <a:off x="7332893" y="226681"/>
              <a:ext cx="4219448" cy="6676644"/>
            </a:xfrm>
            <a:prstGeom prst="rect">
              <a:avLst/>
            </a:prstGeom>
          </p:spPr>
        </p:sp>
        <p:grpSp>
          <p:nvGrpSpPr>
            <p:cNvPr id="20" name="群組 19"/>
            <p:cNvGrpSpPr/>
            <p:nvPr/>
          </p:nvGrpSpPr>
          <p:grpSpPr>
            <a:xfrm>
              <a:off x="8917335" y="226681"/>
              <a:ext cx="925844" cy="888491"/>
              <a:chOff x="1682518" y="0"/>
              <a:chExt cx="1375039" cy="1319564"/>
            </a:xfrm>
          </p:grpSpPr>
          <p:grpSp>
            <p:nvGrpSpPr>
              <p:cNvPr id="74" name="群組 73"/>
              <p:cNvGrpSpPr/>
              <p:nvPr/>
            </p:nvGrpSpPr>
            <p:grpSpPr>
              <a:xfrm>
                <a:off x="2157557" y="0"/>
                <a:ext cx="900000" cy="900000"/>
                <a:chOff x="2157557" y="0"/>
                <a:chExt cx="665132" cy="669034"/>
              </a:xfrm>
            </p:grpSpPr>
            <p:sp>
              <p:nvSpPr>
                <p:cNvPr id="81" name="立方體 80"/>
                <p:cNvSpPr/>
                <p:nvPr/>
              </p:nvSpPr>
              <p:spPr>
                <a:xfrm>
                  <a:off x="2157557" y="0"/>
                  <a:ext cx="665132" cy="669034"/>
                </a:xfrm>
                <a:prstGeom prst="cube">
                  <a:avLst>
                    <a:gd name="adj" fmla="val 11646"/>
                  </a:avLst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TW" altLang="en-US" sz="1400"/>
                </a:p>
              </p:txBody>
            </p:sp>
            <p:pic>
              <p:nvPicPr>
                <p:cNvPr id="82" name="圖片 81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57557" y="84040"/>
                  <a:ext cx="583852" cy="583852"/>
                </a:xfrm>
                <a:prstGeom prst="rect">
                  <a:avLst/>
                </a:prstGeom>
              </p:spPr>
            </p:pic>
          </p:grpSp>
          <p:grpSp>
            <p:nvGrpSpPr>
              <p:cNvPr id="75" name="群組 74"/>
              <p:cNvGrpSpPr/>
              <p:nvPr/>
            </p:nvGrpSpPr>
            <p:grpSpPr>
              <a:xfrm>
                <a:off x="1931996" y="197305"/>
                <a:ext cx="900000" cy="900000"/>
                <a:chOff x="1931997" y="197305"/>
                <a:chExt cx="665132" cy="669034"/>
              </a:xfrm>
            </p:grpSpPr>
            <p:sp>
              <p:nvSpPr>
                <p:cNvPr id="79" name="立方體 78"/>
                <p:cNvSpPr/>
                <p:nvPr/>
              </p:nvSpPr>
              <p:spPr>
                <a:xfrm>
                  <a:off x="1931997" y="197305"/>
                  <a:ext cx="665132" cy="669034"/>
                </a:xfrm>
                <a:prstGeom prst="cube">
                  <a:avLst>
                    <a:gd name="adj" fmla="val 11646"/>
                  </a:avLst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TW" altLang="en-US" sz="1400"/>
                </a:p>
              </p:txBody>
            </p:sp>
            <p:pic>
              <p:nvPicPr>
                <p:cNvPr id="80" name="圖片 79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31997" y="279897"/>
                  <a:ext cx="583267" cy="583266"/>
                </a:xfrm>
                <a:prstGeom prst="rect">
                  <a:avLst/>
                </a:prstGeom>
              </p:spPr>
            </p:pic>
          </p:grpSp>
          <p:grpSp>
            <p:nvGrpSpPr>
              <p:cNvPr id="76" name="群組 75"/>
              <p:cNvGrpSpPr/>
              <p:nvPr/>
            </p:nvGrpSpPr>
            <p:grpSpPr>
              <a:xfrm>
                <a:off x="1682518" y="419564"/>
                <a:ext cx="900000" cy="900000"/>
                <a:chOff x="1682518" y="419564"/>
                <a:chExt cx="665132" cy="669035"/>
              </a:xfrm>
            </p:grpSpPr>
            <p:sp>
              <p:nvSpPr>
                <p:cNvPr id="77" name="立方體 76"/>
                <p:cNvSpPr/>
                <p:nvPr/>
              </p:nvSpPr>
              <p:spPr>
                <a:xfrm>
                  <a:off x="1682518" y="419564"/>
                  <a:ext cx="665132" cy="669034"/>
                </a:xfrm>
                <a:prstGeom prst="cube">
                  <a:avLst>
                    <a:gd name="adj" fmla="val 11646"/>
                  </a:avLst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TW" altLang="en-US" sz="1400"/>
                </a:p>
              </p:txBody>
            </p:sp>
            <p:pic>
              <p:nvPicPr>
                <p:cNvPr id="78" name="圖片 77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90983" y="500304"/>
                  <a:ext cx="576873" cy="588295"/>
                </a:xfrm>
                <a:prstGeom prst="rect">
                  <a:avLst/>
                </a:prstGeom>
              </p:spPr>
            </p:pic>
          </p:grpSp>
        </p:grpSp>
        <p:sp>
          <p:nvSpPr>
            <p:cNvPr id="27" name="文字方塊 68"/>
            <p:cNvSpPr txBox="1"/>
            <p:nvPr/>
          </p:nvSpPr>
          <p:spPr>
            <a:xfrm>
              <a:off x="8517869" y="1344851"/>
              <a:ext cx="1764000" cy="288000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3-D Patch Partition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34" name="文字方塊 69"/>
            <p:cNvSpPr txBox="1"/>
            <p:nvPr/>
          </p:nvSpPr>
          <p:spPr>
            <a:xfrm>
              <a:off x="8517869" y="1761459"/>
              <a:ext cx="1764000" cy="288000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3-D Patch Embedding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35" name="文字方塊 70"/>
            <p:cNvSpPr txBox="1"/>
            <p:nvPr/>
          </p:nvSpPr>
          <p:spPr>
            <a:xfrm>
              <a:off x="8176123" y="2184920"/>
              <a:ext cx="2448000" cy="288000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3-D </a:t>
              </a:r>
              <a:r>
                <a:rPr lang="en-US" sz="1400" kern="12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SWIRL</a:t>
              </a:r>
              <a:r>
                <a:rPr lang="zh-TW" altLang="en-US" sz="1400" kern="12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 </a:t>
              </a:r>
              <a:r>
                <a:rPr lang="en-US" sz="1400" kern="12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Transformer </a:t>
              </a: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Block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0614072" y="2229030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×2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37" name="文字方塊 77"/>
            <p:cNvSpPr txBox="1"/>
            <p:nvPr/>
          </p:nvSpPr>
          <p:spPr>
            <a:xfrm>
              <a:off x="7451906" y="1797318"/>
              <a:ext cx="7377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b="1" kern="1200" dirty="0">
                  <a:solidFill>
                    <a:srgbClr val="70AD47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Stage 1</a:t>
              </a:r>
              <a:endParaRPr lang="zh-TW" sz="1400" b="1" dirty="0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38" name="文字方塊 78"/>
            <p:cNvSpPr txBox="1"/>
            <p:nvPr/>
          </p:nvSpPr>
          <p:spPr>
            <a:xfrm>
              <a:off x="8517869" y="2678760"/>
              <a:ext cx="1764000" cy="288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3-D Patch Merging</a:t>
              </a:r>
              <a:endParaRPr lang="zh-TW" sz="140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39" name="文字方塊 82"/>
            <p:cNvSpPr txBox="1"/>
            <p:nvPr/>
          </p:nvSpPr>
          <p:spPr>
            <a:xfrm>
              <a:off x="8179614" y="3098857"/>
              <a:ext cx="2448000" cy="307777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3-D </a:t>
              </a:r>
              <a:r>
                <a:rPr lang="en-US" sz="1400" kern="12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SWIRL Transformer </a:t>
              </a: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Block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10600922" y="3140783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×2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41" name="文字方塊 85"/>
            <p:cNvSpPr txBox="1"/>
            <p:nvPr/>
          </p:nvSpPr>
          <p:spPr>
            <a:xfrm>
              <a:off x="7470749" y="2871100"/>
              <a:ext cx="7377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b="1" kern="1200" dirty="0">
                  <a:solidFill>
                    <a:srgbClr val="ED7D3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Stage 2</a:t>
              </a:r>
              <a:endParaRPr lang="zh-TW" sz="1400" b="1" dirty="0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42" name="文字方塊 86"/>
            <p:cNvSpPr txBox="1"/>
            <p:nvPr/>
          </p:nvSpPr>
          <p:spPr>
            <a:xfrm>
              <a:off x="8512119" y="3607002"/>
              <a:ext cx="1764000" cy="288000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3-D Patch Merging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43" name="文字方塊 87"/>
            <p:cNvSpPr txBox="1"/>
            <p:nvPr/>
          </p:nvSpPr>
          <p:spPr>
            <a:xfrm>
              <a:off x="8170372" y="4050938"/>
              <a:ext cx="2448000" cy="288000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3-D </a:t>
              </a:r>
              <a:r>
                <a:rPr lang="en-US" sz="1400" kern="12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SWIRL Transformer </a:t>
              </a: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Block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0600976" y="4114825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×2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45" name="文字方塊 90"/>
            <p:cNvSpPr txBox="1"/>
            <p:nvPr/>
          </p:nvSpPr>
          <p:spPr>
            <a:xfrm>
              <a:off x="7451906" y="3816288"/>
              <a:ext cx="7377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b="1" kern="1200" dirty="0">
                  <a:solidFill>
                    <a:srgbClr val="4472C4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Stage 3</a:t>
              </a:r>
              <a:endParaRPr lang="zh-TW" sz="1400" b="1" dirty="0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46" name="文字方塊 91"/>
            <p:cNvSpPr txBox="1"/>
            <p:nvPr/>
          </p:nvSpPr>
          <p:spPr>
            <a:xfrm>
              <a:off x="8512119" y="4546130"/>
              <a:ext cx="1764000" cy="288000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3-D Patch Merging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47" name="文字方塊 92"/>
            <p:cNvSpPr txBox="1"/>
            <p:nvPr/>
          </p:nvSpPr>
          <p:spPr>
            <a:xfrm>
              <a:off x="8179615" y="4964778"/>
              <a:ext cx="2448000" cy="288000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3-D </a:t>
              </a:r>
              <a:r>
                <a:rPr lang="en-US" sz="1400" kern="12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SWIRL Transformer </a:t>
              </a: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Block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0610376" y="4956369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×2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49" name="文字方塊 95"/>
            <p:cNvSpPr txBox="1"/>
            <p:nvPr/>
          </p:nvSpPr>
          <p:spPr>
            <a:xfrm>
              <a:off x="7451906" y="4721055"/>
              <a:ext cx="7377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b="1" kern="1200" dirty="0">
                  <a:solidFill>
                    <a:srgbClr val="FFC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Stage 4</a:t>
              </a:r>
              <a:endParaRPr lang="zh-TW" sz="1400" b="1" dirty="0"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50" name="文字方塊 96"/>
            <p:cNvSpPr txBox="1"/>
            <p:nvPr/>
          </p:nvSpPr>
          <p:spPr>
            <a:xfrm>
              <a:off x="8514994" y="5467339"/>
              <a:ext cx="1764000" cy="288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GAP</a:t>
              </a:r>
              <a:endParaRPr lang="zh-TW" sz="140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51" name="文字方塊 97"/>
            <p:cNvSpPr txBox="1"/>
            <p:nvPr/>
          </p:nvSpPr>
          <p:spPr>
            <a:xfrm>
              <a:off x="8520388" y="5897332"/>
              <a:ext cx="1764000" cy="288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FC</a:t>
              </a:r>
              <a:endParaRPr lang="zh-TW" sz="140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52" name="文字方塊 98"/>
            <p:cNvSpPr txBox="1"/>
            <p:nvPr/>
          </p:nvSpPr>
          <p:spPr>
            <a:xfrm>
              <a:off x="8520388" y="6330050"/>
              <a:ext cx="1764000" cy="288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Benign/Malignant</a:t>
              </a:r>
              <a:endParaRPr lang="zh-TW" sz="140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cxnSp>
          <p:nvCxnSpPr>
            <p:cNvPr id="53" name="直線單箭頭接點 52"/>
            <p:cNvCxnSpPr>
              <a:stCxn id="27" idx="2"/>
              <a:endCxn id="34" idx="0"/>
            </p:cNvCxnSpPr>
            <p:nvPr/>
          </p:nvCxnSpPr>
          <p:spPr>
            <a:xfrm>
              <a:off x="9399869" y="1632851"/>
              <a:ext cx="0" cy="1286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>
              <a:stCxn id="34" idx="2"/>
              <a:endCxn id="35" idx="0"/>
            </p:cNvCxnSpPr>
            <p:nvPr/>
          </p:nvCxnSpPr>
          <p:spPr>
            <a:xfrm>
              <a:off x="9399869" y="2049459"/>
              <a:ext cx="254" cy="1354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>
              <a:stCxn id="35" idx="2"/>
              <a:endCxn id="38" idx="0"/>
            </p:cNvCxnSpPr>
            <p:nvPr/>
          </p:nvCxnSpPr>
          <p:spPr>
            <a:xfrm flipH="1">
              <a:off x="9399869" y="2472920"/>
              <a:ext cx="254" cy="2058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線單箭頭接點 55"/>
            <p:cNvCxnSpPr/>
            <p:nvPr/>
          </p:nvCxnSpPr>
          <p:spPr>
            <a:xfrm>
              <a:off x="9387995" y="1157658"/>
              <a:ext cx="41" cy="1788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>
              <a:stCxn id="38" idx="2"/>
              <a:endCxn id="39" idx="0"/>
            </p:cNvCxnSpPr>
            <p:nvPr/>
          </p:nvCxnSpPr>
          <p:spPr>
            <a:xfrm>
              <a:off x="9399869" y="2966760"/>
              <a:ext cx="3745" cy="1320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線單箭頭接點 57"/>
            <p:cNvCxnSpPr>
              <a:stCxn id="39" idx="2"/>
              <a:endCxn id="42" idx="0"/>
            </p:cNvCxnSpPr>
            <p:nvPr/>
          </p:nvCxnSpPr>
          <p:spPr>
            <a:xfrm flipH="1">
              <a:off x="9394119" y="3406634"/>
              <a:ext cx="9495" cy="2003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>
              <a:stCxn id="42" idx="2"/>
              <a:endCxn id="43" idx="0"/>
            </p:cNvCxnSpPr>
            <p:nvPr/>
          </p:nvCxnSpPr>
          <p:spPr>
            <a:xfrm>
              <a:off x="9394119" y="3895002"/>
              <a:ext cx="253" cy="1559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>
              <a:stCxn id="43" idx="2"/>
              <a:endCxn id="46" idx="0"/>
            </p:cNvCxnSpPr>
            <p:nvPr/>
          </p:nvCxnSpPr>
          <p:spPr>
            <a:xfrm flipH="1">
              <a:off x="9394119" y="4338938"/>
              <a:ext cx="253" cy="2071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單箭頭接點 60"/>
            <p:cNvCxnSpPr>
              <a:stCxn id="46" idx="2"/>
              <a:endCxn id="47" idx="0"/>
            </p:cNvCxnSpPr>
            <p:nvPr/>
          </p:nvCxnSpPr>
          <p:spPr>
            <a:xfrm>
              <a:off x="9394119" y="4834130"/>
              <a:ext cx="9496" cy="1306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線單箭頭接點 61"/>
            <p:cNvCxnSpPr>
              <a:stCxn id="47" idx="2"/>
              <a:endCxn id="50" idx="0"/>
            </p:cNvCxnSpPr>
            <p:nvPr/>
          </p:nvCxnSpPr>
          <p:spPr>
            <a:xfrm flipH="1">
              <a:off x="9396994" y="5252778"/>
              <a:ext cx="6621" cy="2145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50" idx="2"/>
              <a:endCxn id="51" idx="0"/>
            </p:cNvCxnSpPr>
            <p:nvPr/>
          </p:nvCxnSpPr>
          <p:spPr>
            <a:xfrm>
              <a:off x="9396994" y="5755339"/>
              <a:ext cx="5394" cy="1419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線單箭頭接點 63"/>
            <p:cNvCxnSpPr>
              <a:stCxn id="51" idx="2"/>
              <a:endCxn id="52" idx="0"/>
            </p:cNvCxnSpPr>
            <p:nvPr/>
          </p:nvCxnSpPr>
          <p:spPr>
            <a:xfrm>
              <a:off x="9402388" y="6185332"/>
              <a:ext cx="0" cy="1447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文字方塊 111"/>
            <p:cNvSpPr txBox="1"/>
            <p:nvPr/>
          </p:nvSpPr>
          <p:spPr>
            <a:xfrm>
              <a:off x="10448467" y="446221"/>
              <a:ext cx="13340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400" kern="1200" dirty="0" err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D×H×W×C</a:t>
              </a: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: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  <a:p>
              <a:pPr>
                <a:spcAft>
                  <a:spcPts val="0"/>
                </a:spcAft>
              </a:pPr>
              <a:r>
                <a:rPr lang="en-US" sz="14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16×128×128×3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112"/>
                <p:cNvSpPr txBox="1"/>
                <p:nvPr/>
              </p:nvSpPr>
              <p:spPr>
                <a:xfrm>
                  <a:off x="10573977" y="1775278"/>
                  <a:ext cx="1351652" cy="4354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 xmlns:m="http://schemas.openxmlformats.org/officeDocument/2006/math">
                      <m:f>
                        <m:fPr>
                          <m:ctrlPr>
                            <a:rPr lang="zh-TW" sz="1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16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n-US" sz="1400" kern="1200" dirty="0">
                      <a:solidFill>
                        <a:srgbClr val="000000"/>
                      </a:solidFill>
                      <a:effectLst/>
                      <a:latin typeface="+mj-lt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×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zh-TW" sz="1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128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n-US" sz="1400" kern="1200" dirty="0">
                      <a:solidFill>
                        <a:srgbClr val="000000"/>
                      </a:solidFill>
                      <a:effectLst/>
                      <a:latin typeface="+mj-lt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×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zh-TW" sz="1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128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n-US" sz="14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×24</a:t>
                  </a:r>
                  <a:endParaRPr lang="zh-TW" sz="1400" dirty="0">
                    <a:effectLst/>
                    <a:latin typeface="新細明體" panose="02020500000000000000" pitchFamily="18" charset="-120"/>
                    <a:ea typeface="新細明體" panose="02020500000000000000" pitchFamily="18" charset="-120"/>
                    <a:cs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66" name="文字方塊 1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3977" y="1775278"/>
                  <a:ext cx="1351652" cy="435440"/>
                </a:xfrm>
                <a:prstGeom prst="rect">
                  <a:avLst/>
                </a:prstGeom>
                <a:blipFill>
                  <a:blip r:embed="rId6"/>
                  <a:stretch>
                    <a:fillRect r="-450" b="-277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116"/>
                <p:cNvSpPr txBox="1"/>
                <p:nvPr/>
              </p:nvSpPr>
              <p:spPr>
                <a:xfrm>
                  <a:off x="10573977" y="2724561"/>
                  <a:ext cx="1351652" cy="4354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 xmlns:m="http://schemas.openxmlformats.org/officeDocument/2006/math">
                      <m:f>
                        <m:fPr>
                          <m:ctrlPr>
                            <a:rPr lang="zh-TW" sz="1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16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n-US" sz="1400" kern="1200" dirty="0">
                      <a:solidFill>
                        <a:srgbClr val="000000"/>
                      </a:solidFill>
                      <a:effectLst/>
                      <a:latin typeface="+mj-lt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×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zh-TW" sz="1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128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</m:oMath>
                  </a14:m>
                  <a:r>
                    <a:rPr lang="en-US" sz="1400" kern="1200" dirty="0">
                      <a:solidFill>
                        <a:srgbClr val="000000"/>
                      </a:solidFill>
                      <a:effectLst/>
                      <a:latin typeface="+mj-lt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×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zh-TW" sz="1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128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</m:oMath>
                  </a14:m>
                  <a:r>
                    <a:rPr lang="en-US" sz="14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×48</a:t>
                  </a:r>
                  <a:endParaRPr lang="zh-TW" sz="1400" dirty="0">
                    <a:effectLst/>
                    <a:latin typeface="新細明體" panose="02020500000000000000" pitchFamily="18" charset="-120"/>
                    <a:ea typeface="新細明體" panose="02020500000000000000" pitchFamily="18" charset="-120"/>
                    <a:cs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67" name="文字方塊 1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3977" y="2724561"/>
                  <a:ext cx="1351652" cy="435440"/>
                </a:xfrm>
                <a:prstGeom prst="rect">
                  <a:avLst/>
                </a:prstGeom>
                <a:blipFill>
                  <a:blip r:embed="rId7"/>
                  <a:stretch>
                    <a:fillRect r="-450" b="-281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118"/>
                <p:cNvSpPr txBox="1"/>
                <p:nvPr/>
              </p:nvSpPr>
              <p:spPr>
                <a:xfrm>
                  <a:off x="10573977" y="3656918"/>
                  <a:ext cx="1351652" cy="4375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 xmlns:m="http://schemas.openxmlformats.org/officeDocument/2006/math">
                      <m:f>
                        <m:fPr>
                          <m:ctrlPr>
                            <a:rPr lang="zh-TW" sz="1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16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n-US" sz="1400" kern="1200" dirty="0">
                      <a:solidFill>
                        <a:srgbClr val="000000"/>
                      </a:solidFill>
                      <a:effectLst/>
                      <a:latin typeface="+mj-lt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×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zh-TW" sz="1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128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</m:oMath>
                  </a14:m>
                  <a:r>
                    <a:rPr lang="en-US" sz="1400" kern="1200" dirty="0">
                      <a:solidFill>
                        <a:srgbClr val="000000"/>
                      </a:solidFill>
                      <a:effectLst/>
                      <a:latin typeface="+mj-lt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×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zh-TW" sz="1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128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</m:oMath>
                  </a14:m>
                  <a:r>
                    <a:rPr lang="en-US" sz="14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×96</a:t>
                  </a:r>
                  <a:endParaRPr lang="zh-TW" sz="1400" dirty="0">
                    <a:effectLst/>
                    <a:latin typeface="新細明體" panose="02020500000000000000" pitchFamily="18" charset="-120"/>
                    <a:ea typeface="新細明體" panose="02020500000000000000" pitchFamily="18" charset="-120"/>
                    <a:cs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68" name="文字方塊 1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3977" y="3656918"/>
                  <a:ext cx="1351652" cy="437556"/>
                </a:xfrm>
                <a:prstGeom prst="rect">
                  <a:avLst/>
                </a:prstGeom>
                <a:blipFill>
                  <a:blip r:embed="rId8"/>
                  <a:stretch>
                    <a:fillRect r="-450" b="-13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120"/>
                <p:cNvSpPr txBox="1"/>
                <p:nvPr/>
              </p:nvSpPr>
              <p:spPr>
                <a:xfrm>
                  <a:off x="10573977" y="4615352"/>
                  <a:ext cx="1441420" cy="4375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 xmlns:m="http://schemas.openxmlformats.org/officeDocument/2006/math">
                      <m:f>
                        <m:fPr>
                          <m:ctrlPr>
                            <a:rPr lang="zh-TW" sz="1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16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n-US" sz="1400" kern="1200" dirty="0">
                      <a:solidFill>
                        <a:srgbClr val="000000"/>
                      </a:solidFill>
                      <a:effectLst/>
                      <a:latin typeface="+mj-lt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×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zh-TW" sz="1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128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16</m:t>
                          </m:r>
                        </m:den>
                      </m:f>
                    </m:oMath>
                  </a14:m>
                  <a:r>
                    <a:rPr lang="en-US" sz="1400" kern="1200" dirty="0">
                      <a:solidFill>
                        <a:srgbClr val="000000"/>
                      </a:solidFill>
                      <a:effectLst/>
                      <a:latin typeface="+mj-lt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×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zh-TW" sz="1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128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i="0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16</m:t>
                          </m:r>
                        </m:den>
                      </m:f>
                    </m:oMath>
                  </a14:m>
                  <a:r>
                    <a:rPr lang="en-US" sz="14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×192</a:t>
                  </a:r>
                  <a:endParaRPr lang="zh-TW" sz="1400" dirty="0">
                    <a:effectLst/>
                    <a:latin typeface="新細明體" panose="02020500000000000000" pitchFamily="18" charset="-120"/>
                    <a:ea typeface="新細明體" panose="02020500000000000000" pitchFamily="18" charset="-120"/>
                    <a:cs typeface="新細明體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69" name="文字方塊 1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3977" y="4615352"/>
                  <a:ext cx="1441420" cy="437556"/>
                </a:xfrm>
                <a:prstGeom prst="rect">
                  <a:avLst/>
                </a:prstGeom>
                <a:blipFill>
                  <a:blip r:embed="rId9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直線接點 69"/>
            <p:cNvCxnSpPr/>
            <p:nvPr/>
          </p:nvCxnSpPr>
          <p:spPr>
            <a:xfrm>
              <a:off x="8265871" y="1227441"/>
              <a:ext cx="2160000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/>
            <p:nvPr/>
          </p:nvCxnSpPr>
          <p:spPr>
            <a:xfrm>
              <a:off x="8313119" y="2564733"/>
              <a:ext cx="2159508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/>
            <p:cNvCxnSpPr/>
            <p:nvPr/>
          </p:nvCxnSpPr>
          <p:spPr>
            <a:xfrm>
              <a:off x="8347561" y="4430787"/>
              <a:ext cx="2159508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/>
            <p:cNvCxnSpPr/>
            <p:nvPr/>
          </p:nvCxnSpPr>
          <p:spPr>
            <a:xfrm>
              <a:off x="8313455" y="3496064"/>
              <a:ext cx="2159508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接點 107"/>
            <p:cNvCxnSpPr/>
            <p:nvPr/>
          </p:nvCxnSpPr>
          <p:spPr>
            <a:xfrm>
              <a:off x="8362863" y="5339381"/>
              <a:ext cx="2159508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279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Methods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Classification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4" y="1278864"/>
            <a:ext cx="7183858" cy="2769329"/>
          </a:xfrm>
        </p:spPr>
        <p:txBody>
          <a:bodyPr>
            <a:normAutofit/>
          </a:bodyPr>
          <a:lstStyle/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/>
              <a:t>Backbone Model </a:t>
            </a:r>
            <a:r>
              <a:rPr lang="en-US" altLang="zh-TW" sz="3200" dirty="0" smtClean="0"/>
              <a:t>– </a:t>
            </a:r>
            <a:r>
              <a:rPr lang="en-US" altLang="zh-TW" sz="3200" dirty="0" err="1" smtClean="0"/>
              <a:t>Swin</a:t>
            </a:r>
            <a:r>
              <a:rPr lang="en-US" altLang="zh-TW" sz="3200" dirty="0" smtClean="0"/>
              <a:t> Transformer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3-D Patch Partition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3-D </a:t>
            </a:r>
            <a:r>
              <a:rPr lang="en-US" altLang="zh-TW" dirty="0"/>
              <a:t>Patch </a:t>
            </a:r>
            <a:r>
              <a:rPr lang="en-US" altLang="zh-TW" dirty="0" smtClean="0"/>
              <a:t>Merging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Window-based Self-attention</a:t>
            </a:r>
          </a:p>
          <a:p>
            <a:pPr lvl="1" indent="0" algn="l">
              <a:lnSpc>
                <a:spcPct val="150000"/>
              </a:lnSpc>
              <a:spcBef>
                <a:spcPts val="0"/>
              </a:spcBef>
            </a:pPr>
            <a:endParaRPr lang="en-US" altLang="zh-TW" dirty="0" smtClean="0"/>
          </a:p>
          <a:p>
            <a:pPr lvl="1" indent="0" algn="l">
              <a:lnSpc>
                <a:spcPct val="150000"/>
              </a:lnSpc>
              <a:spcBef>
                <a:spcPts val="0"/>
              </a:spcBef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pSp>
        <p:nvGrpSpPr>
          <p:cNvPr id="567" name="群組 566"/>
          <p:cNvGrpSpPr/>
          <p:nvPr/>
        </p:nvGrpSpPr>
        <p:grpSpPr>
          <a:xfrm>
            <a:off x="7119023" y="2170084"/>
            <a:ext cx="4163144" cy="1830979"/>
            <a:chOff x="7091116" y="2182906"/>
            <a:chExt cx="4163144" cy="1830979"/>
          </a:xfrm>
        </p:grpSpPr>
        <p:grpSp>
          <p:nvGrpSpPr>
            <p:cNvPr id="5" name="群組 4"/>
            <p:cNvGrpSpPr/>
            <p:nvPr/>
          </p:nvGrpSpPr>
          <p:grpSpPr>
            <a:xfrm>
              <a:off x="7091116" y="2182906"/>
              <a:ext cx="1323383" cy="1334879"/>
              <a:chOff x="7339647" y="4353096"/>
              <a:chExt cx="1323383" cy="1334879"/>
            </a:xfrm>
          </p:grpSpPr>
          <p:sp>
            <p:nvSpPr>
              <p:cNvPr id="84" name="立方體 83"/>
              <p:cNvSpPr>
                <a:spLocks noChangeAspect="1"/>
              </p:cNvSpPr>
              <p:nvPr/>
            </p:nvSpPr>
            <p:spPr>
              <a:xfrm>
                <a:off x="7339647" y="4353096"/>
                <a:ext cx="1323383" cy="1323383"/>
              </a:xfrm>
              <a:prstGeom prst="cube">
                <a:avLst>
                  <a:gd name="adj" fmla="val 20429"/>
                </a:avLst>
              </a:prstGeom>
              <a:solidFill>
                <a:srgbClr val="A5A5A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pic>
            <p:nvPicPr>
              <p:cNvPr id="146" name="圖片 145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42503" y="4633654"/>
                <a:ext cx="1054323" cy="1054321"/>
              </a:xfrm>
              <a:prstGeom prst="rect">
                <a:avLst/>
              </a:prstGeom>
            </p:spPr>
          </p:pic>
        </p:grpSp>
        <p:grpSp>
          <p:nvGrpSpPr>
            <p:cNvPr id="8" name="群組 7"/>
            <p:cNvGrpSpPr/>
            <p:nvPr/>
          </p:nvGrpSpPr>
          <p:grpSpPr>
            <a:xfrm>
              <a:off x="9922245" y="2185681"/>
              <a:ext cx="1332015" cy="1334325"/>
              <a:chOff x="4803655" y="4657860"/>
              <a:chExt cx="1332015" cy="1334325"/>
            </a:xfrm>
          </p:grpSpPr>
          <p:sp>
            <p:nvSpPr>
              <p:cNvPr id="132" name="立方體 131"/>
              <p:cNvSpPr>
                <a:spLocks noChangeAspect="1"/>
              </p:cNvSpPr>
              <p:nvPr/>
            </p:nvSpPr>
            <p:spPr>
              <a:xfrm>
                <a:off x="5845994" y="4845422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39" name="立方體 138"/>
              <p:cNvSpPr>
                <a:spLocks noChangeAspect="1"/>
              </p:cNvSpPr>
              <p:nvPr/>
            </p:nvSpPr>
            <p:spPr>
              <a:xfrm>
                <a:off x="5775881" y="4908934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50" name="立方體 149"/>
              <p:cNvSpPr>
                <a:spLocks noChangeAspect="1"/>
              </p:cNvSpPr>
              <p:nvPr/>
            </p:nvSpPr>
            <p:spPr>
              <a:xfrm>
                <a:off x="4812287" y="4657860"/>
                <a:ext cx="1323383" cy="1323383"/>
              </a:xfrm>
              <a:prstGeom prst="cube">
                <a:avLst>
                  <a:gd name="adj" fmla="val 20429"/>
                </a:avLst>
              </a:prstGeom>
              <a:solidFill>
                <a:srgbClr val="A5A5A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85" name="立方體 84"/>
              <p:cNvSpPr>
                <a:spLocks noChangeAspect="1"/>
              </p:cNvSpPr>
              <p:nvPr/>
            </p:nvSpPr>
            <p:spPr>
              <a:xfrm>
                <a:off x="4812704" y="4861270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86" name="立方體 85"/>
              <p:cNvSpPr>
                <a:spLocks noChangeAspect="1"/>
              </p:cNvSpPr>
              <p:nvPr/>
            </p:nvSpPr>
            <p:spPr>
              <a:xfrm>
                <a:off x="4878208" y="4793795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87" name="立方體 86"/>
              <p:cNvSpPr>
                <a:spLocks noChangeAspect="1"/>
              </p:cNvSpPr>
              <p:nvPr/>
            </p:nvSpPr>
            <p:spPr>
              <a:xfrm>
                <a:off x="4945147" y="4726411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88" name="立方體 87"/>
              <p:cNvSpPr>
                <a:spLocks noChangeAspect="1"/>
              </p:cNvSpPr>
              <p:nvPr/>
            </p:nvSpPr>
            <p:spPr>
              <a:xfrm>
                <a:off x="5016738" y="4658206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89" name="立方體 88"/>
              <p:cNvSpPr>
                <a:spLocks noChangeAspect="1"/>
              </p:cNvSpPr>
              <p:nvPr/>
            </p:nvSpPr>
            <p:spPr>
              <a:xfrm>
                <a:off x="5143136" y="4659058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90" name="立方體 89"/>
              <p:cNvSpPr>
                <a:spLocks noChangeAspect="1"/>
              </p:cNvSpPr>
              <p:nvPr/>
            </p:nvSpPr>
            <p:spPr>
              <a:xfrm>
                <a:off x="5273208" y="4659276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91" name="立方體 90"/>
              <p:cNvSpPr>
                <a:spLocks noChangeAspect="1"/>
              </p:cNvSpPr>
              <p:nvPr/>
            </p:nvSpPr>
            <p:spPr>
              <a:xfrm>
                <a:off x="5404831" y="4659276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92" name="立方體 91"/>
              <p:cNvSpPr>
                <a:spLocks noChangeAspect="1"/>
              </p:cNvSpPr>
              <p:nvPr/>
            </p:nvSpPr>
            <p:spPr>
              <a:xfrm>
                <a:off x="5537965" y="4658934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93" name="立方體 92"/>
              <p:cNvSpPr>
                <a:spLocks noChangeAspect="1"/>
              </p:cNvSpPr>
              <p:nvPr/>
            </p:nvSpPr>
            <p:spPr>
              <a:xfrm>
                <a:off x="5669588" y="4658934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94" name="立方體 93"/>
              <p:cNvSpPr>
                <a:spLocks noChangeAspect="1"/>
              </p:cNvSpPr>
              <p:nvPr/>
            </p:nvSpPr>
            <p:spPr>
              <a:xfrm>
                <a:off x="5801754" y="4659541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95" name="立方體 94"/>
              <p:cNvSpPr>
                <a:spLocks noChangeAspect="1"/>
              </p:cNvSpPr>
              <p:nvPr/>
            </p:nvSpPr>
            <p:spPr>
              <a:xfrm>
                <a:off x="5935632" y="4658934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96" name="立方體 95"/>
              <p:cNvSpPr>
                <a:spLocks noChangeAspect="1"/>
              </p:cNvSpPr>
              <p:nvPr/>
            </p:nvSpPr>
            <p:spPr>
              <a:xfrm>
                <a:off x="5076492" y="4727245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97" name="立方體 96"/>
              <p:cNvSpPr>
                <a:spLocks noChangeAspect="1"/>
              </p:cNvSpPr>
              <p:nvPr/>
            </p:nvSpPr>
            <p:spPr>
              <a:xfrm>
                <a:off x="5206566" y="4727462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98" name="立方體 97"/>
              <p:cNvSpPr>
                <a:spLocks noChangeAspect="1"/>
              </p:cNvSpPr>
              <p:nvPr/>
            </p:nvSpPr>
            <p:spPr>
              <a:xfrm>
                <a:off x="5338189" y="4727462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99" name="立方體 98"/>
              <p:cNvSpPr>
                <a:spLocks noChangeAspect="1"/>
              </p:cNvSpPr>
              <p:nvPr/>
            </p:nvSpPr>
            <p:spPr>
              <a:xfrm>
                <a:off x="5471324" y="4727120"/>
                <a:ext cx="197684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00" name="立方體 99"/>
              <p:cNvSpPr>
                <a:spLocks noChangeAspect="1"/>
              </p:cNvSpPr>
              <p:nvPr/>
            </p:nvSpPr>
            <p:spPr>
              <a:xfrm>
                <a:off x="5602947" y="4727120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01" name="立方體 100"/>
              <p:cNvSpPr>
                <a:spLocks noChangeAspect="1"/>
              </p:cNvSpPr>
              <p:nvPr/>
            </p:nvSpPr>
            <p:spPr>
              <a:xfrm>
                <a:off x="5735112" y="4727727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02" name="立方體 101"/>
              <p:cNvSpPr>
                <a:spLocks noChangeAspect="1"/>
              </p:cNvSpPr>
              <p:nvPr/>
            </p:nvSpPr>
            <p:spPr>
              <a:xfrm>
                <a:off x="5868990" y="4727120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03" name="立方體 102"/>
              <p:cNvSpPr>
                <a:spLocks noChangeAspect="1"/>
              </p:cNvSpPr>
              <p:nvPr/>
            </p:nvSpPr>
            <p:spPr>
              <a:xfrm>
                <a:off x="5009854" y="4793881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04" name="立方體 103"/>
              <p:cNvSpPr>
                <a:spLocks noChangeAspect="1"/>
              </p:cNvSpPr>
              <p:nvPr/>
            </p:nvSpPr>
            <p:spPr>
              <a:xfrm>
                <a:off x="5139928" y="4794099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05" name="立方體 104"/>
              <p:cNvSpPr>
                <a:spLocks noChangeAspect="1"/>
              </p:cNvSpPr>
              <p:nvPr/>
            </p:nvSpPr>
            <p:spPr>
              <a:xfrm>
                <a:off x="5271551" y="4794099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06" name="立方體 105"/>
              <p:cNvSpPr>
                <a:spLocks noChangeAspect="1"/>
              </p:cNvSpPr>
              <p:nvPr/>
            </p:nvSpPr>
            <p:spPr>
              <a:xfrm>
                <a:off x="5404684" y="4793757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07" name="立方體 106"/>
              <p:cNvSpPr>
                <a:spLocks noChangeAspect="1"/>
              </p:cNvSpPr>
              <p:nvPr/>
            </p:nvSpPr>
            <p:spPr>
              <a:xfrm>
                <a:off x="5536307" y="4793757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09" name="立方體 108"/>
              <p:cNvSpPr>
                <a:spLocks noChangeAspect="1"/>
              </p:cNvSpPr>
              <p:nvPr/>
            </p:nvSpPr>
            <p:spPr>
              <a:xfrm>
                <a:off x="5668472" y="4794364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10" name="立方體 109"/>
              <p:cNvSpPr>
                <a:spLocks noChangeAspect="1"/>
              </p:cNvSpPr>
              <p:nvPr/>
            </p:nvSpPr>
            <p:spPr>
              <a:xfrm>
                <a:off x="5802352" y="4793757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11" name="立方體 110"/>
              <p:cNvSpPr>
                <a:spLocks noChangeAspect="1"/>
              </p:cNvSpPr>
              <p:nvPr/>
            </p:nvSpPr>
            <p:spPr>
              <a:xfrm>
                <a:off x="4941662" y="4861469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12" name="立方體 111"/>
              <p:cNvSpPr>
                <a:spLocks noChangeAspect="1"/>
              </p:cNvSpPr>
              <p:nvPr/>
            </p:nvSpPr>
            <p:spPr>
              <a:xfrm>
                <a:off x="5071735" y="4861687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13" name="立方體 112"/>
              <p:cNvSpPr>
                <a:spLocks noChangeAspect="1"/>
              </p:cNvSpPr>
              <p:nvPr/>
            </p:nvSpPr>
            <p:spPr>
              <a:xfrm>
                <a:off x="5203359" y="4861687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14" name="立方體 113"/>
              <p:cNvSpPr>
                <a:spLocks noChangeAspect="1"/>
              </p:cNvSpPr>
              <p:nvPr/>
            </p:nvSpPr>
            <p:spPr>
              <a:xfrm>
                <a:off x="5336493" y="4861345"/>
                <a:ext cx="197684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15" name="立方體 114"/>
              <p:cNvSpPr>
                <a:spLocks noChangeAspect="1"/>
              </p:cNvSpPr>
              <p:nvPr/>
            </p:nvSpPr>
            <p:spPr>
              <a:xfrm>
                <a:off x="5468116" y="4861345"/>
                <a:ext cx="197684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16" name="立方體 115"/>
              <p:cNvSpPr>
                <a:spLocks noChangeAspect="1"/>
              </p:cNvSpPr>
              <p:nvPr/>
            </p:nvSpPr>
            <p:spPr>
              <a:xfrm>
                <a:off x="5600281" y="4861952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17" name="立方體 116"/>
              <p:cNvSpPr>
                <a:spLocks noChangeAspect="1"/>
              </p:cNvSpPr>
              <p:nvPr/>
            </p:nvSpPr>
            <p:spPr>
              <a:xfrm>
                <a:off x="5734159" y="4861345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18" name="立方體 117"/>
              <p:cNvSpPr>
                <a:spLocks noChangeAspect="1"/>
              </p:cNvSpPr>
              <p:nvPr/>
            </p:nvSpPr>
            <p:spPr>
              <a:xfrm>
                <a:off x="5935761" y="5581256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19" name="立方體 118"/>
              <p:cNvSpPr>
                <a:spLocks noChangeAspect="1"/>
              </p:cNvSpPr>
              <p:nvPr/>
            </p:nvSpPr>
            <p:spPr>
              <a:xfrm>
                <a:off x="5935761" y="5449913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20" name="立方體 119"/>
              <p:cNvSpPr>
                <a:spLocks noChangeAspect="1"/>
              </p:cNvSpPr>
              <p:nvPr/>
            </p:nvSpPr>
            <p:spPr>
              <a:xfrm>
                <a:off x="5935761" y="5318938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21" name="立方體 120"/>
              <p:cNvSpPr>
                <a:spLocks noChangeAspect="1"/>
              </p:cNvSpPr>
              <p:nvPr/>
            </p:nvSpPr>
            <p:spPr>
              <a:xfrm>
                <a:off x="5935761" y="5188377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22" name="立方體 121"/>
              <p:cNvSpPr>
                <a:spLocks noChangeAspect="1"/>
              </p:cNvSpPr>
              <p:nvPr/>
            </p:nvSpPr>
            <p:spPr>
              <a:xfrm>
                <a:off x="5935761" y="5058333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23" name="立方體 122"/>
              <p:cNvSpPr>
                <a:spLocks noChangeAspect="1"/>
              </p:cNvSpPr>
              <p:nvPr/>
            </p:nvSpPr>
            <p:spPr>
              <a:xfrm>
                <a:off x="5935761" y="4927359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24" name="立方體 123"/>
              <p:cNvSpPr>
                <a:spLocks noChangeAspect="1"/>
              </p:cNvSpPr>
              <p:nvPr/>
            </p:nvSpPr>
            <p:spPr>
              <a:xfrm>
                <a:off x="5935761" y="4792826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25" name="立方體 124"/>
              <p:cNvSpPr>
                <a:spLocks noChangeAspect="1"/>
              </p:cNvSpPr>
              <p:nvPr/>
            </p:nvSpPr>
            <p:spPr>
              <a:xfrm>
                <a:off x="5863496" y="5652247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26" name="立方體 125"/>
              <p:cNvSpPr>
                <a:spLocks noChangeAspect="1"/>
              </p:cNvSpPr>
              <p:nvPr/>
            </p:nvSpPr>
            <p:spPr>
              <a:xfrm>
                <a:off x="5863496" y="5520905"/>
                <a:ext cx="197684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27" name="立方體 126"/>
              <p:cNvSpPr>
                <a:spLocks noChangeAspect="1"/>
              </p:cNvSpPr>
              <p:nvPr/>
            </p:nvSpPr>
            <p:spPr>
              <a:xfrm>
                <a:off x="5863496" y="5389931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28" name="立方體 127"/>
              <p:cNvSpPr>
                <a:spLocks noChangeAspect="1"/>
              </p:cNvSpPr>
              <p:nvPr/>
            </p:nvSpPr>
            <p:spPr>
              <a:xfrm>
                <a:off x="5863496" y="5259369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29" name="立方體 128"/>
              <p:cNvSpPr>
                <a:spLocks noChangeAspect="1"/>
              </p:cNvSpPr>
              <p:nvPr/>
            </p:nvSpPr>
            <p:spPr>
              <a:xfrm>
                <a:off x="5863496" y="5129326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30" name="立方體 129"/>
              <p:cNvSpPr>
                <a:spLocks noChangeAspect="1"/>
              </p:cNvSpPr>
              <p:nvPr/>
            </p:nvSpPr>
            <p:spPr>
              <a:xfrm>
                <a:off x="5863496" y="4998352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31" name="立方體 130"/>
              <p:cNvSpPr>
                <a:spLocks noChangeAspect="1"/>
              </p:cNvSpPr>
              <p:nvPr/>
            </p:nvSpPr>
            <p:spPr>
              <a:xfrm>
                <a:off x="5863496" y="4863817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33" name="立方體 132"/>
              <p:cNvSpPr>
                <a:spLocks noChangeAspect="1"/>
              </p:cNvSpPr>
              <p:nvPr/>
            </p:nvSpPr>
            <p:spPr>
              <a:xfrm>
                <a:off x="5801624" y="5589089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34" name="立方體 133"/>
              <p:cNvSpPr>
                <a:spLocks noChangeAspect="1"/>
              </p:cNvSpPr>
              <p:nvPr/>
            </p:nvSpPr>
            <p:spPr>
              <a:xfrm>
                <a:off x="5801624" y="5458117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35" name="立方體 134"/>
              <p:cNvSpPr>
                <a:spLocks noChangeAspect="1"/>
              </p:cNvSpPr>
              <p:nvPr/>
            </p:nvSpPr>
            <p:spPr>
              <a:xfrm>
                <a:off x="5801624" y="5327555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36" name="立方體 135"/>
              <p:cNvSpPr>
                <a:spLocks noChangeAspect="1"/>
              </p:cNvSpPr>
              <p:nvPr/>
            </p:nvSpPr>
            <p:spPr>
              <a:xfrm>
                <a:off x="5801624" y="5197512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37" name="立方體 136"/>
              <p:cNvSpPr>
                <a:spLocks noChangeAspect="1"/>
              </p:cNvSpPr>
              <p:nvPr/>
            </p:nvSpPr>
            <p:spPr>
              <a:xfrm>
                <a:off x="5801624" y="5066538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38" name="立方體 137"/>
              <p:cNvSpPr>
                <a:spLocks noChangeAspect="1"/>
              </p:cNvSpPr>
              <p:nvPr/>
            </p:nvSpPr>
            <p:spPr>
              <a:xfrm>
                <a:off x="5801624" y="4932003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40" name="立方體 139"/>
              <p:cNvSpPr>
                <a:spLocks noChangeAspect="1"/>
              </p:cNvSpPr>
              <p:nvPr/>
            </p:nvSpPr>
            <p:spPr>
              <a:xfrm>
                <a:off x="5731511" y="5652603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41" name="立方體 140"/>
              <p:cNvSpPr>
                <a:spLocks noChangeAspect="1"/>
              </p:cNvSpPr>
              <p:nvPr/>
            </p:nvSpPr>
            <p:spPr>
              <a:xfrm>
                <a:off x="5731511" y="5521629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42" name="立方體 141"/>
              <p:cNvSpPr>
                <a:spLocks noChangeAspect="1"/>
              </p:cNvSpPr>
              <p:nvPr/>
            </p:nvSpPr>
            <p:spPr>
              <a:xfrm>
                <a:off x="5731511" y="5391068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43" name="立方體 142"/>
              <p:cNvSpPr>
                <a:spLocks noChangeAspect="1"/>
              </p:cNvSpPr>
              <p:nvPr/>
            </p:nvSpPr>
            <p:spPr>
              <a:xfrm>
                <a:off x="5731511" y="5261024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44" name="立方體 143"/>
              <p:cNvSpPr>
                <a:spLocks noChangeAspect="1"/>
              </p:cNvSpPr>
              <p:nvPr/>
            </p:nvSpPr>
            <p:spPr>
              <a:xfrm>
                <a:off x="5731511" y="5130050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145" name="立方體 144"/>
              <p:cNvSpPr>
                <a:spLocks noChangeAspect="1"/>
              </p:cNvSpPr>
              <p:nvPr/>
            </p:nvSpPr>
            <p:spPr>
              <a:xfrm>
                <a:off x="5731511" y="4995517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pic>
            <p:nvPicPr>
              <p:cNvPr id="211" name="圖片 210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11396" y="4928394"/>
                <a:ext cx="1054323" cy="1054321"/>
              </a:xfrm>
              <a:prstGeom prst="rect">
                <a:avLst/>
              </a:prstGeom>
            </p:spPr>
          </p:pic>
          <p:pic>
            <p:nvPicPr>
              <p:cNvPr id="7" name="圖片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3655" y="4923075"/>
                <a:ext cx="1069110" cy="1069110"/>
              </a:xfrm>
              <a:prstGeom prst="rect">
                <a:avLst/>
              </a:prstGeom>
            </p:spPr>
          </p:pic>
        </p:grpSp>
        <p:sp>
          <p:nvSpPr>
            <p:cNvPr id="9" name="向右箭號 8"/>
            <p:cNvSpPr/>
            <p:nvPr/>
          </p:nvSpPr>
          <p:spPr>
            <a:xfrm>
              <a:off x="8721797" y="2793353"/>
              <a:ext cx="900000" cy="307777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5" name="文字方塊 17"/>
            <p:cNvSpPr txBox="1"/>
            <p:nvPr/>
          </p:nvSpPr>
          <p:spPr>
            <a:xfrm>
              <a:off x="7952304" y="3644553"/>
              <a:ext cx="2169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3-D P</a:t>
              </a:r>
              <a:r>
                <a:rPr kumimoji="0" lang="en-US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atch</a:t>
              </a:r>
              <a:r>
                <a:rPr kumimoji="0" lang="en-US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 </a:t>
              </a:r>
              <a:r>
                <a:rPr 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P</a:t>
              </a:r>
              <a:r>
                <a:rPr kumimoji="0" lang="en-US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artition</a:t>
              </a:r>
              <a:endParaRPr kumimoji="0" lang="zh-TW" alt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</p:grpSp>
      <p:grpSp>
        <p:nvGrpSpPr>
          <p:cNvPr id="568" name="群組 567"/>
          <p:cNvGrpSpPr/>
          <p:nvPr/>
        </p:nvGrpSpPr>
        <p:grpSpPr>
          <a:xfrm>
            <a:off x="1721592" y="4181259"/>
            <a:ext cx="9429101" cy="2191499"/>
            <a:chOff x="1278414" y="4526618"/>
            <a:chExt cx="9429101" cy="2191499"/>
          </a:xfrm>
        </p:grpSpPr>
        <p:sp>
          <p:nvSpPr>
            <p:cNvPr id="348" name="向右箭號 347"/>
            <p:cNvSpPr/>
            <p:nvPr/>
          </p:nvSpPr>
          <p:spPr>
            <a:xfrm>
              <a:off x="2819974" y="5159716"/>
              <a:ext cx="900000" cy="307777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3" name="群組 32"/>
            <p:cNvGrpSpPr/>
            <p:nvPr/>
          </p:nvGrpSpPr>
          <p:grpSpPr>
            <a:xfrm>
              <a:off x="1278414" y="4551502"/>
              <a:ext cx="1324822" cy="1336500"/>
              <a:chOff x="1178929" y="4551517"/>
              <a:chExt cx="1324822" cy="1336500"/>
            </a:xfrm>
          </p:grpSpPr>
          <p:sp>
            <p:nvSpPr>
              <p:cNvPr id="285" name="立方體 284"/>
              <p:cNvSpPr>
                <a:spLocks noChangeAspect="1"/>
              </p:cNvSpPr>
              <p:nvPr/>
            </p:nvSpPr>
            <p:spPr>
              <a:xfrm>
                <a:off x="2214075" y="4739079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86" name="立方體 285"/>
              <p:cNvSpPr>
                <a:spLocks noChangeAspect="1"/>
              </p:cNvSpPr>
              <p:nvPr/>
            </p:nvSpPr>
            <p:spPr>
              <a:xfrm>
                <a:off x="2143962" y="4802591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87" name="立方體 286"/>
              <p:cNvSpPr>
                <a:spLocks noChangeAspect="1"/>
              </p:cNvSpPr>
              <p:nvPr/>
            </p:nvSpPr>
            <p:spPr>
              <a:xfrm>
                <a:off x="1180368" y="4551517"/>
                <a:ext cx="1323383" cy="1323383"/>
              </a:xfrm>
              <a:prstGeom prst="cube">
                <a:avLst>
                  <a:gd name="adj" fmla="val 20429"/>
                </a:avLst>
              </a:prstGeom>
              <a:solidFill>
                <a:srgbClr val="A5A5A5"/>
              </a:solidFill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88" name="立方體 287"/>
              <p:cNvSpPr>
                <a:spLocks noChangeAspect="1"/>
              </p:cNvSpPr>
              <p:nvPr/>
            </p:nvSpPr>
            <p:spPr>
              <a:xfrm>
                <a:off x="1180785" y="4754927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89" name="立方體 288"/>
              <p:cNvSpPr>
                <a:spLocks noChangeAspect="1"/>
              </p:cNvSpPr>
              <p:nvPr/>
            </p:nvSpPr>
            <p:spPr>
              <a:xfrm>
                <a:off x="1246289" y="4687452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90" name="立方體 289"/>
              <p:cNvSpPr>
                <a:spLocks noChangeAspect="1"/>
              </p:cNvSpPr>
              <p:nvPr/>
            </p:nvSpPr>
            <p:spPr>
              <a:xfrm>
                <a:off x="1313228" y="4620068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91" name="立方體 290"/>
              <p:cNvSpPr>
                <a:spLocks noChangeAspect="1"/>
              </p:cNvSpPr>
              <p:nvPr/>
            </p:nvSpPr>
            <p:spPr>
              <a:xfrm>
                <a:off x="1384819" y="4551863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92" name="立方體 291"/>
              <p:cNvSpPr>
                <a:spLocks noChangeAspect="1"/>
              </p:cNvSpPr>
              <p:nvPr/>
            </p:nvSpPr>
            <p:spPr>
              <a:xfrm>
                <a:off x="1511217" y="4552715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93" name="立方體 292"/>
              <p:cNvSpPr>
                <a:spLocks noChangeAspect="1"/>
              </p:cNvSpPr>
              <p:nvPr/>
            </p:nvSpPr>
            <p:spPr>
              <a:xfrm>
                <a:off x="1641289" y="4552933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94" name="立方體 293"/>
              <p:cNvSpPr>
                <a:spLocks noChangeAspect="1"/>
              </p:cNvSpPr>
              <p:nvPr/>
            </p:nvSpPr>
            <p:spPr>
              <a:xfrm>
                <a:off x="1772912" y="4552933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95" name="立方體 294"/>
              <p:cNvSpPr>
                <a:spLocks noChangeAspect="1"/>
              </p:cNvSpPr>
              <p:nvPr/>
            </p:nvSpPr>
            <p:spPr>
              <a:xfrm>
                <a:off x="1906046" y="4552591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96" name="立方體 295"/>
              <p:cNvSpPr>
                <a:spLocks noChangeAspect="1"/>
              </p:cNvSpPr>
              <p:nvPr/>
            </p:nvSpPr>
            <p:spPr>
              <a:xfrm>
                <a:off x="2037669" y="4552591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97" name="立方體 296"/>
              <p:cNvSpPr>
                <a:spLocks noChangeAspect="1"/>
              </p:cNvSpPr>
              <p:nvPr/>
            </p:nvSpPr>
            <p:spPr>
              <a:xfrm>
                <a:off x="2169835" y="4553198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98" name="立方體 297"/>
              <p:cNvSpPr>
                <a:spLocks noChangeAspect="1"/>
              </p:cNvSpPr>
              <p:nvPr/>
            </p:nvSpPr>
            <p:spPr>
              <a:xfrm>
                <a:off x="2303713" y="4552591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99" name="立方體 298"/>
              <p:cNvSpPr>
                <a:spLocks noChangeAspect="1"/>
              </p:cNvSpPr>
              <p:nvPr/>
            </p:nvSpPr>
            <p:spPr>
              <a:xfrm>
                <a:off x="1444573" y="4620902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00" name="立方體 299"/>
              <p:cNvSpPr>
                <a:spLocks noChangeAspect="1"/>
              </p:cNvSpPr>
              <p:nvPr/>
            </p:nvSpPr>
            <p:spPr>
              <a:xfrm>
                <a:off x="1574647" y="4621119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01" name="立方體 300"/>
              <p:cNvSpPr>
                <a:spLocks noChangeAspect="1"/>
              </p:cNvSpPr>
              <p:nvPr/>
            </p:nvSpPr>
            <p:spPr>
              <a:xfrm>
                <a:off x="1706270" y="4621119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02" name="立方體 301"/>
              <p:cNvSpPr>
                <a:spLocks noChangeAspect="1"/>
              </p:cNvSpPr>
              <p:nvPr/>
            </p:nvSpPr>
            <p:spPr>
              <a:xfrm>
                <a:off x="1839405" y="4620777"/>
                <a:ext cx="197684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03" name="立方體 302"/>
              <p:cNvSpPr>
                <a:spLocks noChangeAspect="1"/>
              </p:cNvSpPr>
              <p:nvPr/>
            </p:nvSpPr>
            <p:spPr>
              <a:xfrm>
                <a:off x="1971028" y="4620777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04" name="立方體 303"/>
              <p:cNvSpPr>
                <a:spLocks noChangeAspect="1"/>
              </p:cNvSpPr>
              <p:nvPr/>
            </p:nvSpPr>
            <p:spPr>
              <a:xfrm>
                <a:off x="2103193" y="4621384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05" name="立方體 304"/>
              <p:cNvSpPr>
                <a:spLocks noChangeAspect="1"/>
              </p:cNvSpPr>
              <p:nvPr/>
            </p:nvSpPr>
            <p:spPr>
              <a:xfrm>
                <a:off x="2237071" y="4620777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06" name="立方體 305"/>
              <p:cNvSpPr>
                <a:spLocks noChangeAspect="1"/>
              </p:cNvSpPr>
              <p:nvPr/>
            </p:nvSpPr>
            <p:spPr>
              <a:xfrm>
                <a:off x="1377935" y="4687538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07" name="立方體 306"/>
              <p:cNvSpPr>
                <a:spLocks noChangeAspect="1"/>
              </p:cNvSpPr>
              <p:nvPr/>
            </p:nvSpPr>
            <p:spPr>
              <a:xfrm>
                <a:off x="1508009" y="4687756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08" name="立方體 307"/>
              <p:cNvSpPr>
                <a:spLocks noChangeAspect="1"/>
              </p:cNvSpPr>
              <p:nvPr/>
            </p:nvSpPr>
            <p:spPr>
              <a:xfrm>
                <a:off x="1639632" y="4687756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09" name="立方體 308"/>
              <p:cNvSpPr>
                <a:spLocks noChangeAspect="1"/>
              </p:cNvSpPr>
              <p:nvPr/>
            </p:nvSpPr>
            <p:spPr>
              <a:xfrm>
                <a:off x="1772765" y="4687414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10" name="立方體 309"/>
              <p:cNvSpPr>
                <a:spLocks noChangeAspect="1"/>
              </p:cNvSpPr>
              <p:nvPr/>
            </p:nvSpPr>
            <p:spPr>
              <a:xfrm>
                <a:off x="1904388" y="4687414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11" name="立方體 310"/>
              <p:cNvSpPr>
                <a:spLocks noChangeAspect="1"/>
              </p:cNvSpPr>
              <p:nvPr/>
            </p:nvSpPr>
            <p:spPr>
              <a:xfrm>
                <a:off x="2036553" y="4688021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12" name="立方體 311"/>
              <p:cNvSpPr>
                <a:spLocks noChangeAspect="1"/>
              </p:cNvSpPr>
              <p:nvPr/>
            </p:nvSpPr>
            <p:spPr>
              <a:xfrm>
                <a:off x="2170433" y="4687414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13" name="立方體 312"/>
              <p:cNvSpPr>
                <a:spLocks noChangeAspect="1"/>
              </p:cNvSpPr>
              <p:nvPr/>
            </p:nvSpPr>
            <p:spPr>
              <a:xfrm>
                <a:off x="1309743" y="4755126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14" name="立方體 313"/>
              <p:cNvSpPr>
                <a:spLocks noChangeAspect="1"/>
              </p:cNvSpPr>
              <p:nvPr/>
            </p:nvSpPr>
            <p:spPr>
              <a:xfrm>
                <a:off x="1439816" y="4755344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15" name="立方體 314"/>
              <p:cNvSpPr>
                <a:spLocks noChangeAspect="1"/>
              </p:cNvSpPr>
              <p:nvPr/>
            </p:nvSpPr>
            <p:spPr>
              <a:xfrm>
                <a:off x="1571440" y="4755344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16" name="立方體 315"/>
              <p:cNvSpPr>
                <a:spLocks noChangeAspect="1"/>
              </p:cNvSpPr>
              <p:nvPr/>
            </p:nvSpPr>
            <p:spPr>
              <a:xfrm>
                <a:off x="1704574" y="4755002"/>
                <a:ext cx="197684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17" name="立方體 316"/>
              <p:cNvSpPr>
                <a:spLocks noChangeAspect="1"/>
              </p:cNvSpPr>
              <p:nvPr/>
            </p:nvSpPr>
            <p:spPr>
              <a:xfrm>
                <a:off x="1836197" y="4755002"/>
                <a:ext cx="197684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18" name="立方體 317"/>
              <p:cNvSpPr>
                <a:spLocks noChangeAspect="1"/>
              </p:cNvSpPr>
              <p:nvPr/>
            </p:nvSpPr>
            <p:spPr>
              <a:xfrm>
                <a:off x="1968362" y="4755609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19" name="立方體 318"/>
              <p:cNvSpPr>
                <a:spLocks noChangeAspect="1"/>
              </p:cNvSpPr>
              <p:nvPr/>
            </p:nvSpPr>
            <p:spPr>
              <a:xfrm>
                <a:off x="2102240" y="4755002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20" name="立方體 319"/>
              <p:cNvSpPr>
                <a:spLocks noChangeAspect="1"/>
              </p:cNvSpPr>
              <p:nvPr/>
            </p:nvSpPr>
            <p:spPr>
              <a:xfrm>
                <a:off x="2303842" y="5474913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21" name="立方體 320"/>
              <p:cNvSpPr>
                <a:spLocks noChangeAspect="1"/>
              </p:cNvSpPr>
              <p:nvPr/>
            </p:nvSpPr>
            <p:spPr>
              <a:xfrm>
                <a:off x="2303842" y="5343570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22" name="立方體 321"/>
              <p:cNvSpPr>
                <a:spLocks noChangeAspect="1"/>
              </p:cNvSpPr>
              <p:nvPr/>
            </p:nvSpPr>
            <p:spPr>
              <a:xfrm>
                <a:off x="2303842" y="5212595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23" name="立方體 322"/>
              <p:cNvSpPr>
                <a:spLocks noChangeAspect="1"/>
              </p:cNvSpPr>
              <p:nvPr/>
            </p:nvSpPr>
            <p:spPr>
              <a:xfrm>
                <a:off x="2303842" y="5082034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24" name="立方體 323"/>
              <p:cNvSpPr>
                <a:spLocks noChangeAspect="1"/>
              </p:cNvSpPr>
              <p:nvPr/>
            </p:nvSpPr>
            <p:spPr>
              <a:xfrm>
                <a:off x="2303842" y="4951990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25" name="立方體 324"/>
              <p:cNvSpPr>
                <a:spLocks noChangeAspect="1"/>
              </p:cNvSpPr>
              <p:nvPr/>
            </p:nvSpPr>
            <p:spPr>
              <a:xfrm>
                <a:off x="2303842" y="4821016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26" name="立方體 325"/>
              <p:cNvSpPr>
                <a:spLocks noChangeAspect="1"/>
              </p:cNvSpPr>
              <p:nvPr/>
            </p:nvSpPr>
            <p:spPr>
              <a:xfrm>
                <a:off x="2303842" y="4686483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27" name="立方體 326"/>
              <p:cNvSpPr>
                <a:spLocks noChangeAspect="1"/>
              </p:cNvSpPr>
              <p:nvPr/>
            </p:nvSpPr>
            <p:spPr>
              <a:xfrm>
                <a:off x="2231577" y="5545904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28" name="立方體 327"/>
              <p:cNvSpPr>
                <a:spLocks noChangeAspect="1"/>
              </p:cNvSpPr>
              <p:nvPr/>
            </p:nvSpPr>
            <p:spPr>
              <a:xfrm>
                <a:off x="2231577" y="5414562"/>
                <a:ext cx="197684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29" name="立方體 328"/>
              <p:cNvSpPr>
                <a:spLocks noChangeAspect="1"/>
              </p:cNvSpPr>
              <p:nvPr/>
            </p:nvSpPr>
            <p:spPr>
              <a:xfrm>
                <a:off x="2231577" y="5283588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30" name="立方體 329"/>
              <p:cNvSpPr>
                <a:spLocks noChangeAspect="1"/>
              </p:cNvSpPr>
              <p:nvPr/>
            </p:nvSpPr>
            <p:spPr>
              <a:xfrm>
                <a:off x="2231577" y="5153026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31" name="立方體 330"/>
              <p:cNvSpPr>
                <a:spLocks noChangeAspect="1"/>
              </p:cNvSpPr>
              <p:nvPr/>
            </p:nvSpPr>
            <p:spPr>
              <a:xfrm>
                <a:off x="2231577" y="5022983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32" name="立方體 331"/>
              <p:cNvSpPr>
                <a:spLocks noChangeAspect="1"/>
              </p:cNvSpPr>
              <p:nvPr/>
            </p:nvSpPr>
            <p:spPr>
              <a:xfrm>
                <a:off x="2231577" y="4892009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33" name="立方體 332"/>
              <p:cNvSpPr>
                <a:spLocks noChangeAspect="1"/>
              </p:cNvSpPr>
              <p:nvPr/>
            </p:nvSpPr>
            <p:spPr>
              <a:xfrm>
                <a:off x="2231577" y="4757474"/>
                <a:ext cx="197684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34" name="立方體 333"/>
              <p:cNvSpPr>
                <a:spLocks noChangeAspect="1"/>
              </p:cNvSpPr>
              <p:nvPr/>
            </p:nvSpPr>
            <p:spPr>
              <a:xfrm>
                <a:off x="2169705" y="5482746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35" name="立方體 334"/>
              <p:cNvSpPr>
                <a:spLocks noChangeAspect="1"/>
              </p:cNvSpPr>
              <p:nvPr/>
            </p:nvSpPr>
            <p:spPr>
              <a:xfrm>
                <a:off x="2169705" y="5351774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36" name="立方體 335"/>
              <p:cNvSpPr>
                <a:spLocks noChangeAspect="1"/>
              </p:cNvSpPr>
              <p:nvPr/>
            </p:nvSpPr>
            <p:spPr>
              <a:xfrm>
                <a:off x="2169705" y="5221212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37" name="立方體 336"/>
              <p:cNvSpPr>
                <a:spLocks noChangeAspect="1"/>
              </p:cNvSpPr>
              <p:nvPr/>
            </p:nvSpPr>
            <p:spPr>
              <a:xfrm>
                <a:off x="2169705" y="5091169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38" name="立方體 337"/>
              <p:cNvSpPr>
                <a:spLocks noChangeAspect="1"/>
              </p:cNvSpPr>
              <p:nvPr/>
            </p:nvSpPr>
            <p:spPr>
              <a:xfrm>
                <a:off x="2169705" y="4960195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39" name="立方體 338"/>
              <p:cNvSpPr>
                <a:spLocks noChangeAspect="1"/>
              </p:cNvSpPr>
              <p:nvPr/>
            </p:nvSpPr>
            <p:spPr>
              <a:xfrm>
                <a:off x="2169705" y="4825660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40" name="立方體 339"/>
              <p:cNvSpPr>
                <a:spLocks noChangeAspect="1"/>
              </p:cNvSpPr>
              <p:nvPr/>
            </p:nvSpPr>
            <p:spPr>
              <a:xfrm>
                <a:off x="2099592" y="5546260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41" name="立方體 340"/>
              <p:cNvSpPr>
                <a:spLocks noChangeAspect="1"/>
              </p:cNvSpPr>
              <p:nvPr/>
            </p:nvSpPr>
            <p:spPr>
              <a:xfrm>
                <a:off x="2099592" y="5415286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42" name="立方體 341"/>
              <p:cNvSpPr>
                <a:spLocks noChangeAspect="1"/>
              </p:cNvSpPr>
              <p:nvPr/>
            </p:nvSpPr>
            <p:spPr>
              <a:xfrm>
                <a:off x="2099592" y="5284725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43" name="立方體 342"/>
              <p:cNvSpPr>
                <a:spLocks noChangeAspect="1"/>
              </p:cNvSpPr>
              <p:nvPr/>
            </p:nvSpPr>
            <p:spPr>
              <a:xfrm>
                <a:off x="2099592" y="5154681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44" name="立方體 343"/>
              <p:cNvSpPr>
                <a:spLocks noChangeAspect="1"/>
              </p:cNvSpPr>
              <p:nvPr/>
            </p:nvSpPr>
            <p:spPr>
              <a:xfrm>
                <a:off x="2099592" y="5023707"/>
                <a:ext cx="197686" cy="197686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345" name="立方體 344"/>
              <p:cNvSpPr>
                <a:spLocks noChangeAspect="1"/>
              </p:cNvSpPr>
              <p:nvPr/>
            </p:nvSpPr>
            <p:spPr>
              <a:xfrm>
                <a:off x="2099592" y="4889174"/>
                <a:ext cx="197686" cy="197684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pic>
            <p:nvPicPr>
              <p:cNvPr id="346" name="圖片 345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9477" y="4822051"/>
                <a:ext cx="1054323" cy="1054321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</p:pic>
          <p:pic>
            <p:nvPicPr>
              <p:cNvPr id="17" name="圖片 1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8929" y="4821625"/>
                <a:ext cx="1066392" cy="1066392"/>
              </a:xfrm>
              <a:prstGeom prst="rect">
                <a:avLst/>
              </a:prstGeom>
            </p:spPr>
          </p:pic>
        </p:grpSp>
        <p:sp>
          <p:nvSpPr>
            <p:cNvPr id="416" name="文字方塊 77"/>
            <p:cNvSpPr txBox="1"/>
            <p:nvPr/>
          </p:nvSpPr>
          <p:spPr>
            <a:xfrm>
              <a:off x="1477420" y="5940915"/>
              <a:ext cx="7184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kern="1200" dirty="0">
                  <a:solidFill>
                    <a:srgbClr val="70AD47"/>
                  </a:solidFill>
                  <a:effectLst>
                    <a:outerShdw blurRad="38100" dist="38100" dir="2700000" algn="tl">
                      <a:srgbClr val="000000">
                        <a:alpha val="43000"/>
                      </a:srgbClr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Stage 1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417" name="文字方塊 85"/>
            <p:cNvSpPr txBox="1"/>
            <p:nvPr/>
          </p:nvSpPr>
          <p:spPr>
            <a:xfrm>
              <a:off x="4154460" y="5940219"/>
              <a:ext cx="7184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kern="1200" dirty="0">
                  <a:solidFill>
                    <a:srgbClr val="ED7D31"/>
                  </a:solidFill>
                  <a:effectLst>
                    <a:outerShdw blurRad="38100" dist="38100" dir="2700000" algn="tl">
                      <a:srgbClr val="000000">
                        <a:alpha val="43000"/>
                      </a:srgbClr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Stage 2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419" name="向右箭號 418"/>
            <p:cNvSpPr/>
            <p:nvPr/>
          </p:nvSpPr>
          <p:spPr>
            <a:xfrm>
              <a:off x="5554418" y="5145679"/>
              <a:ext cx="900000" cy="307777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3" name="群組 22"/>
            <p:cNvGrpSpPr/>
            <p:nvPr/>
          </p:nvGrpSpPr>
          <p:grpSpPr>
            <a:xfrm>
              <a:off x="3999813" y="4527513"/>
              <a:ext cx="1331914" cy="1351114"/>
              <a:chOff x="7990542" y="4519901"/>
              <a:chExt cx="1331914" cy="1351114"/>
            </a:xfrm>
          </p:grpSpPr>
          <p:sp>
            <p:nvSpPr>
              <p:cNvPr id="421" name="立方體 420"/>
              <p:cNvSpPr>
                <a:spLocks noChangeAspect="1"/>
              </p:cNvSpPr>
              <p:nvPr/>
            </p:nvSpPr>
            <p:spPr>
              <a:xfrm>
                <a:off x="7997013" y="4530700"/>
                <a:ext cx="1323383" cy="1323383"/>
              </a:xfrm>
              <a:prstGeom prst="cube">
                <a:avLst>
                  <a:gd name="adj" fmla="val 20429"/>
                </a:avLst>
              </a:prstGeom>
              <a:solidFill>
                <a:srgbClr val="A5A5A5"/>
              </a:solidFill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1" name="立方體 440"/>
              <p:cNvSpPr>
                <a:spLocks/>
              </p:cNvSpPr>
              <p:nvPr/>
            </p:nvSpPr>
            <p:spPr>
              <a:xfrm>
                <a:off x="7992780" y="4733905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2" name="立方體 441"/>
              <p:cNvSpPr>
                <a:spLocks/>
              </p:cNvSpPr>
              <p:nvPr/>
            </p:nvSpPr>
            <p:spPr>
              <a:xfrm>
                <a:off x="8255246" y="4733905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3" name="立方體 442"/>
              <p:cNvSpPr>
                <a:spLocks/>
              </p:cNvSpPr>
              <p:nvPr/>
            </p:nvSpPr>
            <p:spPr>
              <a:xfrm>
                <a:off x="8517704" y="4733908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4" name="立方體 443"/>
              <p:cNvSpPr>
                <a:spLocks/>
              </p:cNvSpPr>
              <p:nvPr/>
            </p:nvSpPr>
            <p:spPr>
              <a:xfrm>
                <a:off x="8781471" y="4737316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5" name="立方體 444"/>
              <p:cNvSpPr>
                <a:spLocks/>
              </p:cNvSpPr>
              <p:nvPr/>
            </p:nvSpPr>
            <p:spPr>
              <a:xfrm>
                <a:off x="8068983" y="4661934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6" name="立方體 445"/>
              <p:cNvSpPr>
                <a:spLocks/>
              </p:cNvSpPr>
              <p:nvPr/>
            </p:nvSpPr>
            <p:spPr>
              <a:xfrm>
                <a:off x="8145189" y="4594198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7" name="立方體 446"/>
              <p:cNvSpPr>
                <a:spLocks/>
              </p:cNvSpPr>
              <p:nvPr/>
            </p:nvSpPr>
            <p:spPr>
              <a:xfrm>
                <a:off x="8208690" y="4522236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8" name="立方體 447"/>
              <p:cNvSpPr>
                <a:spLocks/>
              </p:cNvSpPr>
              <p:nvPr/>
            </p:nvSpPr>
            <p:spPr>
              <a:xfrm>
                <a:off x="8467055" y="4519901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9" name="立方體 448"/>
              <p:cNvSpPr>
                <a:spLocks/>
              </p:cNvSpPr>
              <p:nvPr/>
            </p:nvSpPr>
            <p:spPr>
              <a:xfrm>
                <a:off x="8323127" y="4659602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0" name="立方體 449"/>
              <p:cNvSpPr>
                <a:spLocks/>
              </p:cNvSpPr>
              <p:nvPr/>
            </p:nvSpPr>
            <p:spPr>
              <a:xfrm>
                <a:off x="8403566" y="4587638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1" name="立方體 450"/>
              <p:cNvSpPr>
                <a:spLocks/>
              </p:cNvSpPr>
              <p:nvPr/>
            </p:nvSpPr>
            <p:spPr>
              <a:xfrm>
                <a:off x="8721066" y="4519907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2" name="立方體 451"/>
              <p:cNvSpPr>
                <a:spLocks/>
              </p:cNvSpPr>
              <p:nvPr/>
            </p:nvSpPr>
            <p:spPr>
              <a:xfrm>
                <a:off x="8987766" y="4519909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3" name="立方體 452"/>
              <p:cNvSpPr>
                <a:spLocks/>
              </p:cNvSpPr>
              <p:nvPr/>
            </p:nvSpPr>
            <p:spPr>
              <a:xfrm>
                <a:off x="8653338" y="4587649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4" name="立方體 453"/>
              <p:cNvSpPr>
                <a:spLocks/>
              </p:cNvSpPr>
              <p:nvPr/>
            </p:nvSpPr>
            <p:spPr>
              <a:xfrm>
                <a:off x="8589840" y="4655384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5" name="立方體 454"/>
              <p:cNvSpPr>
                <a:spLocks/>
              </p:cNvSpPr>
              <p:nvPr/>
            </p:nvSpPr>
            <p:spPr>
              <a:xfrm>
                <a:off x="8848068" y="4668080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6" name="立方體 455"/>
              <p:cNvSpPr>
                <a:spLocks/>
              </p:cNvSpPr>
              <p:nvPr/>
            </p:nvSpPr>
            <p:spPr>
              <a:xfrm>
                <a:off x="8915798" y="4596120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7" name="立方體 456"/>
              <p:cNvSpPr>
                <a:spLocks/>
              </p:cNvSpPr>
              <p:nvPr/>
            </p:nvSpPr>
            <p:spPr>
              <a:xfrm>
                <a:off x="8986922" y="4782383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8" name="立方體 457"/>
              <p:cNvSpPr>
                <a:spLocks/>
              </p:cNvSpPr>
              <p:nvPr/>
            </p:nvSpPr>
            <p:spPr>
              <a:xfrm>
                <a:off x="8992004" y="5049081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9" name="立方體 458"/>
              <p:cNvSpPr>
                <a:spLocks/>
              </p:cNvSpPr>
              <p:nvPr/>
            </p:nvSpPr>
            <p:spPr>
              <a:xfrm>
                <a:off x="8992007" y="5315780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0" name="立方體 459"/>
              <p:cNvSpPr>
                <a:spLocks/>
              </p:cNvSpPr>
              <p:nvPr/>
            </p:nvSpPr>
            <p:spPr>
              <a:xfrm>
                <a:off x="8789688" y="5522982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1" name="立方體 460"/>
              <p:cNvSpPr>
                <a:spLocks/>
              </p:cNvSpPr>
              <p:nvPr/>
            </p:nvSpPr>
            <p:spPr>
              <a:xfrm>
                <a:off x="8869847" y="5451646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2" name="立方體 461"/>
              <p:cNvSpPr>
                <a:spLocks/>
              </p:cNvSpPr>
              <p:nvPr/>
            </p:nvSpPr>
            <p:spPr>
              <a:xfrm>
                <a:off x="8926518" y="5373951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3" name="立方體 462"/>
              <p:cNvSpPr>
                <a:spLocks/>
              </p:cNvSpPr>
              <p:nvPr/>
            </p:nvSpPr>
            <p:spPr>
              <a:xfrm>
                <a:off x="8919664" y="5111122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5" name="立方體 464"/>
              <p:cNvSpPr>
                <a:spLocks/>
              </p:cNvSpPr>
              <p:nvPr/>
            </p:nvSpPr>
            <p:spPr>
              <a:xfrm>
                <a:off x="8797504" y="5246988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6" name="立方體 465"/>
              <p:cNvSpPr>
                <a:spLocks/>
              </p:cNvSpPr>
              <p:nvPr/>
            </p:nvSpPr>
            <p:spPr>
              <a:xfrm>
                <a:off x="8854175" y="5169293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8" name="立方體 467"/>
              <p:cNvSpPr>
                <a:spLocks/>
              </p:cNvSpPr>
              <p:nvPr/>
            </p:nvSpPr>
            <p:spPr>
              <a:xfrm>
                <a:off x="8789688" y="4982582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9" name="立方體 468"/>
              <p:cNvSpPr>
                <a:spLocks/>
              </p:cNvSpPr>
              <p:nvPr/>
            </p:nvSpPr>
            <p:spPr>
              <a:xfrm>
                <a:off x="8869847" y="4911246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70" name="立方體 469"/>
              <p:cNvSpPr>
                <a:spLocks/>
              </p:cNvSpPr>
              <p:nvPr/>
            </p:nvSpPr>
            <p:spPr>
              <a:xfrm>
                <a:off x="8926518" y="4833551"/>
                <a:ext cx="330449" cy="323460"/>
              </a:xfrm>
              <a:prstGeom prst="cube">
                <a:avLst>
                  <a:gd name="adj" fmla="val 22319"/>
                </a:avLst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pic>
            <p:nvPicPr>
              <p:cNvPr id="436" name="圖片 435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90542" y="4810465"/>
                <a:ext cx="1054323" cy="1054321"/>
              </a:xfrm>
              <a:prstGeom prst="rect">
                <a:avLst/>
              </a:prstGeom>
              <a:ln>
                <a:solidFill>
                  <a:schemeClr val="accent2"/>
                </a:solidFill>
              </a:ln>
            </p:spPr>
          </p:pic>
          <p:pic>
            <p:nvPicPr>
              <p:cNvPr id="437" name="圖片 43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90791" y="4810681"/>
                <a:ext cx="1060334" cy="1060334"/>
              </a:xfrm>
              <a:prstGeom prst="rect">
                <a:avLst/>
              </a:prstGeom>
            </p:spPr>
          </p:pic>
        </p:grpSp>
        <p:sp>
          <p:nvSpPr>
            <p:cNvPr id="504" name="文字方塊 90"/>
            <p:cNvSpPr txBox="1"/>
            <p:nvPr/>
          </p:nvSpPr>
          <p:spPr>
            <a:xfrm>
              <a:off x="6860681" y="5940219"/>
              <a:ext cx="7184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kern="1200" dirty="0">
                  <a:solidFill>
                    <a:srgbClr val="4472C4"/>
                  </a:solidFill>
                  <a:effectLst>
                    <a:outerShdw blurRad="38100" dist="38100" dir="2700000" algn="tl">
                      <a:srgbClr val="000000">
                        <a:alpha val="43000"/>
                      </a:srgbClr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Stage 3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grpSp>
          <p:nvGrpSpPr>
            <p:cNvPr id="26" name="群組 25"/>
            <p:cNvGrpSpPr/>
            <p:nvPr/>
          </p:nvGrpSpPr>
          <p:grpSpPr>
            <a:xfrm>
              <a:off x="6675845" y="4527461"/>
              <a:ext cx="1354617" cy="1365966"/>
              <a:chOff x="7189871" y="4803284"/>
              <a:chExt cx="1354617" cy="1365966"/>
            </a:xfrm>
          </p:grpSpPr>
          <p:sp>
            <p:nvSpPr>
              <p:cNvPr id="473" name="立方體 472"/>
              <p:cNvSpPr>
                <a:spLocks noChangeAspect="1"/>
              </p:cNvSpPr>
              <p:nvPr/>
            </p:nvSpPr>
            <p:spPr>
              <a:xfrm>
                <a:off x="7213250" y="4812047"/>
                <a:ext cx="1323383" cy="1323383"/>
              </a:xfrm>
              <a:prstGeom prst="cube">
                <a:avLst>
                  <a:gd name="adj" fmla="val 20429"/>
                </a:avLst>
              </a:prstGeom>
              <a:solidFill>
                <a:srgbClr val="A5A5A5"/>
              </a:solidFill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3" name="立方體 512"/>
              <p:cNvSpPr>
                <a:spLocks noChangeAspect="1"/>
              </p:cNvSpPr>
              <p:nvPr/>
            </p:nvSpPr>
            <p:spPr>
              <a:xfrm>
                <a:off x="7206779" y="5015704"/>
                <a:ext cx="603398" cy="606420"/>
              </a:xfrm>
              <a:prstGeom prst="cube">
                <a:avLst>
                  <a:gd name="adj" fmla="val 11655"/>
                </a:avLst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4" name="立方體 513"/>
              <p:cNvSpPr>
                <a:spLocks noChangeAspect="1"/>
              </p:cNvSpPr>
              <p:nvPr/>
            </p:nvSpPr>
            <p:spPr>
              <a:xfrm>
                <a:off x="7735265" y="5015708"/>
                <a:ext cx="603398" cy="606420"/>
              </a:xfrm>
              <a:prstGeom prst="cube">
                <a:avLst>
                  <a:gd name="adj" fmla="val 11655"/>
                </a:avLst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5" name="立方體 514"/>
              <p:cNvSpPr>
                <a:spLocks noChangeAspect="1"/>
              </p:cNvSpPr>
              <p:nvPr/>
            </p:nvSpPr>
            <p:spPr>
              <a:xfrm>
                <a:off x="7738822" y="5541629"/>
                <a:ext cx="603398" cy="606420"/>
              </a:xfrm>
              <a:prstGeom prst="cube">
                <a:avLst>
                  <a:gd name="adj" fmla="val 11655"/>
                </a:avLst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7" name="立方體 516"/>
              <p:cNvSpPr>
                <a:spLocks noChangeAspect="1"/>
              </p:cNvSpPr>
              <p:nvPr/>
            </p:nvSpPr>
            <p:spPr>
              <a:xfrm>
                <a:off x="7274402" y="4947440"/>
                <a:ext cx="603398" cy="606420"/>
              </a:xfrm>
              <a:prstGeom prst="cube">
                <a:avLst>
                  <a:gd name="adj" fmla="val 11655"/>
                </a:avLst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8" name="立方體 517"/>
              <p:cNvSpPr>
                <a:spLocks noChangeAspect="1"/>
              </p:cNvSpPr>
              <p:nvPr/>
            </p:nvSpPr>
            <p:spPr>
              <a:xfrm>
                <a:off x="7416642" y="4805200"/>
                <a:ext cx="603398" cy="606420"/>
              </a:xfrm>
              <a:prstGeom prst="cube">
                <a:avLst>
                  <a:gd name="adj" fmla="val 11655"/>
                </a:avLst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9" name="立方體 518"/>
              <p:cNvSpPr>
                <a:spLocks noChangeAspect="1"/>
              </p:cNvSpPr>
              <p:nvPr/>
            </p:nvSpPr>
            <p:spPr>
              <a:xfrm>
                <a:off x="7350602" y="4871240"/>
                <a:ext cx="603398" cy="606420"/>
              </a:xfrm>
              <a:prstGeom prst="cube">
                <a:avLst>
                  <a:gd name="adj" fmla="val 11655"/>
                </a:avLst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0" name="立方體 519"/>
              <p:cNvSpPr>
                <a:spLocks noChangeAspect="1"/>
              </p:cNvSpPr>
              <p:nvPr/>
            </p:nvSpPr>
            <p:spPr>
              <a:xfrm>
                <a:off x="7941090" y="4803284"/>
                <a:ext cx="603398" cy="606420"/>
              </a:xfrm>
              <a:prstGeom prst="cube">
                <a:avLst>
                  <a:gd name="adj" fmla="val 11655"/>
                </a:avLst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1" name="立方體 520"/>
              <p:cNvSpPr>
                <a:spLocks noChangeAspect="1"/>
              </p:cNvSpPr>
              <p:nvPr/>
            </p:nvSpPr>
            <p:spPr>
              <a:xfrm>
                <a:off x="7939507" y="5337730"/>
                <a:ext cx="603398" cy="606420"/>
              </a:xfrm>
              <a:prstGeom prst="cube">
                <a:avLst>
                  <a:gd name="adj" fmla="val 11655"/>
                </a:avLst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2" name="立方體 521"/>
              <p:cNvSpPr>
                <a:spLocks noChangeAspect="1"/>
              </p:cNvSpPr>
              <p:nvPr/>
            </p:nvSpPr>
            <p:spPr>
              <a:xfrm>
                <a:off x="7868549" y="4880672"/>
                <a:ext cx="603398" cy="606420"/>
              </a:xfrm>
              <a:prstGeom prst="cube">
                <a:avLst>
                  <a:gd name="adj" fmla="val 11655"/>
                </a:avLst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3" name="立方體 522"/>
              <p:cNvSpPr>
                <a:spLocks noChangeAspect="1"/>
              </p:cNvSpPr>
              <p:nvPr/>
            </p:nvSpPr>
            <p:spPr>
              <a:xfrm>
                <a:off x="7801907" y="4945524"/>
                <a:ext cx="603398" cy="606420"/>
              </a:xfrm>
              <a:prstGeom prst="cube">
                <a:avLst>
                  <a:gd name="adj" fmla="val 11655"/>
                </a:avLst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4" name="立方體 523"/>
              <p:cNvSpPr>
                <a:spLocks noChangeAspect="1"/>
              </p:cNvSpPr>
              <p:nvPr/>
            </p:nvSpPr>
            <p:spPr>
              <a:xfrm>
                <a:off x="7867537" y="5405110"/>
                <a:ext cx="603398" cy="606420"/>
              </a:xfrm>
              <a:prstGeom prst="cube">
                <a:avLst>
                  <a:gd name="adj" fmla="val 11655"/>
                </a:avLst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5" name="立方體 524"/>
              <p:cNvSpPr>
                <a:spLocks noChangeAspect="1"/>
              </p:cNvSpPr>
              <p:nvPr/>
            </p:nvSpPr>
            <p:spPr>
              <a:xfrm>
                <a:off x="7816030" y="5463709"/>
                <a:ext cx="603398" cy="606420"/>
              </a:xfrm>
              <a:prstGeom prst="cube">
                <a:avLst>
                  <a:gd name="adj" fmla="val 11655"/>
                </a:avLst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pic>
            <p:nvPicPr>
              <p:cNvPr id="502" name="圖片 501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06779" y="5091812"/>
                <a:ext cx="1054323" cy="1054321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</p:spPr>
          </p:pic>
          <p:pic>
            <p:nvPicPr>
              <p:cNvPr id="25" name="圖片 2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89871" y="5080889"/>
                <a:ext cx="1092810" cy="1088361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526" name="文字方塊 95"/>
            <p:cNvSpPr txBox="1"/>
            <p:nvPr/>
          </p:nvSpPr>
          <p:spPr>
            <a:xfrm>
              <a:off x="9586557" y="5939650"/>
              <a:ext cx="7184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kern="12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000"/>
                      </a:srgbClr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Stage 4</a:t>
              </a:r>
              <a:endParaRPr lang="zh-TW" sz="140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  <p:sp>
          <p:nvSpPr>
            <p:cNvPr id="528" name="向右箭號 527"/>
            <p:cNvSpPr/>
            <p:nvPr/>
          </p:nvSpPr>
          <p:spPr>
            <a:xfrm>
              <a:off x="8240110" y="5163340"/>
              <a:ext cx="900000" cy="307777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2" name="群組 31"/>
            <p:cNvGrpSpPr/>
            <p:nvPr/>
          </p:nvGrpSpPr>
          <p:grpSpPr>
            <a:xfrm>
              <a:off x="9364562" y="4526618"/>
              <a:ext cx="1342953" cy="1351442"/>
              <a:chOff x="10442659" y="4769296"/>
              <a:chExt cx="1342953" cy="1351442"/>
            </a:xfrm>
          </p:grpSpPr>
          <p:sp>
            <p:nvSpPr>
              <p:cNvPr id="547" name="立方體 546"/>
              <p:cNvSpPr>
                <a:spLocks noChangeAspect="1"/>
              </p:cNvSpPr>
              <p:nvPr/>
            </p:nvSpPr>
            <p:spPr>
              <a:xfrm>
                <a:off x="10462229" y="4770454"/>
                <a:ext cx="1323383" cy="1323383"/>
              </a:xfrm>
              <a:prstGeom prst="cube">
                <a:avLst>
                  <a:gd name="adj" fmla="val 20429"/>
                </a:avLst>
              </a:prstGeom>
              <a:solidFill>
                <a:srgbClr val="A5A5A5"/>
              </a:solidFill>
              <a:ln w="1270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62" name="立方體 561"/>
              <p:cNvSpPr>
                <a:spLocks noChangeAspect="1"/>
              </p:cNvSpPr>
              <p:nvPr/>
            </p:nvSpPr>
            <p:spPr>
              <a:xfrm>
                <a:off x="10648365" y="4769296"/>
                <a:ext cx="1133734" cy="1139413"/>
              </a:xfrm>
              <a:prstGeom prst="cube">
                <a:avLst>
                  <a:gd name="adj" fmla="val 5804"/>
                </a:avLst>
              </a:prstGeom>
              <a:noFill/>
              <a:ln w="1270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63" name="立方體 562"/>
              <p:cNvSpPr>
                <a:spLocks noChangeAspect="1"/>
              </p:cNvSpPr>
              <p:nvPr/>
            </p:nvSpPr>
            <p:spPr>
              <a:xfrm>
                <a:off x="10590846" y="4827449"/>
                <a:ext cx="1133734" cy="1139413"/>
              </a:xfrm>
              <a:prstGeom prst="cube">
                <a:avLst>
                  <a:gd name="adj" fmla="val 5804"/>
                </a:avLst>
              </a:prstGeom>
              <a:noFill/>
              <a:ln w="1270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64" name="立方體 563"/>
              <p:cNvSpPr>
                <a:spLocks noChangeAspect="1"/>
              </p:cNvSpPr>
              <p:nvPr/>
            </p:nvSpPr>
            <p:spPr>
              <a:xfrm>
                <a:off x="10526076" y="4891020"/>
                <a:ext cx="1133734" cy="1139413"/>
              </a:xfrm>
              <a:prstGeom prst="cube">
                <a:avLst>
                  <a:gd name="adj" fmla="val 5804"/>
                </a:avLst>
              </a:prstGeom>
              <a:noFill/>
              <a:ln w="1270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05" name="立方體 504"/>
              <p:cNvSpPr>
                <a:spLocks noChangeAspect="1"/>
              </p:cNvSpPr>
              <p:nvPr/>
            </p:nvSpPr>
            <p:spPr>
              <a:xfrm>
                <a:off x="10459079" y="4960941"/>
                <a:ext cx="1133734" cy="1139413"/>
              </a:xfrm>
              <a:prstGeom prst="cube">
                <a:avLst>
                  <a:gd name="adj" fmla="val 5804"/>
                </a:avLst>
              </a:prstGeom>
              <a:noFill/>
              <a:ln w="1270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pic>
            <p:nvPicPr>
              <p:cNvPr id="560" name="圖片 559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55758" y="5050219"/>
                <a:ext cx="1054323" cy="1054321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31" name="圖片 3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42659" y="5022565"/>
                <a:ext cx="1088515" cy="1098173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566" name="文字方塊 17"/>
            <p:cNvSpPr txBox="1"/>
            <p:nvPr/>
          </p:nvSpPr>
          <p:spPr>
            <a:xfrm>
              <a:off x="3936917" y="6348785"/>
              <a:ext cx="39796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3-D P</a:t>
              </a:r>
              <a:r>
                <a:rPr kumimoji="0" lang="en-US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atch</a:t>
              </a:r>
              <a:r>
                <a:rPr kumimoji="0" lang="en-US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 Merging at Different </a:t>
              </a:r>
              <a:r>
                <a:rPr 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S</a:t>
              </a:r>
              <a:r>
                <a:rPr kumimoji="0" lang="en-US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Times New Roman" panose="02020603050405020304" pitchFamily="18" charset="0"/>
                  <a:ea typeface="新細明體" panose="02020500000000000000" pitchFamily="18" charset="-120"/>
                  <a:cs typeface="新細明體" panose="02020500000000000000" pitchFamily="18" charset="-120"/>
                </a:rPr>
                <a:t>tages</a:t>
              </a:r>
              <a:endParaRPr kumimoji="0" lang="zh-TW" alt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新細明體" panose="02020500000000000000" pitchFamily="18" charset="-120"/>
                <a:ea typeface="新細明體" panose="02020500000000000000" pitchFamily="18" charset="-120"/>
                <a:cs typeface="新細明體" panose="02020500000000000000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246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Methods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Classification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4" y="1278864"/>
            <a:ext cx="7156905" cy="5077486"/>
          </a:xfrm>
        </p:spPr>
        <p:txBody>
          <a:bodyPr>
            <a:normAutofit/>
          </a:bodyPr>
          <a:lstStyle/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 smtClean="0"/>
              <a:t>3-D SWIRL Transformer block</a:t>
            </a:r>
            <a:endParaRPr lang="en-US" altLang="zh-TW" sz="3200" dirty="0"/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Layer </a:t>
            </a:r>
            <a:r>
              <a:rPr lang="en-US" altLang="zh-TW" dirty="0"/>
              <a:t>normalization (</a:t>
            </a:r>
            <a:r>
              <a:rPr lang="en-US" altLang="zh-TW" dirty="0" smtClean="0"/>
              <a:t>LN)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Skip-connection</a:t>
            </a:r>
            <a:endParaRPr lang="en-US" altLang="zh-TW" dirty="0"/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Window-based </a:t>
            </a:r>
            <a:r>
              <a:rPr lang="en-US" altLang="zh-TW" dirty="0"/>
              <a:t>multi-head self-attention module (</a:t>
            </a:r>
            <a:r>
              <a:rPr lang="en-US" altLang="zh-TW" dirty="0" smtClean="0"/>
              <a:t>W-</a:t>
            </a:r>
            <a:r>
              <a:rPr lang="en-US" altLang="zh-TW" dirty="0" err="1" smtClean="0"/>
              <a:t>MSA</a:t>
            </a:r>
            <a:r>
              <a:rPr lang="en-US" altLang="zh-TW" dirty="0" smtClean="0"/>
              <a:t>)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Shifted </a:t>
            </a:r>
            <a:r>
              <a:rPr lang="en-US" altLang="zh-TW" dirty="0"/>
              <a:t>window-based multi-head self-attention module (</a:t>
            </a:r>
            <a:r>
              <a:rPr lang="en-US" altLang="zh-TW" dirty="0" smtClean="0"/>
              <a:t>SW-</a:t>
            </a:r>
            <a:r>
              <a:rPr lang="en-US" altLang="zh-TW" dirty="0" err="1" smtClean="0"/>
              <a:t>MSA</a:t>
            </a:r>
            <a:r>
              <a:rPr lang="en-US" altLang="zh-TW" dirty="0" smtClean="0"/>
              <a:t>)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>
                <a:solidFill>
                  <a:srgbClr val="C00000"/>
                </a:solidFill>
              </a:rPr>
              <a:t>Inverted </a:t>
            </a:r>
            <a:r>
              <a:rPr lang="en-US" altLang="zh-TW" dirty="0">
                <a:solidFill>
                  <a:srgbClr val="C00000"/>
                </a:solidFill>
              </a:rPr>
              <a:t>residual </a:t>
            </a:r>
            <a:r>
              <a:rPr lang="en-US" altLang="zh-TW" dirty="0" smtClean="0">
                <a:solidFill>
                  <a:srgbClr val="C00000"/>
                </a:solidFill>
              </a:rPr>
              <a:t>switch </a:t>
            </a:r>
            <a:r>
              <a:rPr lang="en-US" altLang="zh-TW" dirty="0">
                <a:solidFill>
                  <a:srgbClr val="C00000"/>
                </a:solidFill>
              </a:rPr>
              <a:t>(IR-switch)</a:t>
            </a:r>
          </a:p>
          <a:p>
            <a:pPr lvl="1" indent="0" algn="l">
              <a:lnSpc>
                <a:spcPct val="150000"/>
              </a:lnSpc>
              <a:spcBef>
                <a:spcPts val="0"/>
              </a:spcBef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pSp>
        <p:nvGrpSpPr>
          <p:cNvPr id="53" name="群組 52"/>
          <p:cNvGrpSpPr/>
          <p:nvPr/>
        </p:nvGrpSpPr>
        <p:grpSpPr>
          <a:xfrm>
            <a:off x="7892511" y="1278864"/>
            <a:ext cx="3486238" cy="4995781"/>
            <a:chOff x="7678649" y="1278864"/>
            <a:chExt cx="3486238" cy="4995781"/>
          </a:xfrm>
        </p:grpSpPr>
        <p:sp>
          <p:nvSpPr>
            <p:cNvPr id="54" name="圓角矩形 53"/>
            <p:cNvSpPr/>
            <p:nvPr/>
          </p:nvSpPr>
          <p:spPr>
            <a:xfrm>
              <a:off x="9623953" y="1479043"/>
              <a:ext cx="1540934" cy="4580384"/>
            </a:xfrm>
            <a:prstGeom prst="roundRect">
              <a:avLst/>
            </a:prstGeom>
            <a:noFill/>
            <a:ln w="19050">
              <a:prstDash val="lg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5" name="肘形接點 54"/>
            <p:cNvCxnSpPr>
              <a:stCxn id="110" idx="0"/>
              <a:endCxn id="58" idx="2"/>
            </p:cNvCxnSpPr>
            <p:nvPr/>
          </p:nvCxnSpPr>
          <p:spPr>
            <a:xfrm rot="16200000" flipH="1" flipV="1">
              <a:off x="7599971" y="2604559"/>
              <a:ext cx="1763322" cy="181616"/>
            </a:xfrm>
            <a:prstGeom prst="bentConnector4">
              <a:avLst>
                <a:gd name="adj1" fmla="val -9821"/>
                <a:gd name="adj2" fmla="val 397952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6" name="群組 55"/>
            <p:cNvGrpSpPr/>
            <p:nvPr/>
          </p:nvGrpSpPr>
          <p:grpSpPr>
            <a:xfrm>
              <a:off x="8078295" y="1813706"/>
              <a:ext cx="988290" cy="498703"/>
              <a:chOff x="2909455" y="4805926"/>
              <a:chExt cx="988290" cy="498703"/>
            </a:xfrm>
          </p:grpSpPr>
          <p:sp>
            <p:nvSpPr>
              <p:cNvPr id="110" name="矩形 109"/>
              <p:cNvSpPr/>
              <p:nvPr/>
            </p:nvSpPr>
            <p:spPr>
              <a:xfrm>
                <a:off x="2909455" y="4805926"/>
                <a:ext cx="988290" cy="49870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1" name="文字方塊 110"/>
              <p:cNvSpPr txBox="1"/>
              <p:nvPr/>
            </p:nvSpPr>
            <p:spPr>
              <a:xfrm>
                <a:off x="3157379" y="4870612"/>
                <a:ext cx="492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LN</a:t>
                </a:r>
                <a:endParaRPr lang="zh-TW" altLang="en-US" dirty="0"/>
              </a:p>
            </p:txBody>
          </p:sp>
        </p:grpSp>
        <p:grpSp>
          <p:nvGrpSpPr>
            <p:cNvPr id="57" name="群組 56"/>
            <p:cNvGrpSpPr/>
            <p:nvPr/>
          </p:nvGrpSpPr>
          <p:grpSpPr>
            <a:xfrm>
              <a:off x="8076679" y="2608135"/>
              <a:ext cx="988290" cy="498703"/>
              <a:chOff x="2909455" y="4090215"/>
              <a:chExt cx="988290" cy="498703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07" name="矩形 106"/>
              <p:cNvSpPr/>
              <p:nvPr/>
            </p:nvSpPr>
            <p:spPr>
              <a:xfrm>
                <a:off x="2909455" y="4090215"/>
                <a:ext cx="988290" cy="498703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" name="文字方塊 108"/>
              <p:cNvSpPr txBox="1"/>
              <p:nvPr/>
            </p:nvSpPr>
            <p:spPr>
              <a:xfrm>
                <a:off x="2918691" y="4154900"/>
                <a:ext cx="966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solidFill>
                      <a:schemeClr val="bg1"/>
                    </a:solidFill>
                  </a:rPr>
                  <a:t>W-</a:t>
                </a:r>
                <a:r>
                  <a:rPr lang="en-US" altLang="zh-TW" dirty="0" err="1" smtClean="0">
                    <a:solidFill>
                      <a:schemeClr val="bg1"/>
                    </a:solidFill>
                  </a:rPr>
                  <a:t>MSA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8" name="橢圓 57"/>
            <p:cNvSpPr/>
            <p:nvPr/>
          </p:nvSpPr>
          <p:spPr>
            <a:xfrm>
              <a:off x="8390824" y="3397028"/>
              <a:ext cx="360000" cy="36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/>
                <a:t>+</a:t>
              </a:r>
              <a:endParaRPr lang="zh-TW" altLang="en-US" b="1" dirty="0"/>
            </a:p>
          </p:txBody>
        </p:sp>
        <p:grpSp>
          <p:nvGrpSpPr>
            <p:cNvPr id="59" name="群組 58"/>
            <p:cNvGrpSpPr/>
            <p:nvPr/>
          </p:nvGrpSpPr>
          <p:grpSpPr>
            <a:xfrm>
              <a:off x="9994586" y="4052752"/>
              <a:ext cx="988290" cy="498703"/>
              <a:chOff x="2909455" y="4805926"/>
              <a:chExt cx="988290" cy="498703"/>
            </a:xfrm>
          </p:grpSpPr>
          <p:sp>
            <p:nvSpPr>
              <p:cNvPr id="105" name="矩形 104"/>
              <p:cNvSpPr/>
              <p:nvPr/>
            </p:nvSpPr>
            <p:spPr>
              <a:xfrm>
                <a:off x="2909455" y="4805926"/>
                <a:ext cx="988290" cy="49870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6" name="文字方塊 105"/>
              <p:cNvSpPr txBox="1"/>
              <p:nvPr/>
            </p:nvSpPr>
            <p:spPr>
              <a:xfrm>
                <a:off x="3157379" y="4870612"/>
                <a:ext cx="492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LN</a:t>
                </a:r>
                <a:endParaRPr lang="zh-TW" altLang="en-US" dirty="0"/>
              </a:p>
            </p:txBody>
          </p:sp>
        </p:grpSp>
        <p:grpSp>
          <p:nvGrpSpPr>
            <p:cNvPr id="60" name="群組 59"/>
            <p:cNvGrpSpPr/>
            <p:nvPr/>
          </p:nvGrpSpPr>
          <p:grpSpPr>
            <a:xfrm>
              <a:off x="7957261" y="4847181"/>
              <a:ext cx="1237587" cy="498703"/>
              <a:chOff x="1440119" y="4984605"/>
              <a:chExt cx="1237587" cy="498703"/>
            </a:xfrm>
          </p:grpSpPr>
          <p:sp>
            <p:nvSpPr>
              <p:cNvPr id="103" name="矩形 102"/>
              <p:cNvSpPr/>
              <p:nvPr/>
            </p:nvSpPr>
            <p:spPr>
              <a:xfrm>
                <a:off x="1440119" y="4984605"/>
                <a:ext cx="1237587" cy="498703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4" name="文字方塊 103"/>
              <p:cNvSpPr txBox="1"/>
              <p:nvPr/>
            </p:nvSpPr>
            <p:spPr>
              <a:xfrm>
                <a:off x="1519286" y="5067781"/>
                <a:ext cx="1095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IR-switch</a:t>
                </a:r>
                <a:endParaRPr lang="zh-TW" altLang="en-US" dirty="0"/>
              </a:p>
            </p:txBody>
          </p:sp>
        </p:grpSp>
        <p:grpSp>
          <p:nvGrpSpPr>
            <p:cNvPr id="61" name="群組 60"/>
            <p:cNvGrpSpPr/>
            <p:nvPr/>
          </p:nvGrpSpPr>
          <p:grpSpPr>
            <a:xfrm>
              <a:off x="9948406" y="2608134"/>
              <a:ext cx="1095236" cy="498703"/>
              <a:chOff x="2863275" y="4090215"/>
              <a:chExt cx="1095236" cy="498703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01" name="矩形 100"/>
              <p:cNvSpPr/>
              <p:nvPr/>
            </p:nvSpPr>
            <p:spPr>
              <a:xfrm>
                <a:off x="2909455" y="4090215"/>
                <a:ext cx="988290" cy="498703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2" name="文字方塊 101"/>
              <p:cNvSpPr txBox="1"/>
              <p:nvPr/>
            </p:nvSpPr>
            <p:spPr>
              <a:xfrm>
                <a:off x="2863275" y="4154900"/>
                <a:ext cx="10952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solidFill>
                      <a:schemeClr val="bg1"/>
                    </a:solidFill>
                  </a:rPr>
                  <a:t>SW-</a:t>
                </a:r>
                <a:r>
                  <a:rPr lang="en-US" altLang="zh-TW" dirty="0" err="1" smtClean="0">
                    <a:solidFill>
                      <a:schemeClr val="bg1"/>
                    </a:solidFill>
                  </a:rPr>
                  <a:t>MSA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2" name="群組 61"/>
            <p:cNvGrpSpPr/>
            <p:nvPr/>
          </p:nvGrpSpPr>
          <p:grpSpPr>
            <a:xfrm>
              <a:off x="9995529" y="1813706"/>
              <a:ext cx="988290" cy="498703"/>
              <a:chOff x="2909455" y="4805926"/>
              <a:chExt cx="988290" cy="498703"/>
            </a:xfrm>
          </p:grpSpPr>
          <p:sp>
            <p:nvSpPr>
              <p:cNvPr id="99" name="矩形 98"/>
              <p:cNvSpPr/>
              <p:nvPr/>
            </p:nvSpPr>
            <p:spPr>
              <a:xfrm>
                <a:off x="2909455" y="4805926"/>
                <a:ext cx="988290" cy="49870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0" name="文字方塊 99"/>
              <p:cNvSpPr txBox="1"/>
              <p:nvPr/>
            </p:nvSpPr>
            <p:spPr>
              <a:xfrm>
                <a:off x="3157379" y="4870612"/>
                <a:ext cx="492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LN</a:t>
                </a:r>
                <a:endParaRPr lang="zh-TW" altLang="en-US" dirty="0"/>
              </a:p>
            </p:txBody>
          </p:sp>
        </p:grpSp>
        <p:grpSp>
          <p:nvGrpSpPr>
            <p:cNvPr id="63" name="群組 62"/>
            <p:cNvGrpSpPr/>
            <p:nvPr/>
          </p:nvGrpSpPr>
          <p:grpSpPr>
            <a:xfrm>
              <a:off x="8075492" y="4052753"/>
              <a:ext cx="988290" cy="498703"/>
              <a:chOff x="2909455" y="4805926"/>
              <a:chExt cx="988290" cy="498703"/>
            </a:xfrm>
          </p:grpSpPr>
          <p:sp>
            <p:nvSpPr>
              <p:cNvPr id="97" name="矩形 96"/>
              <p:cNvSpPr/>
              <p:nvPr/>
            </p:nvSpPr>
            <p:spPr>
              <a:xfrm>
                <a:off x="2909455" y="4805926"/>
                <a:ext cx="988290" cy="49870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8" name="文字方塊 97"/>
              <p:cNvSpPr txBox="1"/>
              <p:nvPr/>
            </p:nvSpPr>
            <p:spPr>
              <a:xfrm>
                <a:off x="3157379" y="4870612"/>
                <a:ext cx="492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LN</a:t>
                </a:r>
                <a:endParaRPr lang="zh-TW" altLang="en-US" dirty="0"/>
              </a:p>
            </p:txBody>
          </p:sp>
        </p:grpSp>
        <p:sp>
          <p:nvSpPr>
            <p:cNvPr id="64" name="橢圓 63"/>
            <p:cNvSpPr/>
            <p:nvPr/>
          </p:nvSpPr>
          <p:spPr>
            <a:xfrm>
              <a:off x="10308731" y="3405119"/>
              <a:ext cx="360000" cy="36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/>
                <a:t>+</a:t>
              </a:r>
              <a:endParaRPr lang="zh-TW" altLang="en-US" b="1" dirty="0"/>
            </a:p>
          </p:txBody>
        </p:sp>
        <p:sp>
          <p:nvSpPr>
            <p:cNvPr id="65" name="橢圓 64"/>
            <p:cNvSpPr/>
            <p:nvPr/>
          </p:nvSpPr>
          <p:spPr>
            <a:xfrm>
              <a:off x="8390824" y="5625958"/>
              <a:ext cx="360000" cy="36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/>
                <a:t>+</a:t>
              </a:r>
              <a:endParaRPr lang="zh-TW" altLang="en-US" b="1" dirty="0"/>
            </a:p>
          </p:txBody>
        </p:sp>
        <p:sp>
          <p:nvSpPr>
            <p:cNvPr id="66" name="橢圓 65"/>
            <p:cNvSpPr/>
            <p:nvPr/>
          </p:nvSpPr>
          <p:spPr>
            <a:xfrm>
              <a:off x="10308730" y="5628450"/>
              <a:ext cx="360000" cy="36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/>
                <a:t>+</a:t>
              </a:r>
              <a:endParaRPr lang="zh-TW" altLang="en-US" b="1" dirty="0"/>
            </a:p>
          </p:txBody>
        </p:sp>
        <p:cxnSp>
          <p:nvCxnSpPr>
            <p:cNvPr id="67" name="直線單箭頭接點 66"/>
            <p:cNvCxnSpPr>
              <a:stCxn id="110" idx="2"/>
              <a:endCxn id="107" idx="0"/>
            </p:cNvCxnSpPr>
            <p:nvPr/>
          </p:nvCxnSpPr>
          <p:spPr>
            <a:xfrm flipH="1">
              <a:off x="8570824" y="2312409"/>
              <a:ext cx="1616" cy="29572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線單箭頭接點 67"/>
            <p:cNvCxnSpPr>
              <a:stCxn id="107" idx="2"/>
              <a:endCxn id="58" idx="0"/>
            </p:cNvCxnSpPr>
            <p:nvPr/>
          </p:nvCxnSpPr>
          <p:spPr>
            <a:xfrm>
              <a:off x="8570824" y="3106838"/>
              <a:ext cx="0" cy="29019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線單箭頭接點 68"/>
            <p:cNvCxnSpPr>
              <a:stCxn id="58" idx="4"/>
              <a:endCxn id="97" idx="0"/>
            </p:cNvCxnSpPr>
            <p:nvPr/>
          </p:nvCxnSpPr>
          <p:spPr>
            <a:xfrm flipH="1">
              <a:off x="8569637" y="3757028"/>
              <a:ext cx="1187" cy="29572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>
              <a:stCxn id="97" idx="2"/>
              <a:endCxn id="103" idx="0"/>
            </p:cNvCxnSpPr>
            <p:nvPr/>
          </p:nvCxnSpPr>
          <p:spPr>
            <a:xfrm>
              <a:off x="8569637" y="4551456"/>
              <a:ext cx="6418" cy="29572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>
              <a:stCxn id="103" idx="2"/>
              <a:endCxn id="65" idx="0"/>
            </p:cNvCxnSpPr>
            <p:nvPr/>
          </p:nvCxnSpPr>
          <p:spPr>
            <a:xfrm flipH="1">
              <a:off x="8570824" y="5345884"/>
              <a:ext cx="5231" cy="28007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>
              <a:stCxn id="99" idx="2"/>
              <a:endCxn id="101" idx="0"/>
            </p:cNvCxnSpPr>
            <p:nvPr/>
          </p:nvCxnSpPr>
          <p:spPr>
            <a:xfrm flipH="1">
              <a:off x="10488731" y="2312409"/>
              <a:ext cx="943" cy="29572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線單箭頭接點 72"/>
            <p:cNvCxnSpPr>
              <a:stCxn id="101" idx="2"/>
              <a:endCxn id="64" idx="0"/>
            </p:cNvCxnSpPr>
            <p:nvPr/>
          </p:nvCxnSpPr>
          <p:spPr>
            <a:xfrm>
              <a:off x="10488731" y="3106837"/>
              <a:ext cx="0" cy="29828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>
              <a:stCxn id="64" idx="4"/>
              <a:endCxn id="105" idx="0"/>
            </p:cNvCxnSpPr>
            <p:nvPr/>
          </p:nvCxnSpPr>
          <p:spPr>
            <a:xfrm>
              <a:off x="10488731" y="3765119"/>
              <a:ext cx="0" cy="28763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單箭頭接點 84"/>
            <p:cNvCxnSpPr>
              <a:stCxn id="105" idx="2"/>
            </p:cNvCxnSpPr>
            <p:nvPr/>
          </p:nvCxnSpPr>
          <p:spPr>
            <a:xfrm>
              <a:off x="10488731" y="4551455"/>
              <a:ext cx="0" cy="29209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單箭頭接點 85"/>
            <p:cNvCxnSpPr>
              <a:endCxn id="66" idx="0"/>
            </p:cNvCxnSpPr>
            <p:nvPr/>
          </p:nvCxnSpPr>
          <p:spPr>
            <a:xfrm flipH="1">
              <a:off x="10488730" y="5342255"/>
              <a:ext cx="1" cy="28619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>
              <a:endCxn id="110" idx="0"/>
            </p:cNvCxnSpPr>
            <p:nvPr/>
          </p:nvCxnSpPr>
          <p:spPr>
            <a:xfrm flipH="1">
              <a:off x="8572440" y="1278864"/>
              <a:ext cx="3615" cy="53484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肘形接點 87"/>
            <p:cNvCxnSpPr>
              <a:stCxn id="65" idx="4"/>
              <a:endCxn id="99" idx="0"/>
            </p:cNvCxnSpPr>
            <p:nvPr/>
          </p:nvCxnSpPr>
          <p:spPr>
            <a:xfrm rot="5400000" flipH="1" flipV="1">
              <a:off x="7444123" y="2940407"/>
              <a:ext cx="4172252" cy="1918850"/>
            </a:xfrm>
            <a:prstGeom prst="bentConnector5">
              <a:avLst>
                <a:gd name="adj1" fmla="val -5479"/>
                <a:gd name="adj2" fmla="val 47590"/>
                <a:gd name="adj3" fmla="val 112563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線單箭頭接點 88"/>
            <p:cNvCxnSpPr/>
            <p:nvPr/>
          </p:nvCxnSpPr>
          <p:spPr>
            <a:xfrm>
              <a:off x="10496838" y="5954226"/>
              <a:ext cx="1412" cy="32041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圓角矩形 89"/>
            <p:cNvSpPr/>
            <p:nvPr/>
          </p:nvSpPr>
          <p:spPr>
            <a:xfrm>
              <a:off x="7678649" y="1479043"/>
              <a:ext cx="1649299" cy="4580384"/>
            </a:xfrm>
            <a:prstGeom prst="roundRect">
              <a:avLst/>
            </a:prstGeom>
            <a:noFill/>
            <a:ln w="19050">
              <a:prstDash val="lg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1" name="肘形接點 90"/>
            <p:cNvCxnSpPr/>
            <p:nvPr/>
          </p:nvCxnSpPr>
          <p:spPr>
            <a:xfrm rot="16200000" flipH="1" flipV="1">
              <a:off x="7598521" y="4829604"/>
              <a:ext cx="1763322" cy="181616"/>
            </a:xfrm>
            <a:prstGeom prst="bentConnector4">
              <a:avLst>
                <a:gd name="adj1" fmla="val -9821"/>
                <a:gd name="adj2" fmla="val 397952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肘形接點 91"/>
            <p:cNvCxnSpPr/>
            <p:nvPr/>
          </p:nvCxnSpPr>
          <p:spPr>
            <a:xfrm rot="16200000" flipH="1" flipV="1">
              <a:off x="9515925" y="2604558"/>
              <a:ext cx="1763322" cy="181616"/>
            </a:xfrm>
            <a:prstGeom prst="bentConnector4">
              <a:avLst>
                <a:gd name="adj1" fmla="val -9821"/>
                <a:gd name="adj2" fmla="val 397952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肘形接點 92"/>
            <p:cNvCxnSpPr/>
            <p:nvPr/>
          </p:nvCxnSpPr>
          <p:spPr>
            <a:xfrm rot="16200000" flipH="1" flipV="1">
              <a:off x="9520788" y="4825875"/>
              <a:ext cx="1763322" cy="181616"/>
            </a:xfrm>
            <a:prstGeom prst="bentConnector4">
              <a:avLst>
                <a:gd name="adj1" fmla="val -9821"/>
                <a:gd name="adj2" fmla="val 397952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4" name="群組 93"/>
            <p:cNvGrpSpPr/>
            <p:nvPr/>
          </p:nvGrpSpPr>
          <p:grpSpPr>
            <a:xfrm>
              <a:off x="9861004" y="4847180"/>
              <a:ext cx="1237587" cy="498703"/>
              <a:chOff x="1440119" y="4984605"/>
              <a:chExt cx="1237587" cy="498703"/>
            </a:xfrm>
          </p:grpSpPr>
          <p:sp>
            <p:nvSpPr>
              <p:cNvPr id="95" name="矩形 94"/>
              <p:cNvSpPr/>
              <p:nvPr/>
            </p:nvSpPr>
            <p:spPr>
              <a:xfrm>
                <a:off x="1440119" y="4984605"/>
                <a:ext cx="1237587" cy="498703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6" name="文字方塊 95"/>
              <p:cNvSpPr txBox="1"/>
              <p:nvPr/>
            </p:nvSpPr>
            <p:spPr>
              <a:xfrm>
                <a:off x="1529225" y="5067781"/>
                <a:ext cx="1095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IR-switch</a:t>
                </a:r>
                <a:endParaRPr lang="zh-TW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934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Methods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Classification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4" y="1149657"/>
            <a:ext cx="10812809" cy="858049"/>
          </a:xfrm>
        </p:spPr>
        <p:txBody>
          <a:bodyPr>
            <a:normAutofit/>
          </a:bodyPr>
          <a:lstStyle/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dirty="0"/>
              <a:t>W-</a:t>
            </a:r>
            <a:r>
              <a:rPr lang="en-US" altLang="zh-TW" dirty="0" err="1"/>
              <a:t>MSA</a:t>
            </a:r>
            <a:r>
              <a:rPr lang="en-US" altLang="zh-TW" dirty="0"/>
              <a:t> and SW-</a:t>
            </a:r>
            <a:r>
              <a:rPr lang="en-US" altLang="zh-TW" dirty="0" err="1"/>
              <a:t>MSA</a:t>
            </a:r>
            <a:r>
              <a:rPr lang="en-US" altLang="zh-TW" dirty="0"/>
              <a:t> </a:t>
            </a:r>
            <a:r>
              <a:rPr lang="en-US" altLang="zh-TW" dirty="0" smtClean="0"/>
              <a:t>modules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188" name="圓角矩形 187"/>
          <p:cNvSpPr/>
          <p:nvPr/>
        </p:nvSpPr>
        <p:spPr>
          <a:xfrm>
            <a:off x="6229229" y="1710267"/>
            <a:ext cx="4040800" cy="2270849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A5A5A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9" name="立方體 188"/>
          <p:cNvSpPr>
            <a:spLocks noChangeAspect="1"/>
          </p:cNvSpPr>
          <p:nvPr/>
        </p:nvSpPr>
        <p:spPr>
          <a:xfrm>
            <a:off x="3157746" y="4203058"/>
            <a:ext cx="197686" cy="197684"/>
          </a:xfrm>
          <a:prstGeom prst="cube">
            <a:avLst>
              <a:gd name="adj" fmla="val 34860"/>
            </a:avLst>
          </a:prstGeom>
          <a:noFill/>
          <a:ln w="12700" cap="flat" cmpd="sng" algn="ctr">
            <a:solidFill>
              <a:srgbClr val="000000">
                <a:alpha val="50196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90" name="群組 189"/>
          <p:cNvGrpSpPr/>
          <p:nvPr/>
        </p:nvGrpSpPr>
        <p:grpSpPr>
          <a:xfrm>
            <a:off x="2129153" y="1916250"/>
            <a:ext cx="1326457" cy="1327453"/>
            <a:chOff x="2129153" y="1687653"/>
            <a:chExt cx="1326457" cy="1327453"/>
          </a:xfrm>
        </p:grpSpPr>
        <p:sp>
          <p:nvSpPr>
            <p:cNvPr id="645" name="立方體 644"/>
            <p:cNvSpPr>
              <a:spLocks noChangeAspect="1"/>
            </p:cNvSpPr>
            <p:nvPr/>
          </p:nvSpPr>
          <p:spPr>
            <a:xfrm>
              <a:off x="2132227" y="1687757"/>
              <a:ext cx="1323383" cy="1323383"/>
            </a:xfrm>
            <a:prstGeom prst="cube">
              <a:avLst>
                <a:gd name="adj" fmla="val 20429"/>
              </a:avLst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46" name="立方體 645"/>
            <p:cNvSpPr>
              <a:spLocks noChangeAspect="1"/>
            </p:cNvSpPr>
            <p:nvPr/>
          </p:nvSpPr>
          <p:spPr>
            <a:xfrm>
              <a:off x="2129428" y="1890717"/>
              <a:ext cx="197686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47" name="立方體 646"/>
            <p:cNvSpPr>
              <a:spLocks noChangeAspect="1"/>
            </p:cNvSpPr>
            <p:nvPr/>
          </p:nvSpPr>
          <p:spPr>
            <a:xfrm>
              <a:off x="2199165" y="1823242"/>
              <a:ext cx="197686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48" name="立方體 647"/>
            <p:cNvSpPr>
              <a:spLocks noChangeAspect="1"/>
            </p:cNvSpPr>
            <p:nvPr/>
          </p:nvSpPr>
          <p:spPr>
            <a:xfrm>
              <a:off x="2266104" y="1755858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49" name="立方體 648"/>
            <p:cNvSpPr>
              <a:spLocks noChangeAspect="1"/>
            </p:cNvSpPr>
            <p:nvPr/>
          </p:nvSpPr>
          <p:spPr>
            <a:xfrm>
              <a:off x="2337695" y="1687653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50" name="立方體 649"/>
            <p:cNvSpPr>
              <a:spLocks noChangeAspect="1"/>
            </p:cNvSpPr>
            <p:nvPr/>
          </p:nvSpPr>
          <p:spPr>
            <a:xfrm>
              <a:off x="2464093" y="1688505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51" name="立方體 650"/>
            <p:cNvSpPr>
              <a:spLocks noChangeAspect="1"/>
            </p:cNvSpPr>
            <p:nvPr/>
          </p:nvSpPr>
          <p:spPr>
            <a:xfrm>
              <a:off x="2594165" y="1688723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52" name="立方體 651"/>
            <p:cNvSpPr>
              <a:spLocks noChangeAspect="1"/>
            </p:cNvSpPr>
            <p:nvPr/>
          </p:nvSpPr>
          <p:spPr>
            <a:xfrm>
              <a:off x="2725788" y="1688723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53" name="立方體 652"/>
            <p:cNvSpPr>
              <a:spLocks noChangeAspect="1"/>
            </p:cNvSpPr>
            <p:nvPr/>
          </p:nvSpPr>
          <p:spPr>
            <a:xfrm>
              <a:off x="2858922" y="1688381"/>
              <a:ext cx="197686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54" name="立方體 653"/>
            <p:cNvSpPr>
              <a:spLocks noChangeAspect="1"/>
            </p:cNvSpPr>
            <p:nvPr/>
          </p:nvSpPr>
          <p:spPr>
            <a:xfrm>
              <a:off x="2990545" y="1688381"/>
              <a:ext cx="197686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55" name="立方體 654"/>
            <p:cNvSpPr>
              <a:spLocks noChangeAspect="1"/>
            </p:cNvSpPr>
            <p:nvPr/>
          </p:nvSpPr>
          <p:spPr>
            <a:xfrm>
              <a:off x="3122711" y="1688988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56" name="立方體 655"/>
            <p:cNvSpPr>
              <a:spLocks noChangeAspect="1"/>
            </p:cNvSpPr>
            <p:nvPr/>
          </p:nvSpPr>
          <p:spPr>
            <a:xfrm>
              <a:off x="3256589" y="1688381"/>
              <a:ext cx="197686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57" name="立方體 656"/>
            <p:cNvSpPr>
              <a:spLocks noChangeAspect="1"/>
            </p:cNvSpPr>
            <p:nvPr/>
          </p:nvSpPr>
          <p:spPr>
            <a:xfrm>
              <a:off x="2397449" y="1756692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58" name="立方體 657"/>
            <p:cNvSpPr>
              <a:spLocks noChangeAspect="1"/>
            </p:cNvSpPr>
            <p:nvPr/>
          </p:nvSpPr>
          <p:spPr>
            <a:xfrm>
              <a:off x="2527523" y="1756909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59" name="立方體 658"/>
            <p:cNvSpPr>
              <a:spLocks noChangeAspect="1"/>
            </p:cNvSpPr>
            <p:nvPr/>
          </p:nvSpPr>
          <p:spPr>
            <a:xfrm>
              <a:off x="2659146" y="1756909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60" name="立方體 659"/>
            <p:cNvSpPr>
              <a:spLocks noChangeAspect="1"/>
            </p:cNvSpPr>
            <p:nvPr/>
          </p:nvSpPr>
          <p:spPr>
            <a:xfrm>
              <a:off x="2792281" y="1756567"/>
              <a:ext cx="197684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61" name="立方體 660"/>
            <p:cNvSpPr>
              <a:spLocks noChangeAspect="1"/>
            </p:cNvSpPr>
            <p:nvPr/>
          </p:nvSpPr>
          <p:spPr>
            <a:xfrm>
              <a:off x="2923904" y="1756567"/>
              <a:ext cx="197686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62" name="立方體 661"/>
            <p:cNvSpPr>
              <a:spLocks noChangeAspect="1"/>
            </p:cNvSpPr>
            <p:nvPr/>
          </p:nvSpPr>
          <p:spPr>
            <a:xfrm>
              <a:off x="3056069" y="1757174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63" name="立方體 662"/>
            <p:cNvSpPr>
              <a:spLocks noChangeAspect="1"/>
            </p:cNvSpPr>
            <p:nvPr/>
          </p:nvSpPr>
          <p:spPr>
            <a:xfrm>
              <a:off x="3189947" y="1756567"/>
              <a:ext cx="197686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64" name="立方體 663"/>
            <p:cNvSpPr>
              <a:spLocks noChangeAspect="1"/>
            </p:cNvSpPr>
            <p:nvPr/>
          </p:nvSpPr>
          <p:spPr>
            <a:xfrm>
              <a:off x="2330811" y="1823328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65" name="立方體 664"/>
            <p:cNvSpPr>
              <a:spLocks noChangeAspect="1"/>
            </p:cNvSpPr>
            <p:nvPr/>
          </p:nvSpPr>
          <p:spPr>
            <a:xfrm>
              <a:off x="2460885" y="1823546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66" name="立方體 665"/>
            <p:cNvSpPr>
              <a:spLocks noChangeAspect="1"/>
            </p:cNvSpPr>
            <p:nvPr/>
          </p:nvSpPr>
          <p:spPr>
            <a:xfrm>
              <a:off x="2592508" y="1823546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67" name="立方體 666"/>
            <p:cNvSpPr>
              <a:spLocks noChangeAspect="1"/>
            </p:cNvSpPr>
            <p:nvPr/>
          </p:nvSpPr>
          <p:spPr>
            <a:xfrm>
              <a:off x="2725641" y="1823204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68" name="立方體 667"/>
            <p:cNvSpPr>
              <a:spLocks noChangeAspect="1"/>
            </p:cNvSpPr>
            <p:nvPr/>
          </p:nvSpPr>
          <p:spPr>
            <a:xfrm>
              <a:off x="2857264" y="1823204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69" name="立方體 668"/>
            <p:cNvSpPr>
              <a:spLocks noChangeAspect="1"/>
            </p:cNvSpPr>
            <p:nvPr/>
          </p:nvSpPr>
          <p:spPr>
            <a:xfrm>
              <a:off x="2989429" y="1823811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0" name="立方體 669"/>
            <p:cNvSpPr>
              <a:spLocks noChangeAspect="1"/>
            </p:cNvSpPr>
            <p:nvPr/>
          </p:nvSpPr>
          <p:spPr>
            <a:xfrm>
              <a:off x="3123309" y="1823204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1" name="立方體 670"/>
            <p:cNvSpPr>
              <a:spLocks noChangeAspect="1"/>
            </p:cNvSpPr>
            <p:nvPr/>
          </p:nvSpPr>
          <p:spPr>
            <a:xfrm>
              <a:off x="2262619" y="1890916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2" name="立方體 671"/>
            <p:cNvSpPr>
              <a:spLocks noChangeAspect="1"/>
            </p:cNvSpPr>
            <p:nvPr/>
          </p:nvSpPr>
          <p:spPr>
            <a:xfrm>
              <a:off x="2392692" y="1891134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3" name="立方體 672"/>
            <p:cNvSpPr>
              <a:spLocks noChangeAspect="1"/>
            </p:cNvSpPr>
            <p:nvPr/>
          </p:nvSpPr>
          <p:spPr>
            <a:xfrm>
              <a:off x="2524316" y="1891134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4" name="立方體 673"/>
            <p:cNvSpPr>
              <a:spLocks noChangeAspect="1"/>
            </p:cNvSpPr>
            <p:nvPr/>
          </p:nvSpPr>
          <p:spPr>
            <a:xfrm>
              <a:off x="2657450" y="1890792"/>
              <a:ext cx="197684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5" name="立方體 674"/>
            <p:cNvSpPr>
              <a:spLocks noChangeAspect="1"/>
            </p:cNvSpPr>
            <p:nvPr/>
          </p:nvSpPr>
          <p:spPr>
            <a:xfrm>
              <a:off x="2789073" y="1890792"/>
              <a:ext cx="197684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6" name="立方體 675"/>
            <p:cNvSpPr>
              <a:spLocks noChangeAspect="1"/>
            </p:cNvSpPr>
            <p:nvPr/>
          </p:nvSpPr>
          <p:spPr>
            <a:xfrm>
              <a:off x="2921238" y="1891399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3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7" name="立方體 676"/>
            <p:cNvSpPr>
              <a:spLocks noChangeAspect="1"/>
            </p:cNvSpPr>
            <p:nvPr/>
          </p:nvSpPr>
          <p:spPr>
            <a:xfrm>
              <a:off x="3055116" y="1890792"/>
              <a:ext cx="197686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8" name="立方體 677"/>
            <p:cNvSpPr>
              <a:spLocks noChangeAspect="1"/>
            </p:cNvSpPr>
            <p:nvPr/>
          </p:nvSpPr>
          <p:spPr>
            <a:xfrm>
              <a:off x="3256718" y="2610703"/>
              <a:ext cx="197686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9" name="立方體 678"/>
            <p:cNvSpPr>
              <a:spLocks noChangeAspect="1"/>
            </p:cNvSpPr>
            <p:nvPr/>
          </p:nvSpPr>
          <p:spPr>
            <a:xfrm>
              <a:off x="3256718" y="2479360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80" name="立方體 679"/>
            <p:cNvSpPr>
              <a:spLocks noChangeAspect="1"/>
            </p:cNvSpPr>
            <p:nvPr/>
          </p:nvSpPr>
          <p:spPr>
            <a:xfrm>
              <a:off x="3256718" y="2348385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81" name="立方體 680"/>
            <p:cNvSpPr>
              <a:spLocks noChangeAspect="1"/>
            </p:cNvSpPr>
            <p:nvPr/>
          </p:nvSpPr>
          <p:spPr>
            <a:xfrm>
              <a:off x="3256718" y="2217824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82" name="立方體 681"/>
            <p:cNvSpPr>
              <a:spLocks noChangeAspect="1"/>
            </p:cNvSpPr>
            <p:nvPr/>
          </p:nvSpPr>
          <p:spPr>
            <a:xfrm>
              <a:off x="3256718" y="2087780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83" name="立方體 682"/>
            <p:cNvSpPr>
              <a:spLocks noChangeAspect="1"/>
            </p:cNvSpPr>
            <p:nvPr/>
          </p:nvSpPr>
          <p:spPr>
            <a:xfrm>
              <a:off x="3256718" y="1956806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84" name="立方體 683"/>
            <p:cNvSpPr>
              <a:spLocks noChangeAspect="1"/>
            </p:cNvSpPr>
            <p:nvPr/>
          </p:nvSpPr>
          <p:spPr>
            <a:xfrm>
              <a:off x="3256718" y="1822273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85" name="立方體 684"/>
            <p:cNvSpPr>
              <a:spLocks noChangeAspect="1"/>
            </p:cNvSpPr>
            <p:nvPr/>
          </p:nvSpPr>
          <p:spPr>
            <a:xfrm>
              <a:off x="3184453" y="2681694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86" name="立方體 685"/>
            <p:cNvSpPr>
              <a:spLocks noChangeAspect="1"/>
            </p:cNvSpPr>
            <p:nvPr/>
          </p:nvSpPr>
          <p:spPr>
            <a:xfrm>
              <a:off x="3184453" y="2550352"/>
              <a:ext cx="197684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87" name="立方體 686"/>
            <p:cNvSpPr>
              <a:spLocks noChangeAspect="1"/>
            </p:cNvSpPr>
            <p:nvPr/>
          </p:nvSpPr>
          <p:spPr>
            <a:xfrm>
              <a:off x="3184453" y="2419378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88" name="立方體 687"/>
            <p:cNvSpPr>
              <a:spLocks noChangeAspect="1"/>
            </p:cNvSpPr>
            <p:nvPr/>
          </p:nvSpPr>
          <p:spPr>
            <a:xfrm>
              <a:off x="3184453" y="2288816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89" name="立方體 688"/>
            <p:cNvSpPr>
              <a:spLocks noChangeAspect="1"/>
            </p:cNvSpPr>
            <p:nvPr/>
          </p:nvSpPr>
          <p:spPr>
            <a:xfrm>
              <a:off x="3184453" y="2158773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90" name="立方體 689"/>
            <p:cNvSpPr>
              <a:spLocks noChangeAspect="1"/>
            </p:cNvSpPr>
            <p:nvPr/>
          </p:nvSpPr>
          <p:spPr>
            <a:xfrm>
              <a:off x="3184453" y="2027799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91" name="立方體 690"/>
            <p:cNvSpPr>
              <a:spLocks noChangeAspect="1"/>
            </p:cNvSpPr>
            <p:nvPr/>
          </p:nvSpPr>
          <p:spPr>
            <a:xfrm>
              <a:off x="3184453" y="1893264"/>
              <a:ext cx="197684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92" name="立方體 691"/>
            <p:cNvSpPr>
              <a:spLocks noChangeAspect="1"/>
            </p:cNvSpPr>
            <p:nvPr/>
          </p:nvSpPr>
          <p:spPr>
            <a:xfrm>
              <a:off x="3122581" y="2749880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93" name="立方體 692"/>
            <p:cNvSpPr>
              <a:spLocks noChangeAspect="1"/>
            </p:cNvSpPr>
            <p:nvPr/>
          </p:nvSpPr>
          <p:spPr>
            <a:xfrm>
              <a:off x="3122581" y="2618536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94" name="立方體 693"/>
            <p:cNvSpPr>
              <a:spLocks noChangeAspect="1"/>
            </p:cNvSpPr>
            <p:nvPr/>
          </p:nvSpPr>
          <p:spPr>
            <a:xfrm>
              <a:off x="3122581" y="2487564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95" name="立方體 694"/>
            <p:cNvSpPr>
              <a:spLocks noChangeAspect="1"/>
            </p:cNvSpPr>
            <p:nvPr/>
          </p:nvSpPr>
          <p:spPr>
            <a:xfrm>
              <a:off x="3122581" y="2357002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96" name="立方體 695"/>
            <p:cNvSpPr>
              <a:spLocks noChangeAspect="1"/>
            </p:cNvSpPr>
            <p:nvPr/>
          </p:nvSpPr>
          <p:spPr>
            <a:xfrm>
              <a:off x="3122581" y="2226959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97" name="立方體 696"/>
            <p:cNvSpPr>
              <a:spLocks noChangeAspect="1"/>
            </p:cNvSpPr>
            <p:nvPr/>
          </p:nvSpPr>
          <p:spPr>
            <a:xfrm>
              <a:off x="3122581" y="2095985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98" name="立方體 697"/>
            <p:cNvSpPr>
              <a:spLocks noChangeAspect="1"/>
            </p:cNvSpPr>
            <p:nvPr/>
          </p:nvSpPr>
          <p:spPr>
            <a:xfrm>
              <a:off x="3122581" y="1961450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99" name="立方體 698"/>
            <p:cNvSpPr>
              <a:spLocks noChangeAspect="1"/>
            </p:cNvSpPr>
            <p:nvPr/>
          </p:nvSpPr>
          <p:spPr>
            <a:xfrm>
              <a:off x="3052468" y="2813392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00" name="立方體 699"/>
            <p:cNvSpPr>
              <a:spLocks noChangeAspect="1"/>
            </p:cNvSpPr>
            <p:nvPr/>
          </p:nvSpPr>
          <p:spPr>
            <a:xfrm>
              <a:off x="3052468" y="2682050"/>
              <a:ext cx="197686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01" name="立方體 700"/>
            <p:cNvSpPr>
              <a:spLocks noChangeAspect="1"/>
            </p:cNvSpPr>
            <p:nvPr/>
          </p:nvSpPr>
          <p:spPr>
            <a:xfrm>
              <a:off x="3052468" y="2551076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02" name="立方體 701"/>
            <p:cNvSpPr>
              <a:spLocks noChangeAspect="1"/>
            </p:cNvSpPr>
            <p:nvPr/>
          </p:nvSpPr>
          <p:spPr>
            <a:xfrm>
              <a:off x="3052468" y="2420515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03" name="立方體 702"/>
            <p:cNvSpPr>
              <a:spLocks noChangeAspect="1"/>
            </p:cNvSpPr>
            <p:nvPr/>
          </p:nvSpPr>
          <p:spPr>
            <a:xfrm>
              <a:off x="3052468" y="2290471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04" name="立方體 703"/>
            <p:cNvSpPr>
              <a:spLocks noChangeAspect="1"/>
            </p:cNvSpPr>
            <p:nvPr/>
          </p:nvSpPr>
          <p:spPr>
            <a:xfrm>
              <a:off x="3052468" y="2159497"/>
              <a:ext cx="197686" cy="197686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05" name="立方體 704"/>
            <p:cNvSpPr>
              <a:spLocks noChangeAspect="1"/>
            </p:cNvSpPr>
            <p:nvPr/>
          </p:nvSpPr>
          <p:spPr>
            <a:xfrm>
              <a:off x="3052468" y="2024964"/>
              <a:ext cx="197686" cy="197684"/>
            </a:xfrm>
            <a:prstGeom prst="cube">
              <a:avLst>
                <a:gd name="adj" fmla="val 34860"/>
              </a:avLst>
            </a:prstGeom>
            <a:noFill/>
            <a:ln w="12700" cap="flat" cmpd="sng" algn="ctr">
              <a:solidFill>
                <a:srgbClr val="DDDDDD">
                  <a:alpha val="29804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706" name="圖片 705"/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9428" y="1959146"/>
              <a:ext cx="1054323" cy="1054321"/>
            </a:xfrm>
            <a:prstGeom prst="rect">
              <a:avLst/>
            </a:prstGeom>
          </p:spPr>
        </p:pic>
        <p:pic>
          <p:nvPicPr>
            <p:cNvPr id="707" name="圖片 70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9153" y="1960785"/>
              <a:ext cx="1054323" cy="1054321"/>
            </a:xfrm>
            <a:prstGeom prst="rect">
              <a:avLst/>
            </a:prstGeom>
          </p:spPr>
        </p:pic>
      </p:grpSp>
      <p:grpSp>
        <p:nvGrpSpPr>
          <p:cNvPr id="191" name="群組 190"/>
          <p:cNvGrpSpPr/>
          <p:nvPr/>
        </p:nvGrpSpPr>
        <p:grpSpPr>
          <a:xfrm>
            <a:off x="4085514" y="1905331"/>
            <a:ext cx="1326456" cy="1327453"/>
            <a:chOff x="1304654" y="132543"/>
            <a:chExt cx="829554" cy="830177"/>
          </a:xfrm>
        </p:grpSpPr>
        <p:grpSp>
          <p:nvGrpSpPr>
            <p:cNvPr id="577" name="群組 576"/>
            <p:cNvGrpSpPr/>
            <p:nvPr/>
          </p:nvGrpSpPr>
          <p:grpSpPr>
            <a:xfrm>
              <a:off x="1304654" y="132543"/>
              <a:ext cx="829554" cy="830177"/>
              <a:chOff x="2732864" y="289464"/>
              <a:chExt cx="1811682" cy="1813044"/>
            </a:xfrm>
          </p:grpSpPr>
          <p:sp>
            <p:nvSpPr>
              <p:cNvPr id="582" name="立方體 581"/>
              <p:cNvSpPr>
                <a:spLocks noChangeAspect="1"/>
              </p:cNvSpPr>
              <p:nvPr/>
            </p:nvSpPr>
            <p:spPr>
              <a:xfrm>
                <a:off x="2737061" y="289606"/>
                <a:ext cx="1807485" cy="1807486"/>
              </a:xfrm>
              <a:prstGeom prst="cube">
                <a:avLst>
                  <a:gd name="adj" fmla="val 20429"/>
                </a:avLst>
              </a:prstGeom>
              <a:solidFill>
                <a:srgbClr val="A5A5A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83" name="立方體 582"/>
              <p:cNvSpPr>
                <a:spLocks noChangeAspect="1"/>
              </p:cNvSpPr>
              <p:nvPr/>
            </p:nvSpPr>
            <p:spPr>
              <a:xfrm>
                <a:off x="2733240" y="566809"/>
                <a:ext cx="269998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84" name="立方體 583"/>
              <p:cNvSpPr>
                <a:spLocks noChangeAspect="1"/>
              </p:cNvSpPr>
              <p:nvPr/>
            </p:nvSpPr>
            <p:spPr>
              <a:xfrm>
                <a:off x="2828487" y="474652"/>
                <a:ext cx="270001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85" name="立方體 584"/>
              <p:cNvSpPr>
                <a:spLocks noChangeAspect="1"/>
              </p:cNvSpPr>
              <p:nvPr/>
            </p:nvSpPr>
            <p:spPr>
              <a:xfrm>
                <a:off x="2919913" y="382619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86" name="立方體 585"/>
              <p:cNvSpPr>
                <a:spLocks noChangeAspect="1"/>
              </p:cNvSpPr>
              <p:nvPr/>
            </p:nvSpPr>
            <p:spPr>
              <a:xfrm>
                <a:off x="3017689" y="289464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87" name="立方體 586"/>
              <p:cNvSpPr>
                <a:spLocks noChangeAspect="1"/>
              </p:cNvSpPr>
              <p:nvPr/>
            </p:nvSpPr>
            <p:spPr>
              <a:xfrm>
                <a:off x="3190326" y="290628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88" name="立方體 587"/>
              <p:cNvSpPr>
                <a:spLocks noChangeAspect="1"/>
              </p:cNvSpPr>
              <p:nvPr/>
            </p:nvSpPr>
            <p:spPr>
              <a:xfrm>
                <a:off x="3367979" y="29092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89" name="立方體 588"/>
              <p:cNvSpPr>
                <a:spLocks noChangeAspect="1"/>
              </p:cNvSpPr>
              <p:nvPr/>
            </p:nvSpPr>
            <p:spPr>
              <a:xfrm>
                <a:off x="3547751" y="29092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90" name="立方體 589"/>
              <p:cNvSpPr>
                <a:spLocks noChangeAspect="1"/>
              </p:cNvSpPr>
              <p:nvPr/>
            </p:nvSpPr>
            <p:spPr>
              <a:xfrm>
                <a:off x="3729587" y="290458"/>
                <a:ext cx="270001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91" name="立方體 590"/>
              <p:cNvSpPr>
                <a:spLocks noChangeAspect="1"/>
              </p:cNvSpPr>
              <p:nvPr/>
            </p:nvSpPr>
            <p:spPr>
              <a:xfrm>
                <a:off x="3909359" y="290458"/>
                <a:ext cx="270001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92" name="立方體 591"/>
              <p:cNvSpPr>
                <a:spLocks noChangeAspect="1"/>
              </p:cNvSpPr>
              <p:nvPr/>
            </p:nvSpPr>
            <p:spPr>
              <a:xfrm>
                <a:off x="4089871" y="291288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93" name="立方體 592"/>
              <p:cNvSpPr>
                <a:spLocks noChangeAspect="1"/>
              </p:cNvSpPr>
              <p:nvPr/>
            </p:nvSpPr>
            <p:spPr>
              <a:xfrm>
                <a:off x="4272722" y="290458"/>
                <a:ext cx="270001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94" name="立方體 593"/>
              <p:cNvSpPr>
                <a:spLocks noChangeAspect="1"/>
              </p:cNvSpPr>
              <p:nvPr/>
            </p:nvSpPr>
            <p:spPr>
              <a:xfrm>
                <a:off x="3099304" y="383757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95" name="立方體 594"/>
              <p:cNvSpPr>
                <a:spLocks noChangeAspect="1"/>
              </p:cNvSpPr>
              <p:nvPr/>
            </p:nvSpPr>
            <p:spPr>
              <a:xfrm>
                <a:off x="3276960" y="384054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96" name="立方體 595"/>
              <p:cNvSpPr>
                <a:spLocks noChangeAspect="1"/>
              </p:cNvSpPr>
              <p:nvPr/>
            </p:nvSpPr>
            <p:spPr>
              <a:xfrm>
                <a:off x="3456732" y="384054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97" name="立方體 596"/>
              <p:cNvSpPr>
                <a:spLocks noChangeAspect="1"/>
              </p:cNvSpPr>
              <p:nvPr/>
            </p:nvSpPr>
            <p:spPr>
              <a:xfrm>
                <a:off x="3638567" y="383587"/>
                <a:ext cx="269998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98" name="立方體 597"/>
              <p:cNvSpPr>
                <a:spLocks noChangeAspect="1"/>
              </p:cNvSpPr>
              <p:nvPr/>
            </p:nvSpPr>
            <p:spPr>
              <a:xfrm>
                <a:off x="3818339" y="383587"/>
                <a:ext cx="270001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99" name="立方體 598"/>
              <p:cNvSpPr>
                <a:spLocks noChangeAspect="1"/>
              </p:cNvSpPr>
              <p:nvPr/>
            </p:nvSpPr>
            <p:spPr>
              <a:xfrm>
                <a:off x="3998851" y="384417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00" name="立方體 599"/>
              <p:cNvSpPr>
                <a:spLocks noChangeAspect="1"/>
              </p:cNvSpPr>
              <p:nvPr/>
            </p:nvSpPr>
            <p:spPr>
              <a:xfrm>
                <a:off x="4181702" y="383587"/>
                <a:ext cx="270001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01" name="立方體 600"/>
              <p:cNvSpPr>
                <a:spLocks noChangeAspect="1"/>
              </p:cNvSpPr>
              <p:nvPr/>
            </p:nvSpPr>
            <p:spPr>
              <a:xfrm>
                <a:off x="3008289" y="47477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02" name="立方體 601"/>
              <p:cNvSpPr>
                <a:spLocks noChangeAspect="1"/>
              </p:cNvSpPr>
              <p:nvPr/>
            </p:nvSpPr>
            <p:spPr>
              <a:xfrm>
                <a:off x="3185945" y="475067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03" name="立方體 602"/>
              <p:cNvSpPr>
                <a:spLocks noChangeAspect="1"/>
              </p:cNvSpPr>
              <p:nvPr/>
            </p:nvSpPr>
            <p:spPr>
              <a:xfrm>
                <a:off x="3365717" y="475067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04" name="立方體 603"/>
              <p:cNvSpPr>
                <a:spLocks noChangeAspect="1"/>
              </p:cNvSpPr>
              <p:nvPr/>
            </p:nvSpPr>
            <p:spPr>
              <a:xfrm>
                <a:off x="3547550" y="47460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05" name="立方體 604"/>
              <p:cNvSpPr>
                <a:spLocks noChangeAspect="1"/>
              </p:cNvSpPr>
              <p:nvPr/>
            </p:nvSpPr>
            <p:spPr>
              <a:xfrm>
                <a:off x="3727322" y="47460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06" name="立方體 605"/>
              <p:cNvSpPr>
                <a:spLocks noChangeAspect="1"/>
              </p:cNvSpPr>
              <p:nvPr/>
            </p:nvSpPr>
            <p:spPr>
              <a:xfrm>
                <a:off x="3907834" y="47543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07" name="立方體 606"/>
              <p:cNvSpPr>
                <a:spLocks noChangeAspect="1"/>
              </p:cNvSpPr>
              <p:nvPr/>
            </p:nvSpPr>
            <p:spPr>
              <a:xfrm>
                <a:off x="4090688" y="474600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08" name="立方體 607"/>
              <p:cNvSpPr>
                <a:spLocks noChangeAspect="1"/>
              </p:cNvSpPr>
              <p:nvPr/>
            </p:nvSpPr>
            <p:spPr>
              <a:xfrm>
                <a:off x="2915152" y="567082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09" name="立方體 608"/>
              <p:cNvSpPr>
                <a:spLocks noChangeAspect="1"/>
              </p:cNvSpPr>
              <p:nvPr/>
            </p:nvSpPr>
            <p:spPr>
              <a:xfrm>
                <a:off x="3092807" y="567379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10" name="立方體 609"/>
              <p:cNvSpPr>
                <a:spLocks noChangeAspect="1"/>
              </p:cNvSpPr>
              <p:nvPr/>
            </p:nvSpPr>
            <p:spPr>
              <a:xfrm>
                <a:off x="3272579" y="567379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11" name="立方體 610"/>
              <p:cNvSpPr>
                <a:spLocks noChangeAspect="1"/>
              </p:cNvSpPr>
              <p:nvPr/>
            </p:nvSpPr>
            <p:spPr>
              <a:xfrm>
                <a:off x="3454415" y="566912"/>
                <a:ext cx="269998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12" name="立方體 611"/>
              <p:cNvSpPr>
                <a:spLocks noChangeAspect="1"/>
              </p:cNvSpPr>
              <p:nvPr/>
            </p:nvSpPr>
            <p:spPr>
              <a:xfrm>
                <a:off x="3634186" y="566912"/>
                <a:ext cx="269998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13" name="立方體 612"/>
              <p:cNvSpPr>
                <a:spLocks noChangeAspect="1"/>
              </p:cNvSpPr>
              <p:nvPr/>
            </p:nvSpPr>
            <p:spPr>
              <a:xfrm>
                <a:off x="3814699" y="567742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14" name="立方體 613"/>
              <p:cNvSpPr>
                <a:spLocks noChangeAspect="1"/>
              </p:cNvSpPr>
              <p:nvPr/>
            </p:nvSpPr>
            <p:spPr>
              <a:xfrm>
                <a:off x="3997550" y="566912"/>
                <a:ext cx="270001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15" name="立方體 614"/>
              <p:cNvSpPr>
                <a:spLocks noChangeAspect="1"/>
              </p:cNvSpPr>
              <p:nvPr/>
            </p:nvSpPr>
            <p:spPr>
              <a:xfrm>
                <a:off x="4272899" y="1550172"/>
                <a:ext cx="270001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16" name="立方體 615"/>
              <p:cNvSpPr>
                <a:spLocks noChangeAspect="1"/>
              </p:cNvSpPr>
              <p:nvPr/>
            </p:nvSpPr>
            <p:spPr>
              <a:xfrm>
                <a:off x="4272899" y="1370782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17" name="立方體 616"/>
              <p:cNvSpPr>
                <a:spLocks noChangeAspect="1"/>
              </p:cNvSpPr>
              <p:nvPr/>
            </p:nvSpPr>
            <p:spPr>
              <a:xfrm>
                <a:off x="4272899" y="1191897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18" name="立方體 617"/>
              <p:cNvSpPr>
                <a:spLocks noChangeAspect="1"/>
              </p:cNvSpPr>
              <p:nvPr/>
            </p:nvSpPr>
            <p:spPr>
              <a:xfrm>
                <a:off x="4272899" y="101357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19" name="立方體 618"/>
              <p:cNvSpPr>
                <a:spLocks noChangeAspect="1"/>
              </p:cNvSpPr>
              <p:nvPr/>
            </p:nvSpPr>
            <p:spPr>
              <a:xfrm>
                <a:off x="4272899" y="835961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20" name="立方體 619"/>
              <p:cNvSpPr>
                <a:spLocks noChangeAspect="1"/>
              </p:cNvSpPr>
              <p:nvPr/>
            </p:nvSpPr>
            <p:spPr>
              <a:xfrm>
                <a:off x="4272899" y="65707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21" name="立方體 620"/>
              <p:cNvSpPr>
                <a:spLocks noChangeAspect="1"/>
              </p:cNvSpPr>
              <p:nvPr/>
            </p:nvSpPr>
            <p:spPr>
              <a:xfrm>
                <a:off x="4272899" y="473329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22" name="立方體 621"/>
              <p:cNvSpPr>
                <a:spLocks noChangeAspect="1"/>
              </p:cNvSpPr>
              <p:nvPr/>
            </p:nvSpPr>
            <p:spPr>
              <a:xfrm>
                <a:off x="4174199" y="1647131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23" name="立方體 622"/>
              <p:cNvSpPr>
                <a:spLocks noChangeAspect="1"/>
              </p:cNvSpPr>
              <p:nvPr/>
            </p:nvSpPr>
            <p:spPr>
              <a:xfrm>
                <a:off x="4174199" y="1467744"/>
                <a:ext cx="269998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24" name="立方體 623"/>
              <p:cNvSpPr>
                <a:spLocks noChangeAspect="1"/>
              </p:cNvSpPr>
              <p:nvPr/>
            </p:nvSpPr>
            <p:spPr>
              <a:xfrm>
                <a:off x="4174199" y="1288858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25" name="立方體 624"/>
              <p:cNvSpPr>
                <a:spLocks noChangeAspect="1"/>
              </p:cNvSpPr>
              <p:nvPr/>
            </p:nvSpPr>
            <p:spPr>
              <a:xfrm>
                <a:off x="4174199" y="1110537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26" name="立方體 625"/>
              <p:cNvSpPr>
                <a:spLocks noChangeAspect="1"/>
              </p:cNvSpPr>
              <p:nvPr/>
            </p:nvSpPr>
            <p:spPr>
              <a:xfrm>
                <a:off x="4174199" y="932922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27" name="立方體 626"/>
              <p:cNvSpPr>
                <a:spLocks noChangeAspect="1"/>
              </p:cNvSpPr>
              <p:nvPr/>
            </p:nvSpPr>
            <p:spPr>
              <a:xfrm>
                <a:off x="4174199" y="754037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28" name="立方體 627"/>
              <p:cNvSpPr>
                <a:spLocks noChangeAspect="1"/>
              </p:cNvSpPr>
              <p:nvPr/>
            </p:nvSpPr>
            <p:spPr>
              <a:xfrm>
                <a:off x="4174199" y="570288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29" name="立方體 628"/>
              <p:cNvSpPr>
                <a:spLocks noChangeAspect="1"/>
              </p:cNvSpPr>
              <p:nvPr/>
            </p:nvSpPr>
            <p:spPr>
              <a:xfrm>
                <a:off x="4089694" y="174026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30" name="立方體 629"/>
              <p:cNvSpPr>
                <a:spLocks noChangeAspect="1"/>
              </p:cNvSpPr>
              <p:nvPr/>
            </p:nvSpPr>
            <p:spPr>
              <a:xfrm>
                <a:off x="4089694" y="1560871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31" name="立方體 630"/>
              <p:cNvSpPr>
                <a:spLocks noChangeAspect="1"/>
              </p:cNvSpPr>
              <p:nvPr/>
            </p:nvSpPr>
            <p:spPr>
              <a:xfrm>
                <a:off x="4089694" y="1381988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32" name="立方體 631"/>
              <p:cNvSpPr>
                <a:spLocks noChangeAspect="1"/>
              </p:cNvSpPr>
              <p:nvPr/>
            </p:nvSpPr>
            <p:spPr>
              <a:xfrm>
                <a:off x="4089694" y="1203666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33" name="立方體 632"/>
              <p:cNvSpPr>
                <a:spLocks noChangeAspect="1"/>
              </p:cNvSpPr>
              <p:nvPr/>
            </p:nvSpPr>
            <p:spPr>
              <a:xfrm>
                <a:off x="4089694" y="1026052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34" name="立方體 633"/>
              <p:cNvSpPr>
                <a:spLocks noChangeAspect="1"/>
              </p:cNvSpPr>
              <p:nvPr/>
            </p:nvSpPr>
            <p:spPr>
              <a:xfrm>
                <a:off x="4089694" y="847166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35" name="立方體 634"/>
              <p:cNvSpPr>
                <a:spLocks noChangeAspect="1"/>
              </p:cNvSpPr>
              <p:nvPr/>
            </p:nvSpPr>
            <p:spPr>
              <a:xfrm>
                <a:off x="4089694" y="663417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36" name="立方體 635"/>
              <p:cNvSpPr>
                <a:spLocks noChangeAspect="1"/>
              </p:cNvSpPr>
              <p:nvPr/>
            </p:nvSpPr>
            <p:spPr>
              <a:xfrm>
                <a:off x="3993933" y="1827006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37" name="立方體 636"/>
              <p:cNvSpPr>
                <a:spLocks noChangeAspect="1"/>
              </p:cNvSpPr>
              <p:nvPr/>
            </p:nvSpPr>
            <p:spPr>
              <a:xfrm>
                <a:off x="3993933" y="1647618"/>
                <a:ext cx="270001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38" name="立方體 637"/>
              <p:cNvSpPr>
                <a:spLocks noChangeAspect="1"/>
              </p:cNvSpPr>
              <p:nvPr/>
            </p:nvSpPr>
            <p:spPr>
              <a:xfrm>
                <a:off x="3993933" y="1468733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39" name="立方體 638"/>
              <p:cNvSpPr>
                <a:spLocks noChangeAspect="1"/>
              </p:cNvSpPr>
              <p:nvPr/>
            </p:nvSpPr>
            <p:spPr>
              <a:xfrm>
                <a:off x="3993933" y="1290411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40" name="立方體 639"/>
              <p:cNvSpPr>
                <a:spLocks noChangeAspect="1"/>
              </p:cNvSpPr>
              <p:nvPr/>
            </p:nvSpPr>
            <p:spPr>
              <a:xfrm>
                <a:off x="3993933" y="1112797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41" name="立方體 640"/>
              <p:cNvSpPr>
                <a:spLocks noChangeAspect="1"/>
              </p:cNvSpPr>
              <p:nvPr/>
            </p:nvSpPr>
            <p:spPr>
              <a:xfrm>
                <a:off x="3993933" y="933912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642" name="立方體 641"/>
              <p:cNvSpPr>
                <a:spLocks noChangeAspect="1"/>
              </p:cNvSpPr>
              <p:nvPr/>
            </p:nvSpPr>
            <p:spPr>
              <a:xfrm>
                <a:off x="3993933" y="750165"/>
                <a:ext cx="270001" cy="269999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pic>
            <p:nvPicPr>
              <p:cNvPr id="643" name="圖片 642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33240" y="660270"/>
                <a:ext cx="1440000" cy="1439999"/>
              </a:xfrm>
              <a:prstGeom prst="rect">
                <a:avLst/>
              </a:prstGeom>
            </p:spPr>
          </p:pic>
          <p:pic>
            <p:nvPicPr>
              <p:cNvPr id="644" name="圖片 64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2864" y="662509"/>
                <a:ext cx="1440000" cy="1439999"/>
              </a:xfrm>
              <a:prstGeom prst="rect">
                <a:avLst/>
              </a:prstGeom>
            </p:spPr>
          </p:pic>
        </p:grpSp>
        <p:sp>
          <p:nvSpPr>
            <p:cNvPr id="578" name="立方體 577"/>
            <p:cNvSpPr>
              <a:spLocks noChangeAspect="1"/>
            </p:cNvSpPr>
            <p:nvPr/>
          </p:nvSpPr>
          <p:spPr>
            <a:xfrm>
              <a:off x="1306403" y="137490"/>
              <a:ext cx="494523" cy="494523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0000">
                  <a:alpha val="5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79" name="立方體 578"/>
            <p:cNvSpPr>
              <a:spLocks noChangeAspect="1"/>
            </p:cNvSpPr>
            <p:nvPr/>
          </p:nvSpPr>
          <p:spPr>
            <a:xfrm>
              <a:off x="1638363" y="137336"/>
              <a:ext cx="494522" cy="494523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0000">
                  <a:alpha val="5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80" name="立方體 579"/>
            <p:cNvSpPr>
              <a:spLocks noChangeAspect="1"/>
            </p:cNvSpPr>
            <p:nvPr/>
          </p:nvSpPr>
          <p:spPr>
            <a:xfrm>
              <a:off x="1305945" y="466346"/>
              <a:ext cx="494523" cy="494523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0000">
                  <a:alpha val="5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81" name="立方體 580"/>
            <p:cNvSpPr>
              <a:spLocks noChangeAspect="1"/>
            </p:cNvSpPr>
            <p:nvPr/>
          </p:nvSpPr>
          <p:spPr>
            <a:xfrm>
              <a:off x="1638643" y="466759"/>
              <a:ext cx="494523" cy="494522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0000">
                  <a:alpha val="5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92" name="文字方塊 17"/>
          <p:cNvSpPr txBox="1"/>
          <p:nvPr/>
        </p:nvSpPr>
        <p:spPr>
          <a:xfrm>
            <a:off x="2047775" y="3327624"/>
            <a:ext cx="1404000" cy="3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Patch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P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artition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sp>
        <p:nvSpPr>
          <p:cNvPr id="193" name="文字方塊 18"/>
          <p:cNvSpPr txBox="1"/>
          <p:nvPr/>
        </p:nvSpPr>
        <p:spPr>
          <a:xfrm>
            <a:off x="2815801" y="4548203"/>
            <a:ext cx="8289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A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Patch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grpSp>
        <p:nvGrpSpPr>
          <p:cNvPr id="194" name="群組 193"/>
          <p:cNvGrpSpPr/>
          <p:nvPr/>
        </p:nvGrpSpPr>
        <p:grpSpPr>
          <a:xfrm>
            <a:off x="2875207" y="5085391"/>
            <a:ext cx="802733" cy="808175"/>
            <a:chOff x="58664" y="2786426"/>
            <a:chExt cx="502022" cy="505425"/>
          </a:xfrm>
        </p:grpSpPr>
        <p:sp>
          <p:nvSpPr>
            <p:cNvPr id="547" name="立方體 546"/>
            <p:cNvSpPr>
              <a:spLocks noChangeAspect="1"/>
            </p:cNvSpPr>
            <p:nvPr/>
          </p:nvSpPr>
          <p:spPr>
            <a:xfrm>
              <a:off x="191185" y="2787558"/>
              <a:ext cx="123630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48" name="立方體 547"/>
            <p:cNvSpPr>
              <a:spLocks noChangeAspect="1"/>
            </p:cNvSpPr>
            <p:nvPr/>
          </p:nvSpPr>
          <p:spPr>
            <a:xfrm>
              <a:off x="272046" y="2787558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49" name="立方體 548"/>
            <p:cNvSpPr>
              <a:spLocks noChangeAspect="1"/>
            </p:cNvSpPr>
            <p:nvPr/>
          </p:nvSpPr>
          <p:spPr>
            <a:xfrm>
              <a:off x="351067" y="2788665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50" name="立方體 549"/>
            <p:cNvSpPr>
              <a:spLocks noChangeAspect="1"/>
            </p:cNvSpPr>
            <p:nvPr/>
          </p:nvSpPr>
          <p:spPr>
            <a:xfrm>
              <a:off x="149507" y="2830201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51" name="立方體 550"/>
            <p:cNvSpPr>
              <a:spLocks noChangeAspect="1"/>
            </p:cNvSpPr>
            <p:nvPr/>
          </p:nvSpPr>
          <p:spPr>
            <a:xfrm>
              <a:off x="230369" y="2829474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52" name="立方體 551"/>
            <p:cNvSpPr>
              <a:spLocks noChangeAspect="1"/>
            </p:cNvSpPr>
            <p:nvPr/>
          </p:nvSpPr>
          <p:spPr>
            <a:xfrm>
              <a:off x="308662" y="2832035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53" name="立方體 552"/>
            <p:cNvSpPr>
              <a:spLocks noChangeAspect="1"/>
            </p:cNvSpPr>
            <p:nvPr/>
          </p:nvSpPr>
          <p:spPr>
            <a:xfrm>
              <a:off x="107832" y="2873329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54" name="立方體 553"/>
            <p:cNvSpPr>
              <a:spLocks noChangeAspect="1"/>
            </p:cNvSpPr>
            <p:nvPr/>
          </p:nvSpPr>
          <p:spPr>
            <a:xfrm>
              <a:off x="187967" y="2873329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55" name="立方體 554"/>
            <p:cNvSpPr>
              <a:spLocks noChangeAspect="1"/>
            </p:cNvSpPr>
            <p:nvPr/>
          </p:nvSpPr>
          <p:spPr>
            <a:xfrm>
              <a:off x="268683" y="2872255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56" name="立方體 555"/>
            <p:cNvSpPr>
              <a:spLocks noChangeAspect="1"/>
            </p:cNvSpPr>
            <p:nvPr/>
          </p:nvSpPr>
          <p:spPr>
            <a:xfrm>
              <a:off x="65185" y="2916325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57" name="立方體 556"/>
            <p:cNvSpPr>
              <a:spLocks noChangeAspect="1"/>
            </p:cNvSpPr>
            <p:nvPr/>
          </p:nvSpPr>
          <p:spPr>
            <a:xfrm>
              <a:off x="143139" y="2915598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58" name="立方體 557"/>
            <p:cNvSpPr>
              <a:spLocks noChangeAspect="1"/>
            </p:cNvSpPr>
            <p:nvPr/>
          </p:nvSpPr>
          <p:spPr>
            <a:xfrm>
              <a:off x="225793" y="2914524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59" name="立方體 558"/>
            <p:cNvSpPr>
              <a:spLocks noChangeAspect="1"/>
            </p:cNvSpPr>
            <p:nvPr/>
          </p:nvSpPr>
          <p:spPr>
            <a:xfrm>
              <a:off x="437055" y="3021828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60" name="立方體 559"/>
            <p:cNvSpPr>
              <a:spLocks noChangeAspect="1"/>
            </p:cNvSpPr>
            <p:nvPr/>
          </p:nvSpPr>
          <p:spPr>
            <a:xfrm>
              <a:off x="434874" y="2951794"/>
              <a:ext cx="123630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61" name="立方體 560"/>
            <p:cNvSpPr>
              <a:spLocks noChangeAspect="1"/>
            </p:cNvSpPr>
            <p:nvPr/>
          </p:nvSpPr>
          <p:spPr>
            <a:xfrm>
              <a:off x="436328" y="2873474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62" name="立方體 561"/>
            <p:cNvSpPr>
              <a:spLocks noChangeAspect="1"/>
            </p:cNvSpPr>
            <p:nvPr/>
          </p:nvSpPr>
          <p:spPr>
            <a:xfrm>
              <a:off x="394042" y="3069619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63" name="立方體 562"/>
            <p:cNvSpPr>
              <a:spLocks noChangeAspect="1"/>
            </p:cNvSpPr>
            <p:nvPr/>
          </p:nvSpPr>
          <p:spPr>
            <a:xfrm>
              <a:off x="394284" y="2995707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64" name="立方體 563"/>
            <p:cNvSpPr>
              <a:spLocks noChangeAspect="1"/>
            </p:cNvSpPr>
            <p:nvPr/>
          </p:nvSpPr>
          <p:spPr>
            <a:xfrm>
              <a:off x="394042" y="2915206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65" name="立方體 564"/>
            <p:cNvSpPr>
              <a:spLocks noChangeAspect="1"/>
            </p:cNvSpPr>
            <p:nvPr/>
          </p:nvSpPr>
          <p:spPr>
            <a:xfrm>
              <a:off x="352925" y="3114685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66" name="立方體 565"/>
            <p:cNvSpPr>
              <a:spLocks noChangeAspect="1"/>
            </p:cNvSpPr>
            <p:nvPr/>
          </p:nvSpPr>
          <p:spPr>
            <a:xfrm>
              <a:off x="352198" y="3035199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67" name="立方體 566"/>
            <p:cNvSpPr>
              <a:spLocks noChangeAspect="1"/>
            </p:cNvSpPr>
            <p:nvPr/>
          </p:nvSpPr>
          <p:spPr>
            <a:xfrm>
              <a:off x="351471" y="2959303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68" name="立方體 567"/>
            <p:cNvSpPr>
              <a:spLocks noChangeAspect="1"/>
            </p:cNvSpPr>
            <p:nvPr/>
          </p:nvSpPr>
          <p:spPr>
            <a:xfrm>
              <a:off x="310288" y="3161192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69" name="立方體 568"/>
            <p:cNvSpPr>
              <a:spLocks noChangeAspect="1"/>
            </p:cNvSpPr>
            <p:nvPr/>
          </p:nvSpPr>
          <p:spPr>
            <a:xfrm>
              <a:off x="310288" y="3082918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70" name="立方體 569"/>
            <p:cNvSpPr>
              <a:spLocks noChangeAspect="1"/>
            </p:cNvSpPr>
            <p:nvPr/>
          </p:nvSpPr>
          <p:spPr>
            <a:xfrm>
              <a:off x="309803" y="3002174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71" name="立方體 570"/>
            <p:cNvSpPr>
              <a:spLocks noChangeAspect="1"/>
            </p:cNvSpPr>
            <p:nvPr/>
          </p:nvSpPr>
          <p:spPr>
            <a:xfrm>
              <a:off x="427117" y="2786426"/>
              <a:ext cx="133488" cy="133488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72" name="立方體 571"/>
            <p:cNvSpPr>
              <a:spLocks noChangeAspect="1"/>
            </p:cNvSpPr>
            <p:nvPr/>
          </p:nvSpPr>
          <p:spPr>
            <a:xfrm>
              <a:off x="386167" y="2832705"/>
              <a:ext cx="129481" cy="12948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73" name="立方體 572"/>
            <p:cNvSpPr>
              <a:spLocks noChangeAspect="1"/>
            </p:cNvSpPr>
            <p:nvPr/>
          </p:nvSpPr>
          <p:spPr>
            <a:xfrm>
              <a:off x="344074" y="2873961"/>
              <a:ext cx="131619" cy="131619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74" name="立方體 573"/>
            <p:cNvSpPr>
              <a:spLocks noChangeAspect="1"/>
            </p:cNvSpPr>
            <p:nvPr/>
          </p:nvSpPr>
          <p:spPr>
            <a:xfrm>
              <a:off x="303267" y="2916616"/>
              <a:ext cx="129884" cy="129884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575" name="圖片 57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664" y="2962169"/>
              <a:ext cx="329682" cy="329682"/>
            </a:xfrm>
            <a:prstGeom prst="rect">
              <a:avLst/>
            </a:prstGeom>
          </p:spPr>
        </p:pic>
        <p:sp>
          <p:nvSpPr>
            <p:cNvPr id="576" name="立方體 575"/>
            <p:cNvSpPr>
              <a:spLocks noChangeAspect="1"/>
            </p:cNvSpPr>
            <p:nvPr/>
          </p:nvSpPr>
          <p:spPr>
            <a:xfrm>
              <a:off x="64971" y="2789393"/>
              <a:ext cx="494523" cy="494522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4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95" name="文字方塊 475"/>
          <p:cNvSpPr txBox="1"/>
          <p:nvPr/>
        </p:nvSpPr>
        <p:spPr>
          <a:xfrm>
            <a:off x="2254950" y="6029573"/>
            <a:ext cx="19567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A 3-D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Local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W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indow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for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Self-attention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sp>
        <p:nvSpPr>
          <p:cNvPr id="196" name="文字方塊 476"/>
          <p:cNvSpPr txBox="1"/>
          <p:nvPr/>
        </p:nvSpPr>
        <p:spPr>
          <a:xfrm>
            <a:off x="3945103" y="3325212"/>
            <a:ext cx="1644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W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indow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P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artition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&amp; W-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MSA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cxnSp>
        <p:nvCxnSpPr>
          <p:cNvPr id="197" name="直線單箭頭接點 196"/>
          <p:cNvCxnSpPr/>
          <p:nvPr/>
        </p:nvCxnSpPr>
        <p:spPr>
          <a:xfrm flipV="1">
            <a:off x="3604079" y="2583361"/>
            <a:ext cx="316296" cy="207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8" name="直線單箭頭接點 197"/>
          <p:cNvCxnSpPr/>
          <p:nvPr/>
        </p:nvCxnSpPr>
        <p:spPr>
          <a:xfrm flipV="1">
            <a:off x="5650479" y="2583361"/>
            <a:ext cx="316296" cy="207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9" name="文字方塊 478"/>
          <p:cNvSpPr txBox="1"/>
          <p:nvPr/>
        </p:nvSpPr>
        <p:spPr>
          <a:xfrm>
            <a:off x="6845979" y="3595705"/>
            <a:ext cx="585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S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hift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grpSp>
        <p:nvGrpSpPr>
          <p:cNvPr id="200" name="群組 199"/>
          <p:cNvGrpSpPr/>
          <p:nvPr/>
        </p:nvGrpSpPr>
        <p:grpSpPr>
          <a:xfrm>
            <a:off x="6392341" y="1955302"/>
            <a:ext cx="1602167" cy="1593618"/>
            <a:chOff x="2747323" y="163795"/>
            <a:chExt cx="1001981" cy="996634"/>
          </a:xfrm>
        </p:grpSpPr>
        <p:grpSp>
          <p:nvGrpSpPr>
            <p:cNvPr id="477" name="群組 476"/>
            <p:cNvGrpSpPr/>
            <p:nvPr/>
          </p:nvGrpSpPr>
          <p:grpSpPr>
            <a:xfrm>
              <a:off x="2753105" y="165820"/>
              <a:ext cx="829553" cy="830178"/>
              <a:chOff x="5656578" y="358151"/>
              <a:chExt cx="1811682" cy="1813044"/>
            </a:xfrm>
          </p:grpSpPr>
          <p:sp>
            <p:nvSpPr>
              <p:cNvPr id="484" name="立方體 483"/>
              <p:cNvSpPr>
                <a:spLocks noChangeAspect="1"/>
              </p:cNvSpPr>
              <p:nvPr/>
            </p:nvSpPr>
            <p:spPr>
              <a:xfrm>
                <a:off x="5660776" y="358293"/>
                <a:ext cx="1807484" cy="1807484"/>
              </a:xfrm>
              <a:prstGeom prst="cube">
                <a:avLst>
                  <a:gd name="adj" fmla="val 20429"/>
                </a:avLst>
              </a:prstGeom>
              <a:solidFill>
                <a:srgbClr val="A5A5A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85" name="立方體 484"/>
              <p:cNvSpPr>
                <a:spLocks noChangeAspect="1"/>
              </p:cNvSpPr>
              <p:nvPr/>
            </p:nvSpPr>
            <p:spPr>
              <a:xfrm>
                <a:off x="5656951" y="635496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86" name="立方體 485"/>
              <p:cNvSpPr>
                <a:spLocks noChangeAspect="1"/>
              </p:cNvSpPr>
              <p:nvPr/>
            </p:nvSpPr>
            <p:spPr>
              <a:xfrm>
                <a:off x="5752201" y="543339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87" name="立方體 486"/>
              <p:cNvSpPr>
                <a:spLocks noChangeAspect="1"/>
              </p:cNvSpPr>
              <p:nvPr/>
            </p:nvSpPr>
            <p:spPr>
              <a:xfrm>
                <a:off x="5843627" y="451306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88" name="立方體 487"/>
              <p:cNvSpPr>
                <a:spLocks noChangeAspect="1"/>
              </p:cNvSpPr>
              <p:nvPr/>
            </p:nvSpPr>
            <p:spPr>
              <a:xfrm>
                <a:off x="5941403" y="358151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89" name="立方體 488"/>
              <p:cNvSpPr>
                <a:spLocks noChangeAspect="1"/>
              </p:cNvSpPr>
              <p:nvPr/>
            </p:nvSpPr>
            <p:spPr>
              <a:xfrm>
                <a:off x="6114038" y="359315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90" name="立方體 489"/>
              <p:cNvSpPr>
                <a:spLocks noChangeAspect="1"/>
              </p:cNvSpPr>
              <p:nvPr/>
            </p:nvSpPr>
            <p:spPr>
              <a:xfrm>
                <a:off x="6291694" y="359612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91" name="立方體 490"/>
              <p:cNvSpPr>
                <a:spLocks noChangeAspect="1"/>
              </p:cNvSpPr>
              <p:nvPr/>
            </p:nvSpPr>
            <p:spPr>
              <a:xfrm>
                <a:off x="6471466" y="359612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92" name="立方體 491"/>
              <p:cNvSpPr>
                <a:spLocks noChangeAspect="1"/>
              </p:cNvSpPr>
              <p:nvPr/>
            </p:nvSpPr>
            <p:spPr>
              <a:xfrm>
                <a:off x="6653302" y="359145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93" name="立方體 492"/>
              <p:cNvSpPr>
                <a:spLocks noChangeAspect="1"/>
              </p:cNvSpPr>
              <p:nvPr/>
            </p:nvSpPr>
            <p:spPr>
              <a:xfrm>
                <a:off x="6833074" y="359145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94" name="立方體 493"/>
              <p:cNvSpPr>
                <a:spLocks noChangeAspect="1"/>
              </p:cNvSpPr>
              <p:nvPr/>
            </p:nvSpPr>
            <p:spPr>
              <a:xfrm>
                <a:off x="7013586" y="359975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95" name="立方體 494"/>
              <p:cNvSpPr>
                <a:spLocks noChangeAspect="1"/>
              </p:cNvSpPr>
              <p:nvPr/>
            </p:nvSpPr>
            <p:spPr>
              <a:xfrm>
                <a:off x="7196438" y="359145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96" name="立方體 495"/>
              <p:cNvSpPr>
                <a:spLocks noChangeAspect="1"/>
              </p:cNvSpPr>
              <p:nvPr/>
            </p:nvSpPr>
            <p:spPr>
              <a:xfrm>
                <a:off x="6023019" y="452444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97" name="立方體 496"/>
              <p:cNvSpPr>
                <a:spLocks noChangeAspect="1"/>
              </p:cNvSpPr>
              <p:nvPr/>
            </p:nvSpPr>
            <p:spPr>
              <a:xfrm>
                <a:off x="6200675" y="452741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98" name="立方體 497"/>
              <p:cNvSpPr>
                <a:spLocks noChangeAspect="1"/>
              </p:cNvSpPr>
              <p:nvPr/>
            </p:nvSpPr>
            <p:spPr>
              <a:xfrm>
                <a:off x="6380447" y="452741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99" name="立方體 498"/>
              <p:cNvSpPr>
                <a:spLocks noChangeAspect="1"/>
              </p:cNvSpPr>
              <p:nvPr/>
            </p:nvSpPr>
            <p:spPr>
              <a:xfrm>
                <a:off x="6562280" y="452274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00" name="立方體 499"/>
              <p:cNvSpPr>
                <a:spLocks noChangeAspect="1"/>
              </p:cNvSpPr>
              <p:nvPr/>
            </p:nvSpPr>
            <p:spPr>
              <a:xfrm>
                <a:off x="6742052" y="452274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01" name="立方體 500"/>
              <p:cNvSpPr>
                <a:spLocks noChangeAspect="1"/>
              </p:cNvSpPr>
              <p:nvPr/>
            </p:nvSpPr>
            <p:spPr>
              <a:xfrm>
                <a:off x="6922565" y="453104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02" name="立方體 501"/>
              <p:cNvSpPr>
                <a:spLocks noChangeAspect="1"/>
              </p:cNvSpPr>
              <p:nvPr/>
            </p:nvSpPr>
            <p:spPr>
              <a:xfrm>
                <a:off x="7105418" y="452274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03" name="立方體 502"/>
              <p:cNvSpPr>
                <a:spLocks noChangeAspect="1"/>
              </p:cNvSpPr>
              <p:nvPr/>
            </p:nvSpPr>
            <p:spPr>
              <a:xfrm>
                <a:off x="5932004" y="543457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04" name="立方體 503"/>
              <p:cNvSpPr>
                <a:spLocks noChangeAspect="1"/>
              </p:cNvSpPr>
              <p:nvPr/>
            </p:nvSpPr>
            <p:spPr>
              <a:xfrm>
                <a:off x="6109657" y="543754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05" name="立方體 504"/>
              <p:cNvSpPr>
                <a:spLocks noChangeAspect="1"/>
              </p:cNvSpPr>
              <p:nvPr/>
            </p:nvSpPr>
            <p:spPr>
              <a:xfrm>
                <a:off x="6289429" y="543754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06" name="立方體 505"/>
              <p:cNvSpPr>
                <a:spLocks noChangeAspect="1"/>
              </p:cNvSpPr>
              <p:nvPr/>
            </p:nvSpPr>
            <p:spPr>
              <a:xfrm>
                <a:off x="6471265" y="543286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07" name="立方體 506"/>
              <p:cNvSpPr>
                <a:spLocks noChangeAspect="1"/>
              </p:cNvSpPr>
              <p:nvPr/>
            </p:nvSpPr>
            <p:spPr>
              <a:xfrm>
                <a:off x="6651037" y="543286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08" name="立方體 507"/>
              <p:cNvSpPr>
                <a:spLocks noChangeAspect="1"/>
              </p:cNvSpPr>
              <p:nvPr/>
            </p:nvSpPr>
            <p:spPr>
              <a:xfrm>
                <a:off x="6831550" y="544119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09" name="立方體 508"/>
              <p:cNvSpPr>
                <a:spLocks noChangeAspect="1"/>
              </p:cNvSpPr>
              <p:nvPr/>
            </p:nvSpPr>
            <p:spPr>
              <a:xfrm>
                <a:off x="7014401" y="543286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0" name="立方體 509"/>
              <p:cNvSpPr>
                <a:spLocks noChangeAspect="1"/>
              </p:cNvSpPr>
              <p:nvPr/>
            </p:nvSpPr>
            <p:spPr>
              <a:xfrm>
                <a:off x="5838866" y="635769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1" name="立方體 510"/>
              <p:cNvSpPr>
                <a:spLocks noChangeAspect="1"/>
              </p:cNvSpPr>
              <p:nvPr/>
            </p:nvSpPr>
            <p:spPr>
              <a:xfrm>
                <a:off x="6016522" y="636066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2" name="立方體 511"/>
              <p:cNvSpPr>
                <a:spLocks noChangeAspect="1"/>
              </p:cNvSpPr>
              <p:nvPr/>
            </p:nvSpPr>
            <p:spPr>
              <a:xfrm>
                <a:off x="6196294" y="636066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3" name="立方體 512"/>
              <p:cNvSpPr>
                <a:spLocks noChangeAspect="1"/>
              </p:cNvSpPr>
              <p:nvPr/>
            </p:nvSpPr>
            <p:spPr>
              <a:xfrm>
                <a:off x="6378127" y="635599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4" name="立方體 513"/>
              <p:cNvSpPr>
                <a:spLocks noChangeAspect="1"/>
              </p:cNvSpPr>
              <p:nvPr/>
            </p:nvSpPr>
            <p:spPr>
              <a:xfrm>
                <a:off x="6557899" y="635599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5" name="立方體 514"/>
              <p:cNvSpPr>
                <a:spLocks noChangeAspect="1"/>
              </p:cNvSpPr>
              <p:nvPr/>
            </p:nvSpPr>
            <p:spPr>
              <a:xfrm>
                <a:off x="6738412" y="636429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6" name="立方體 515"/>
              <p:cNvSpPr>
                <a:spLocks noChangeAspect="1"/>
              </p:cNvSpPr>
              <p:nvPr/>
            </p:nvSpPr>
            <p:spPr>
              <a:xfrm>
                <a:off x="6921265" y="635599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7" name="立方體 516"/>
              <p:cNvSpPr>
                <a:spLocks noChangeAspect="1"/>
              </p:cNvSpPr>
              <p:nvPr/>
            </p:nvSpPr>
            <p:spPr>
              <a:xfrm>
                <a:off x="7196615" y="1618857"/>
                <a:ext cx="269999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8" name="立方體 517"/>
              <p:cNvSpPr>
                <a:spLocks noChangeAspect="1"/>
              </p:cNvSpPr>
              <p:nvPr/>
            </p:nvSpPr>
            <p:spPr>
              <a:xfrm>
                <a:off x="7196615" y="1439468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19" name="立方體 518"/>
              <p:cNvSpPr>
                <a:spLocks noChangeAspect="1"/>
              </p:cNvSpPr>
              <p:nvPr/>
            </p:nvSpPr>
            <p:spPr>
              <a:xfrm>
                <a:off x="7196615" y="1260585"/>
                <a:ext cx="269999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0" name="立方體 519"/>
              <p:cNvSpPr>
                <a:spLocks noChangeAspect="1"/>
              </p:cNvSpPr>
              <p:nvPr/>
            </p:nvSpPr>
            <p:spPr>
              <a:xfrm>
                <a:off x="7196615" y="1082263"/>
                <a:ext cx="269999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1" name="立方體 520"/>
              <p:cNvSpPr>
                <a:spLocks noChangeAspect="1"/>
              </p:cNvSpPr>
              <p:nvPr/>
            </p:nvSpPr>
            <p:spPr>
              <a:xfrm>
                <a:off x="7196615" y="904649"/>
                <a:ext cx="269999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2" name="立方體 521"/>
              <p:cNvSpPr>
                <a:spLocks noChangeAspect="1"/>
              </p:cNvSpPr>
              <p:nvPr/>
            </p:nvSpPr>
            <p:spPr>
              <a:xfrm>
                <a:off x="7196615" y="725764"/>
                <a:ext cx="269999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3" name="立方體 522"/>
              <p:cNvSpPr>
                <a:spLocks noChangeAspect="1"/>
              </p:cNvSpPr>
              <p:nvPr/>
            </p:nvSpPr>
            <p:spPr>
              <a:xfrm>
                <a:off x="7196615" y="542015"/>
                <a:ext cx="269999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4" name="立方體 523"/>
              <p:cNvSpPr>
                <a:spLocks noChangeAspect="1"/>
              </p:cNvSpPr>
              <p:nvPr/>
            </p:nvSpPr>
            <p:spPr>
              <a:xfrm>
                <a:off x="7097912" y="1715817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5" name="立方體 524"/>
              <p:cNvSpPr>
                <a:spLocks noChangeAspect="1"/>
              </p:cNvSpPr>
              <p:nvPr/>
            </p:nvSpPr>
            <p:spPr>
              <a:xfrm>
                <a:off x="7097912" y="1536429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6" name="立方體 525"/>
              <p:cNvSpPr>
                <a:spLocks noChangeAspect="1"/>
              </p:cNvSpPr>
              <p:nvPr/>
            </p:nvSpPr>
            <p:spPr>
              <a:xfrm>
                <a:off x="7097912" y="1357544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7" name="立方體 526"/>
              <p:cNvSpPr>
                <a:spLocks noChangeAspect="1"/>
              </p:cNvSpPr>
              <p:nvPr/>
            </p:nvSpPr>
            <p:spPr>
              <a:xfrm>
                <a:off x="7097912" y="1179223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8" name="立方體 527"/>
              <p:cNvSpPr>
                <a:spLocks noChangeAspect="1"/>
              </p:cNvSpPr>
              <p:nvPr/>
            </p:nvSpPr>
            <p:spPr>
              <a:xfrm>
                <a:off x="7097912" y="1001609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29" name="立方體 528"/>
              <p:cNvSpPr>
                <a:spLocks noChangeAspect="1"/>
              </p:cNvSpPr>
              <p:nvPr/>
            </p:nvSpPr>
            <p:spPr>
              <a:xfrm>
                <a:off x="7097912" y="822724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30" name="立方體 529"/>
              <p:cNvSpPr>
                <a:spLocks noChangeAspect="1"/>
              </p:cNvSpPr>
              <p:nvPr/>
            </p:nvSpPr>
            <p:spPr>
              <a:xfrm>
                <a:off x="7097912" y="638977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31" name="立方體 530"/>
              <p:cNvSpPr>
                <a:spLocks noChangeAspect="1"/>
              </p:cNvSpPr>
              <p:nvPr/>
            </p:nvSpPr>
            <p:spPr>
              <a:xfrm>
                <a:off x="7013409" y="1808946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32" name="立方體 531"/>
              <p:cNvSpPr>
                <a:spLocks noChangeAspect="1"/>
              </p:cNvSpPr>
              <p:nvPr/>
            </p:nvSpPr>
            <p:spPr>
              <a:xfrm>
                <a:off x="7013409" y="1629558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33" name="立方體 532"/>
              <p:cNvSpPr>
                <a:spLocks noChangeAspect="1"/>
              </p:cNvSpPr>
              <p:nvPr/>
            </p:nvSpPr>
            <p:spPr>
              <a:xfrm>
                <a:off x="7013409" y="1450673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34" name="立方體 533"/>
              <p:cNvSpPr>
                <a:spLocks noChangeAspect="1"/>
              </p:cNvSpPr>
              <p:nvPr/>
            </p:nvSpPr>
            <p:spPr>
              <a:xfrm>
                <a:off x="7013409" y="1272352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35" name="立方體 534"/>
              <p:cNvSpPr>
                <a:spLocks noChangeAspect="1"/>
              </p:cNvSpPr>
              <p:nvPr/>
            </p:nvSpPr>
            <p:spPr>
              <a:xfrm>
                <a:off x="7013409" y="1094738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36" name="立方體 535"/>
              <p:cNvSpPr>
                <a:spLocks noChangeAspect="1"/>
              </p:cNvSpPr>
              <p:nvPr/>
            </p:nvSpPr>
            <p:spPr>
              <a:xfrm>
                <a:off x="7013409" y="915853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37" name="立方體 536"/>
              <p:cNvSpPr>
                <a:spLocks noChangeAspect="1"/>
              </p:cNvSpPr>
              <p:nvPr/>
            </p:nvSpPr>
            <p:spPr>
              <a:xfrm>
                <a:off x="7013409" y="732106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38" name="立方體 537"/>
              <p:cNvSpPr>
                <a:spLocks noChangeAspect="1"/>
              </p:cNvSpPr>
              <p:nvPr/>
            </p:nvSpPr>
            <p:spPr>
              <a:xfrm>
                <a:off x="6917647" y="1895693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39" name="立方體 538"/>
              <p:cNvSpPr>
                <a:spLocks noChangeAspect="1"/>
              </p:cNvSpPr>
              <p:nvPr/>
            </p:nvSpPr>
            <p:spPr>
              <a:xfrm>
                <a:off x="6917647" y="1716304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40" name="立方體 539"/>
              <p:cNvSpPr>
                <a:spLocks noChangeAspect="1"/>
              </p:cNvSpPr>
              <p:nvPr/>
            </p:nvSpPr>
            <p:spPr>
              <a:xfrm>
                <a:off x="6917647" y="1537419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41" name="立方體 540"/>
              <p:cNvSpPr>
                <a:spLocks noChangeAspect="1"/>
              </p:cNvSpPr>
              <p:nvPr/>
            </p:nvSpPr>
            <p:spPr>
              <a:xfrm>
                <a:off x="6917647" y="1359097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42" name="立方體 541"/>
              <p:cNvSpPr>
                <a:spLocks noChangeAspect="1"/>
              </p:cNvSpPr>
              <p:nvPr/>
            </p:nvSpPr>
            <p:spPr>
              <a:xfrm>
                <a:off x="6917647" y="1181483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43" name="立方體 542"/>
              <p:cNvSpPr>
                <a:spLocks noChangeAspect="1"/>
              </p:cNvSpPr>
              <p:nvPr/>
            </p:nvSpPr>
            <p:spPr>
              <a:xfrm>
                <a:off x="6917647" y="1002600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544" name="立方體 543"/>
              <p:cNvSpPr>
                <a:spLocks noChangeAspect="1"/>
              </p:cNvSpPr>
              <p:nvPr/>
            </p:nvSpPr>
            <p:spPr>
              <a:xfrm>
                <a:off x="6917647" y="818852"/>
                <a:ext cx="270001" cy="270000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pic>
            <p:nvPicPr>
              <p:cNvPr id="545" name="圖片 544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56954" y="728957"/>
                <a:ext cx="1440002" cy="1439997"/>
              </a:xfrm>
              <a:prstGeom prst="rect">
                <a:avLst/>
              </a:prstGeom>
            </p:spPr>
          </p:pic>
          <p:pic>
            <p:nvPicPr>
              <p:cNvPr id="546" name="圖片 54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56578" y="731195"/>
                <a:ext cx="1440000" cy="1440000"/>
              </a:xfrm>
              <a:prstGeom prst="rect">
                <a:avLst/>
              </a:prstGeom>
            </p:spPr>
          </p:pic>
        </p:grpSp>
        <p:sp>
          <p:nvSpPr>
            <p:cNvPr id="478" name="立方體 477"/>
            <p:cNvSpPr/>
            <p:nvPr/>
          </p:nvSpPr>
          <p:spPr>
            <a:xfrm>
              <a:off x="2747323" y="164433"/>
              <a:ext cx="335899" cy="334073"/>
            </a:xfrm>
            <a:prstGeom prst="cube">
              <a:avLst>
                <a:gd name="adj" fmla="val 52579"/>
              </a:avLst>
            </a:prstGeom>
            <a:solidFill>
              <a:srgbClr val="FFC000">
                <a:alpha val="50196"/>
              </a:srgbClr>
            </a:solidFill>
            <a:ln w="127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79" name="立方體 478"/>
            <p:cNvSpPr/>
            <p:nvPr/>
          </p:nvSpPr>
          <p:spPr>
            <a:xfrm>
              <a:off x="2921308" y="163795"/>
              <a:ext cx="667530" cy="334073"/>
            </a:xfrm>
            <a:prstGeom prst="cube">
              <a:avLst>
                <a:gd name="adj" fmla="val 52579"/>
              </a:avLst>
            </a:prstGeom>
            <a:solidFill>
              <a:srgbClr val="5B9BD5">
                <a:alpha val="50196"/>
              </a:srgbClr>
            </a:solidFill>
            <a:ln w="1270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80" name="立方體 479"/>
            <p:cNvSpPr/>
            <p:nvPr/>
          </p:nvSpPr>
          <p:spPr>
            <a:xfrm>
              <a:off x="2752074" y="331120"/>
              <a:ext cx="335900" cy="663812"/>
            </a:xfrm>
            <a:prstGeom prst="cube">
              <a:avLst>
                <a:gd name="adj" fmla="val 52579"/>
              </a:avLst>
            </a:prstGeom>
            <a:solidFill>
              <a:srgbClr val="70AD47">
                <a:alpha val="50196"/>
              </a:srgbClr>
            </a:solidFill>
            <a:ln w="1270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81" name="立方體 480"/>
            <p:cNvSpPr/>
            <p:nvPr/>
          </p:nvSpPr>
          <p:spPr>
            <a:xfrm>
              <a:off x="3410530" y="826044"/>
              <a:ext cx="335899" cy="334073"/>
            </a:xfrm>
            <a:prstGeom prst="cube">
              <a:avLst>
                <a:gd name="adj" fmla="val 52579"/>
              </a:avLst>
            </a:prstGeom>
            <a:solidFill>
              <a:srgbClr val="FFC000">
                <a:alpha val="10196"/>
              </a:srgbClr>
            </a:solidFill>
            <a:ln w="12700" cap="flat" cmpd="sng" algn="ctr">
              <a:solidFill>
                <a:srgbClr val="FFC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82" name="立方體 481"/>
            <p:cNvSpPr/>
            <p:nvPr/>
          </p:nvSpPr>
          <p:spPr>
            <a:xfrm>
              <a:off x="2911618" y="826355"/>
              <a:ext cx="667530" cy="334074"/>
            </a:xfrm>
            <a:prstGeom prst="cube">
              <a:avLst>
                <a:gd name="adj" fmla="val 52579"/>
              </a:avLst>
            </a:prstGeom>
            <a:solidFill>
              <a:srgbClr val="5B9BD5">
                <a:alpha val="30196"/>
              </a:srgbClr>
            </a:solidFill>
            <a:ln w="12700" cap="flat" cmpd="sng" algn="ctr">
              <a:solidFill>
                <a:srgbClr val="5B9BD5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83" name="立方體 482"/>
            <p:cNvSpPr/>
            <p:nvPr/>
          </p:nvSpPr>
          <p:spPr>
            <a:xfrm>
              <a:off x="3413405" y="328180"/>
              <a:ext cx="335899" cy="663812"/>
            </a:xfrm>
            <a:prstGeom prst="cube">
              <a:avLst>
                <a:gd name="adj" fmla="val 52579"/>
              </a:avLst>
            </a:prstGeom>
            <a:solidFill>
              <a:srgbClr val="70AD47">
                <a:alpha val="30196"/>
              </a:srgbClr>
            </a:solidFill>
            <a:ln w="12700" cap="flat" cmpd="sng" algn="ctr">
              <a:solidFill>
                <a:srgbClr val="70AD47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grpSp>
        <p:nvGrpSpPr>
          <p:cNvPr id="201" name="群組 200"/>
          <p:cNvGrpSpPr/>
          <p:nvPr/>
        </p:nvGrpSpPr>
        <p:grpSpPr>
          <a:xfrm>
            <a:off x="7592700" y="4797928"/>
            <a:ext cx="1336770" cy="1341588"/>
            <a:chOff x="3506139" y="2083278"/>
            <a:chExt cx="836004" cy="839017"/>
          </a:xfrm>
        </p:grpSpPr>
        <p:grpSp>
          <p:nvGrpSpPr>
            <p:cNvPr id="406" name="群組 405"/>
            <p:cNvGrpSpPr/>
            <p:nvPr/>
          </p:nvGrpSpPr>
          <p:grpSpPr>
            <a:xfrm>
              <a:off x="3506139" y="2083278"/>
              <a:ext cx="829382" cy="827697"/>
              <a:chOff x="7178418" y="4006668"/>
              <a:chExt cx="1811307" cy="1807627"/>
            </a:xfrm>
          </p:grpSpPr>
          <p:sp>
            <p:nvSpPr>
              <p:cNvPr id="416" name="立方體 415"/>
              <p:cNvSpPr>
                <a:spLocks noChangeAspect="1"/>
              </p:cNvSpPr>
              <p:nvPr/>
            </p:nvSpPr>
            <p:spPr>
              <a:xfrm>
                <a:off x="7182240" y="4006810"/>
                <a:ext cx="1807485" cy="1807485"/>
              </a:xfrm>
              <a:prstGeom prst="cube">
                <a:avLst>
                  <a:gd name="adj" fmla="val 20429"/>
                </a:avLst>
              </a:prstGeom>
              <a:solidFill>
                <a:srgbClr val="A5A5A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17" name="立方體 416"/>
              <p:cNvSpPr>
                <a:spLocks noChangeAspect="1"/>
              </p:cNvSpPr>
              <p:nvPr/>
            </p:nvSpPr>
            <p:spPr>
              <a:xfrm>
                <a:off x="7178418" y="4284013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18" name="立方體 417"/>
              <p:cNvSpPr>
                <a:spLocks noChangeAspect="1"/>
              </p:cNvSpPr>
              <p:nvPr/>
            </p:nvSpPr>
            <p:spPr>
              <a:xfrm>
                <a:off x="7273668" y="4191856"/>
                <a:ext cx="269998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19" name="立方體 418"/>
              <p:cNvSpPr>
                <a:spLocks noChangeAspect="1"/>
              </p:cNvSpPr>
              <p:nvPr/>
            </p:nvSpPr>
            <p:spPr>
              <a:xfrm>
                <a:off x="7365093" y="4099823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20" name="立方體 419"/>
              <p:cNvSpPr>
                <a:spLocks noChangeAspect="1"/>
              </p:cNvSpPr>
              <p:nvPr/>
            </p:nvSpPr>
            <p:spPr>
              <a:xfrm>
                <a:off x="7462870" y="4006668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21" name="立方體 420"/>
              <p:cNvSpPr>
                <a:spLocks noChangeAspect="1"/>
              </p:cNvSpPr>
              <p:nvPr/>
            </p:nvSpPr>
            <p:spPr>
              <a:xfrm>
                <a:off x="7635504" y="4007832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22" name="立方體 421"/>
              <p:cNvSpPr>
                <a:spLocks noChangeAspect="1"/>
              </p:cNvSpPr>
              <p:nvPr/>
            </p:nvSpPr>
            <p:spPr>
              <a:xfrm>
                <a:off x="7813160" y="4008129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23" name="立方體 422"/>
              <p:cNvSpPr>
                <a:spLocks noChangeAspect="1"/>
              </p:cNvSpPr>
              <p:nvPr/>
            </p:nvSpPr>
            <p:spPr>
              <a:xfrm>
                <a:off x="7992932" y="4008129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24" name="立方體 423"/>
              <p:cNvSpPr>
                <a:spLocks noChangeAspect="1"/>
              </p:cNvSpPr>
              <p:nvPr/>
            </p:nvSpPr>
            <p:spPr>
              <a:xfrm>
                <a:off x="8174768" y="4007662"/>
                <a:ext cx="269998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25" name="立方體 424"/>
              <p:cNvSpPr>
                <a:spLocks noChangeAspect="1"/>
              </p:cNvSpPr>
              <p:nvPr/>
            </p:nvSpPr>
            <p:spPr>
              <a:xfrm>
                <a:off x="8354540" y="4007662"/>
                <a:ext cx="269998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26" name="立方體 425"/>
              <p:cNvSpPr>
                <a:spLocks noChangeAspect="1"/>
              </p:cNvSpPr>
              <p:nvPr/>
            </p:nvSpPr>
            <p:spPr>
              <a:xfrm>
                <a:off x="8535050" y="4008492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27" name="立方體 426"/>
              <p:cNvSpPr>
                <a:spLocks noChangeAspect="1"/>
              </p:cNvSpPr>
              <p:nvPr/>
            </p:nvSpPr>
            <p:spPr>
              <a:xfrm>
                <a:off x="8717903" y="4007662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28" name="立方體 427"/>
              <p:cNvSpPr>
                <a:spLocks noChangeAspect="1"/>
              </p:cNvSpPr>
              <p:nvPr/>
            </p:nvSpPr>
            <p:spPr>
              <a:xfrm>
                <a:off x="7544485" y="4100961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29" name="立方體 428"/>
              <p:cNvSpPr>
                <a:spLocks noChangeAspect="1"/>
              </p:cNvSpPr>
              <p:nvPr/>
            </p:nvSpPr>
            <p:spPr>
              <a:xfrm>
                <a:off x="7722139" y="4101258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30" name="立方體 429"/>
              <p:cNvSpPr>
                <a:spLocks noChangeAspect="1"/>
              </p:cNvSpPr>
              <p:nvPr/>
            </p:nvSpPr>
            <p:spPr>
              <a:xfrm>
                <a:off x="7901913" y="4101258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31" name="立方體 430"/>
              <p:cNvSpPr>
                <a:spLocks noChangeAspect="1"/>
              </p:cNvSpPr>
              <p:nvPr/>
            </p:nvSpPr>
            <p:spPr>
              <a:xfrm>
                <a:off x="8083746" y="4100791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32" name="立方體 431"/>
              <p:cNvSpPr>
                <a:spLocks noChangeAspect="1"/>
              </p:cNvSpPr>
              <p:nvPr/>
            </p:nvSpPr>
            <p:spPr>
              <a:xfrm>
                <a:off x="8263518" y="4100791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33" name="立方體 432"/>
              <p:cNvSpPr>
                <a:spLocks noChangeAspect="1"/>
              </p:cNvSpPr>
              <p:nvPr/>
            </p:nvSpPr>
            <p:spPr>
              <a:xfrm>
                <a:off x="8444030" y="4101621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34" name="立方體 433"/>
              <p:cNvSpPr>
                <a:spLocks noChangeAspect="1"/>
              </p:cNvSpPr>
              <p:nvPr/>
            </p:nvSpPr>
            <p:spPr>
              <a:xfrm>
                <a:off x="8626884" y="4100791"/>
                <a:ext cx="269998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35" name="立方體 434"/>
              <p:cNvSpPr>
                <a:spLocks noChangeAspect="1"/>
              </p:cNvSpPr>
              <p:nvPr/>
            </p:nvSpPr>
            <p:spPr>
              <a:xfrm>
                <a:off x="7453468" y="4191974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36" name="立方體 435"/>
              <p:cNvSpPr>
                <a:spLocks noChangeAspect="1"/>
              </p:cNvSpPr>
              <p:nvPr/>
            </p:nvSpPr>
            <p:spPr>
              <a:xfrm>
                <a:off x="7631124" y="4192271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37" name="立方體 436"/>
              <p:cNvSpPr>
                <a:spLocks noChangeAspect="1"/>
              </p:cNvSpPr>
              <p:nvPr/>
            </p:nvSpPr>
            <p:spPr>
              <a:xfrm>
                <a:off x="7810895" y="4192271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38" name="立方體 437"/>
              <p:cNvSpPr>
                <a:spLocks noChangeAspect="1"/>
              </p:cNvSpPr>
              <p:nvPr/>
            </p:nvSpPr>
            <p:spPr>
              <a:xfrm>
                <a:off x="7992731" y="4191804"/>
                <a:ext cx="269998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39" name="立方體 438"/>
              <p:cNvSpPr>
                <a:spLocks noChangeAspect="1"/>
              </p:cNvSpPr>
              <p:nvPr/>
            </p:nvSpPr>
            <p:spPr>
              <a:xfrm>
                <a:off x="8172503" y="4191804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0" name="立方體 439"/>
              <p:cNvSpPr>
                <a:spLocks noChangeAspect="1"/>
              </p:cNvSpPr>
              <p:nvPr/>
            </p:nvSpPr>
            <p:spPr>
              <a:xfrm>
                <a:off x="8353015" y="4192633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1" name="立方體 440"/>
              <p:cNvSpPr>
                <a:spLocks noChangeAspect="1"/>
              </p:cNvSpPr>
              <p:nvPr/>
            </p:nvSpPr>
            <p:spPr>
              <a:xfrm>
                <a:off x="8535866" y="4191804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2" name="立方體 441"/>
              <p:cNvSpPr>
                <a:spLocks noChangeAspect="1"/>
              </p:cNvSpPr>
              <p:nvPr/>
            </p:nvSpPr>
            <p:spPr>
              <a:xfrm>
                <a:off x="7360332" y="4284286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3" name="立方體 442"/>
              <p:cNvSpPr>
                <a:spLocks noChangeAspect="1"/>
              </p:cNvSpPr>
              <p:nvPr/>
            </p:nvSpPr>
            <p:spPr>
              <a:xfrm>
                <a:off x="7537986" y="4284583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4" name="立方體 443"/>
              <p:cNvSpPr>
                <a:spLocks noChangeAspect="1"/>
              </p:cNvSpPr>
              <p:nvPr/>
            </p:nvSpPr>
            <p:spPr>
              <a:xfrm>
                <a:off x="7717758" y="4284583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5" name="立方體 444"/>
              <p:cNvSpPr>
                <a:spLocks noChangeAspect="1"/>
              </p:cNvSpPr>
              <p:nvPr/>
            </p:nvSpPr>
            <p:spPr>
              <a:xfrm>
                <a:off x="7899593" y="4284116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6" name="立方體 445"/>
              <p:cNvSpPr>
                <a:spLocks noChangeAspect="1"/>
              </p:cNvSpPr>
              <p:nvPr/>
            </p:nvSpPr>
            <p:spPr>
              <a:xfrm>
                <a:off x="8079365" y="4284116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7" name="立方體 446"/>
              <p:cNvSpPr>
                <a:spLocks noChangeAspect="1"/>
              </p:cNvSpPr>
              <p:nvPr/>
            </p:nvSpPr>
            <p:spPr>
              <a:xfrm>
                <a:off x="8259877" y="4284946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8" name="立方體 447"/>
              <p:cNvSpPr>
                <a:spLocks noChangeAspect="1"/>
              </p:cNvSpPr>
              <p:nvPr/>
            </p:nvSpPr>
            <p:spPr>
              <a:xfrm>
                <a:off x="8442729" y="4284116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49" name="立方體 448"/>
              <p:cNvSpPr>
                <a:spLocks noChangeAspect="1"/>
              </p:cNvSpPr>
              <p:nvPr/>
            </p:nvSpPr>
            <p:spPr>
              <a:xfrm>
                <a:off x="8718078" y="5267375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0" name="立方體 449"/>
              <p:cNvSpPr>
                <a:spLocks noChangeAspect="1"/>
              </p:cNvSpPr>
              <p:nvPr/>
            </p:nvSpPr>
            <p:spPr>
              <a:xfrm>
                <a:off x="8718078" y="508798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1" name="立方體 450"/>
              <p:cNvSpPr>
                <a:spLocks noChangeAspect="1"/>
              </p:cNvSpPr>
              <p:nvPr/>
            </p:nvSpPr>
            <p:spPr>
              <a:xfrm>
                <a:off x="8718078" y="490910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2" name="立方體 451"/>
              <p:cNvSpPr>
                <a:spLocks noChangeAspect="1"/>
              </p:cNvSpPr>
              <p:nvPr/>
            </p:nvSpPr>
            <p:spPr>
              <a:xfrm>
                <a:off x="8718078" y="4730778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3" name="立方體 452"/>
              <p:cNvSpPr>
                <a:spLocks noChangeAspect="1"/>
              </p:cNvSpPr>
              <p:nvPr/>
            </p:nvSpPr>
            <p:spPr>
              <a:xfrm>
                <a:off x="8718078" y="4553164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4" name="立方體 453"/>
              <p:cNvSpPr>
                <a:spLocks noChangeAspect="1"/>
              </p:cNvSpPr>
              <p:nvPr/>
            </p:nvSpPr>
            <p:spPr>
              <a:xfrm>
                <a:off x="8718078" y="4374279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5" name="立方體 454"/>
              <p:cNvSpPr>
                <a:spLocks noChangeAspect="1"/>
              </p:cNvSpPr>
              <p:nvPr/>
            </p:nvSpPr>
            <p:spPr>
              <a:xfrm>
                <a:off x="8718078" y="4190533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6" name="立方體 455"/>
              <p:cNvSpPr>
                <a:spLocks noChangeAspect="1"/>
              </p:cNvSpPr>
              <p:nvPr/>
            </p:nvSpPr>
            <p:spPr>
              <a:xfrm>
                <a:off x="8619377" y="536433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7" name="立方體 456"/>
              <p:cNvSpPr>
                <a:spLocks noChangeAspect="1"/>
              </p:cNvSpPr>
              <p:nvPr/>
            </p:nvSpPr>
            <p:spPr>
              <a:xfrm>
                <a:off x="8619377" y="518494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8" name="立方體 457"/>
              <p:cNvSpPr>
                <a:spLocks noChangeAspect="1"/>
              </p:cNvSpPr>
              <p:nvPr/>
            </p:nvSpPr>
            <p:spPr>
              <a:xfrm>
                <a:off x="8619377" y="5006062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59" name="立方體 458"/>
              <p:cNvSpPr>
                <a:spLocks noChangeAspect="1"/>
              </p:cNvSpPr>
              <p:nvPr/>
            </p:nvSpPr>
            <p:spPr>
              <a:xfrm>
                <a:off x="8619377" y="482774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0" name="立方體 459"/>
              <p:cNvSpPr>
                <a:spLocks noChangeAspect="1"/>
              </p:cNvSpPr>
              <p:nvPr/>
            </p:nvSpPr>
            <p:spPr>
              <a:xfrm>
                <a:off x="8619377" y="4650126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1" name="立方體 460"/>
              <p:cNvSpPr>
                <a:spLocks noChangeAspect="1"/>
              </p:cNvSpPr>
              <p:nvPr/>
            </p:nvSpPr>
            <p:spPr>
              <a:xfrm>
                <a:off x="8619377" y="4471241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2" name="立方體 461"/>
              <p:cNvSpPr>
                <a:spLocks noChangeAspect="1"/>
              </p:cNvSpPr>
              <p:nvPr/>
            </p:nvSpPr>
            <p:spPr>
              <a:xfrm>
                <a:off x="8619377" y="4287492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3" name="立方體 462"/>
              <p:cNvSpPr>
                <a:spLocks noChangeAspect="1"/>
              </p:cNvSpPr>
              <p:nvPr/>
            </p:nvSpPr>
            <p:spPr>
              <a:xfrm>
                <a:off x="8534875" y="5457464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4" name="立方體 463"/>
              <p:cNvSpPr>
                <a:spLocks noChangeAspect="1"/>
              </p:cNvSpPr>
              <p:nvPr/>
            </p:nvSpPr>
            <p:spPr>
              <a:xfrm>
                <a:off x="8534875" y="5278074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5" name="立方體 464"/>
              <p:cNvSpPr>
                <a:spLocks noChangeAspect="1"/>
              </p:cNvSpPr>
              <p:nvPr/>
            </p:nvSpPr>
            <p:spPr>
              <a:xfrm>
                <a:off x="8534875" y="5099191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6" name="立方體 465"/>
              <p:cNvSpPr>
                <a:spLocks noChangeAspect="1"/>
              </p:cNvSpPr>
              <p:nvPr/>
            </p:nvSpPr>
            <p:spPr>
              <a:xfrm>
                <a:off x="8534875" y="4920869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7" name="立方體 466"/>
              <p:cNvSpPr>
                <a:spLocks noChangeAspect="1"/>
              </p:cNvSpPr>
              <p:nvPr/>
            </p:nvSpPr>
            <p:spPr>
              <a:xfrm>
                <a:off x="8534875" y="474325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8" name="立方體 467"/>
              <p:cNvSpPr>
                <a:spLocks noChangeAspect="1"/>
              </p:cNvSpPr>
              <p:nvPr/>
            </p:nvSpPr>
            <p:spPr>
              <a:xfrm>
                <a:off x="8534875" y="456437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69" name="立方體 468"/>
              <p:cNvSpPr>
                <a:spLocks noChangeAspect="1"/>
              </p:cNvSpPr>
              <p:nvPr/>
            </p:nvSpPr>
            <p:spPr>
              <a:xfrm>
                <a:off x="8534875" y="4380621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70" name="立方體 469"/>
              <p:cNvSpPr>
                <a:spLocks noChangeAspect="1"/>
              </p:cNvSpPr>
              <p:nvPr/>
            </p:nvSpPr>
            <p:spPr>
              <a:xfrm>
                <a:off x="8439112" y="5544209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71" name="立方體 470"/>
              <p:cNvSpPr>
                <a:spLocks noChangeAspect="1"/>
              </p:cNvSpPr>
              <p:nvPr/>
            </p:nvSpPr>
            <p:spPr>
              <a:xfrm>
                <a:off x="8439112" y="5364822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72" name="立方體 471"/>
              <p:cNvSpPr>
                <a:spLocks noChangeAspect="1"/>
              </p:cNvSpPr>
              <p:nvPr/>
            </p:nvSpPr>
            <p:spPr>
              <a:xfrm>
                <a:off x="8439112" y="5185937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73" name="立方體 472"/>
              <p:cNvSpPr>
                <a:spLocks noChangeAspect="1"/>
              </p:cNvSpPr>
              <p:nvPr/>
            </p:nvSpPr>
            <p:spPr>
              <a:xfrm>
                <a:off x="8439112" y="500761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74" name="立方體 473"/>
              <p:cNvSpPr>
                <a:spLocks noChangeAspect="1"/>
              </p:cNvSpPr>
              <p:nvPr/>
            </p:nvSpPr>
            <p:spPr>
              <a:xfrm>
                <a:off x="8439112" y="4830001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75" name="立方體 474"/>
              <p:cNvSpPr>
                <a:spLocks noChangeAspect="1"/>
              </p:cNvSpPr>
              <p:nvPr/>
            </p:nvSpPr>
            <p:spPr>
              <a:xfrm>
                <a:off x="8439112" y="465111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476" name="立方體 475"/>
              <p:cNvSpPr>
                <a:spLocks noChangeAspect="1"/>
              </p:cNvSpPr>
              <p:nvPr/>
            </p:nvSpPr>
            <p:spPr>
              <a:xfrm>
                <a:off x="8439112" y="4467369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  <p:pic>
          <p:nvPicPr>
            <p:cNvPr id="407" name="圖片 406"/>
            <p:cNvPicPr preferRelativeResize="0"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80" t="24360" r="-462" b="1006"/>
            <a:stretch/>
          </p:blipFill>
          <p:spPr>
            <a:xfrm>
              <a:off x="3507902" y="2260366"/>
              <a:ext cx="493082" cy="492114"/>
            </a:xfrm>
            <a:prstGeom prst="rect">
              <a:avLst/>
            </a:prstGeom>
          </p:spPr>
        </p:pic>
        <p:pic>
          <p:nvPicPr>
            <p:cNvPr id="408" name="圖片 407"/>
            <p:cNvPicPr preferRelativeResize="0"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" r="75399" b="76296"/>
            <a:stretch/>
          </p:blipFill>
          <p:spPr>
            <a:xfrm>
              <a:off x="4004778" y="2755057"/>
              <a:ext cx="156298" cy="156298"/>
            </a:xfrm>
            <a:prstGeom prst="rect">
              <a:avLst/>
            </a:prstGeom>
          </p:spPr>
        </p:pic>
        <p:pic>
          <p:nvPicPr>
            <p:cNvPr id="409" name="圖片 408"/>
            <p:cNvPicPr preferRelativeResize="0"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" t="25309" r="75796"/>
            <a:stretch/>
          </p:blipFill>
          <p:spPr>
            <a:xfrm>
              <a:off x="4007812" y="2262328"/>
              <a:ext cx="154951" cy="489647"/>
            </a:xfrm>
            <a:prstGeom prst="rect">
              <a:avLst/>
            </a:prstGeom>
          </p:spPr>
        </p:pic>
        <p:sp>
          <p:nvSpPr>
            <p:cNvPr id="410" name="立方體 409"/>
            <p:cNvSpPr>
              <a:spLocks noChangeAspect="1"/>
            </p:cNvSpPr>
            <p:nvPr/>
          </p:nvSpPr>
          <p:spPr>
            <a:xfrm>
              <a:off x="3510336" y="2087410"/>
              <a:ext cx="494523" cy="494522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0000">
                  <a:alpha val="5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1" name="立方體 410"/>
            <p:cNvSpPr>
              <a:spLocks noChangeAspect="1"/>
            </p:cNvSpPr>
            <p:nvPr/>
          </p:nvSpPr>
          <p:spPr>
            <a:xfrm>
              <a:off x="3847621" y="2090285"/>
              <a:ext cx="494522" cy="494523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0000">
                  <a:alpha val="5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412" name="圖片 411"/>
            <p:cNvPicPr preferRelativeResize="0"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75" b="75597"/>
            <a:stretch/>
          </p:blipFill>
          <p:spPr>
            <a:xfrm>
              <a:off x="3516968" y="2758749"/>
              <a:ext cx="478889" cy="156599"/>
            </a:xfrm>
            <a:prstGeom prst="rect">
              <a:avLst/>
            </a:prstGeom>
          </p:spPr>
        </p:pic>
        <p:sp>
          <p:nvSpPr>
            <p:cNvPr id="413" name="立方體 412"/>
            <p:cNvSpPr>
              <a:spLocks noChangeAspect="1"/>
            </p:cNvSpPr>
            <p:nvPr/>
          </p:nvSpPr>
          <p:spPr>
            <a:xfrm>
              <a:off x="3510851" y="2422512"/>
              <a:ext cx="494522" cy="494522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0000">
                  <a:alpha val="5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4" name="立方體 413"/>
            <p:cNvSpPr>
              <a:spLocks noChangeAspect="1"/>
            </p:cNvSpPr>
            <p:nvPr/>
          </p:nvSpPr>
          <p:spPr>
            <a:xfrm>
              <a:off x="3847549" y="2421502"/>
              <a:ext cx="494522" cy="494523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0000">
                  <a:alpha val="50196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415" name="圖片 4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08165" y="2262931"/>
              <a:ext cx="659364" cy="659364"/>
            </a:xfrm>
            <a:prstGeom prst="rect">
              <a:avLst/>
            </a:prstGeom>
          </p:spPr>
        </p:pic>
      </p:grpSp>
      <p:sp>
        <p:nvSpPr>
          <p:cNvPr id="202" name="文字方塊 479"/>
          <p:cNvSpPr txBox="1"/>
          <p:nvPr/>
        </p:nvSpPr>
        <p:spPr>
          <a:xfrm>
            <a:off x="7423743" y="6244831"/>
            <a:ext cx="1644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Window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Partition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&amp; SW-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MSA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sp>
        <p:nvSpPr>
          <p:cNvPr id="203" name="加號 202"/>
          <p:cNvSpPr/>
          <p:nvPr/>
        </p:nvSpPr>
        <p:spPr>
          <a:xfrm>
            <a:off x="8157910" y="2531764"/>
            <a:ext cx="263581" cy="263579"/>
          </a:xfrm>
          <a:prstGeom prst="mathPlus">
            <a:avLst/>
          </a:prstGeom>
          <a:solidFill>
            <a:sysClr val="windowText" lastClr="000000">
              <a:lumMod val="65000"/>
              <a:lumOff val="35000"/>
            </a:sysClr>
          </a:solidFill>
          <a:ln w="12700" cap="flat" cmpd="sng" algn="ctr">
            <a:solidFill>
              <a:srgbClr val="A5A5A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4" name="文字方塊 511"/>
          <p:cNvSpPr txBox="1"/>
          <p:nvPr/>
        </p:nvSpPr>
        <p:spPr>
          <a:xfrm>
            <a:off x="8497610" y="3592834"/>
            <a:ext cx="1471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W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indow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M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asks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grpSp>
        <p:nvGrpSpPr>
          <p:cNvPr id="205" name="群組 204"/>
          <p:cNvGrpSpPr/>
          <p:nvPr/>
        </p:nvGrpSpPr>
        <p:grpSpPr>
          <a:xfrm>
            <a:off x="8581191" y="2056319"/>
            <a:ext cx="1409915" cy="1408800"/>
            <a:chOff x="4116210" y="226970"/>
            <a:chExt cx="881748" cy="881051"/>
          </a:xfrm>
        </p:grpSpPr>
        <p:sp>
          <p:nvSpPr>
            <p:cNvPr id="286" name="立方體 285"/>
            <p:cNvSpPr>
              <a:spLocks noChangeAspect="1"/>
            </p:cNvSpPr>
            <p:nvPr/>
          </p:nvSpPr>
          <p:spPr>
            <a:xfrm>
              <a:off x="4243646" y="605713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87" name="立方體 286"/>
            <p:cNvSpPr>
              <a:spLocks noChangeAspect="1"/>
            </p:cNvSpPr>
            <p:nvPr/>
          </p:nvSpPr>
          <p:spPr>
            <a:xfrm>
              <a:off x="4324508" y="605713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88" name="立方體 287"/>
            <p:cNvSpPr>
              <a:spLocks noChangeAspect="1"/>
            </p:cNvSpPr>
            <p:nvPr/>
          </p:nvSpPr>
          <p:spPr>
            <a:xfrm>
              <a:off x="4403528" y="606821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89" name="立方體 288"/>
            <p:cNvSpPr>
              <a:spLocks noChangeAspect="1"/>
            </p:cNvSpPr>
            <p:nvPr/>
          </p:nvSpPr>
          <p:spPr>
            <a:xfrm>
              <a:off x="4201969" y="648356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0" name="立方體 289"/>
            <p:cNvSpPr>
              <a:spLocks noChangeAspect="1"/>
            </p:cNvSpPr>
            <p:nvPr/>
          </p:nvSpPr>
          <p:spPr>
            <a:xfrm>
              <a:off x="4282831" y="647629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1" name="立方體 290"/>
            <p:cNvSpPr>
              <a:spLocks noChangeAspect="1"/>
            </p:cNvSpPr>
            <p:nvPr/>
          </p:nvSpPr>
          <p:spPr>
            <a:xfrm>
              <a:off x="4361124" y="650191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2" name="立方體 291"/>
            <p:cNvSpPr>
              <a:spLocks noChangeAspect="1"/>
            </p:cNvSpPr>
            <p:nvPr/>
          </p:nvSpPr>
          <p:spPr>
            <a:xfrm>
              <a:off x="4160294" y="691485"/>
              <a:ext cx="123630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3" name="立方體 292"/>
            <p:cNvSpPr>
              <a:spLocks noChangeAspect="1"/>
            </p:cNvSpPr>
            <p:nvPr/>
          </p:nvSpPr>
          <p:spPr>
            <a:xfrm>
              <a:off x="4240428" y="691485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4" name="立方體 293"/>
            <p:cNvSpPr>
              <a:spLocks noChangeAspect="1"/>
            </p:cNvSpPr>
            <p:nvPr/>
          </p:nvSpPr>
          <p:spPr>
            <a:xfrm>
              <a:off x="4321144" y="690411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5" name="立方體 294"/>
            <p:cNvSpPr>
              <a:spLocks noChangeAspect="1"/>
            </p:cNvSpPr>
            <p:nvPr/>
          </p:nvSpPr>
          <p:spPr>
            <a:xfrm>
              <a:off x="4117647" y="734481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6" name="立方體 295"/>
            <p:cNvSpPr>
              <a:spLocks noChangeAspect="1"/>
            </p:cNvSpPr>
            <p:nvPr/>
          </p:nvSpPr>
          <p:spPr>
            <a:xfrm>
              <a:off x="4195600" y="733754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7" name="立方體 296"/>
            <p:cNvSpPr>
              <a:spLocks noChangeAspect="1"/>
            </p:cNvSpPr>
            <p:nvPr/>
          </p:nvSpPr>
          <p:spPr>
            <a:xfrm>
              <a:off x="4278255" y="732680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8" name="立方體 297"/>
            <p:cNvSpPr>
              <a:spLocks noChangeAspect="1"/>
            </p:cNvSpPr>
            <p:nvPr/>
          </p:nvSpPr>
          <p:spPr>
            <a:xfrm>
              <a:off x="4489517" y="839983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5B9BD5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9" name="立方體 298"/>
            <p:cNvSpPr>
              <a:spLocks noChangeAspect="1"/>
            </p:cNvSpPr>
            <p:nvPr/>
          </p:nvSpPr>
          <p:spPr>
            <a:xfrm>
              <a:off x="4487335" y="769949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5B9BD5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0" name="立方體 299"/>
            <p:cNvSpPr>
              <a:spLocks noChangeAspect="1"/>
            </p:cNvSpPr>
            <p:nvPr/>
          </p:nvSpPr>
          <p:spPr>
            <a:xfrm>
              <a:off x="4488789" y="691630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1" name="立方體 300"/>
            <p:cNvSpPr>
              <a:spLocks noChangeAspect="1"/>
            </p:cNvSpPr>
            <p:nvPr/>
          </p:nvSpPr>
          <p:spPr>
            <a:xfrm>
              <a:off x="4446503" y="887775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5B9BD5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2" name="立方體 301"/>
            <p:cNvSpPr>
              <a:spLocks noChangeAspect="1"/>
            </p:cNvSpPr>
            <p:nvPr/>
          </p:nvSpPr>
          <p:spPr>
            <a:xfrm>
              <a:off x="4446746" y="813863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5B9BD5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3" name="立方體 302"/>
            <p:cNvSpPr>
              <a:spLocks noChangeAspect="1"/>
            </p:cNvSpPr>
            <p:nvPr/>
          </p:nvSpPr>
          <p:spPr>
            <a:xfrm>
              <a:off x="4446504" y="733362"/>
              <a:ext cx="123630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4" name="立方體 303"/>
            <p:cNvSpPr>
              <a:spLocks noChangeAspect="1"/>
            </p:cNvSpPr>
            <p:nvPr/>
          </p:nvSpPr>
          <p:spPr>
            <a:xfrm>
              <a:off x="4405387" y="932841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5B9BD5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5" name="立方體 304"/>
            <p:cNvSpPr>
              <a:spLocks noChangeAspect="1"/>
            </p:cNvSpPr>
            <p:nvPr/>
          </p:nvSpPr>
          <p:spPr>
            <a:xfrm>
              <a:off x="4404660" y="853354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5B9BD5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6" name="立方體 305"/>
            <p:cNvSpPr>
              <a:spLocks noChangeAspect="1"/>
            </p:cNvSpPr>
            <p:nvPr/>
          </p:nvSpPr>
          <p:spPr>
            <a:xfrm>
              <a:off x="4403933" y="777459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7" name="立方體 306"/>
            <p:cNvSpPr>
              <a:spLocks noChangeAspect="1"/>
            </p:cNvSpPr>
            <p:nvPr/>
          </p:nvSpPr>
          <p:spPr>
            <a:xfrm>
              <a:off x="4362750" y="979348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5B9BD5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8" name="立方體 307"/>
            <p:cNvSpPr>
              <a:spLocks noChangeAspect="1"/>
            </p:cNvSpPr>
            <p:nvPr/>
          </p:nvSpPr>
          <p:spPr>
            <a:xfrm>
              <a:off x="4362749" y="901074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5B9BD5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9" name="立方體 308"/>
            <p:cNvSpPr>
              <a:spLocks noChangeAspect="1"/>
            </p:cNvSpPr>
            <p:nvPr/>
          </p:nvSpPr>
          <p:spPr>
            <a:xfrm>
              <a:off x="4362265" y="820330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0" name="立方體 309"/>
            <p:cNvSpPr>
              <a:spLocks noChangeAspect="1"/>
            </p:cNvSpPr>
            <p:nvPr/>
          </p:nvSpPr>
          <p:spPr>
            <a:xfrm>
              <a:off x="4479579" y="604582"/>
              <a:ext cx="133488" cy="133488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1" name="立方體 310"/>
            <p:cNvSpPr>
              <a:spLocks noChangeAspect="1"/>
            </p:cNvSpPr>
            <p:nvPr/>
          </p:nvSpPr>
          <p:spPr>
            <a:xfrm>
              <a:off x="4438629" y="650861"/>
              <a:ext cx="129481" cy="12948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2" name="立方體 311"/>
            <p:cNvSpPr>
              <a:spLocks noChangeAspect="1"/>
            </p:cNvSpPr>
            <p:nvPr/>
          </p:nvSpPr>
          <p:spPr>
            <a:xfrm>
              <a:off x="4396535" y="692117"/>
              <a:ext cx="131620" cy="131619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3" name="立方體 312"/>
            <p:cNvSpPr>
              <a:spLocks noChangeAspect="1"/>
            </p:cNvSpPr>
            <p:nvPr/>
          </p:nvSpPr>
          <p:spPr>
            <a:xfrm>
              <a:off x="4355729" y="734771"/>
              <a:ext cx="129884" cy="129885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314" name="圖片 3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16210" y="778065"/>
              <a:ext cx="329682" cy="329682"/>
            </a:xfrm>
            <a:prstGeom prst="rect">
              <a:avLst/>
            </a:prstGeom>
          </p:spPr>
        </p:pic>
        <p:sp>
          <p:nvSpPr>
            <p:cNvPr id="315" name="立方體 314"/>
            <p:cNvSpPr>
              <a:spLocks noChangeAspect="1"/>
            </p:cNvSpPr>
            <p:nvPr/>
          </p:nvSpPr>
          <p:spPr>
            <a:xfrm>
              <a:off x="4117433" y="607548"/>
              <a:ext cx="494523" cy="494523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4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6" name="立方體 315"/>
            <p:cNvSpPr>
              <a:spLocks noChangeAspect="1"/>
            </p:cNvSpPr>
            <p:nvPr/>
          </p:nvSpPr>
          <p:spPr>
            <a:xfrm>
              <a:off x="4628457" y="605731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7" name="立方體 316"/>
            <p:cNvSpPr>
              <a:spLocks noChangeAspect="1"/>
            </p:cNvSpPr>
            <p:nvPr/>
          </p:nvSpPr>
          <p:spPr>
            <a:xfrm>
              <a:off x="4709319" y="605731"/>
              <a:ext cx="123630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8" name="立方體 317"/>
            <p:cNvSpPr>
              <a:spLocks noChangeAspect="1"/>
            </p:cNvSpPr>
            <p:nvPr/>
          </p:nvSpPr>
          <p:spPr>
            <a:xfrm>
              <a:off x="4788339" y="606838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9" name="立方體 318"/>
            <p:cNvSpPr>
              <a:spLocks noChangeAspect="1"/>
            </p:cNvSpPr>
            <p:nvPr/>
          </p:nvSpPr>
          <p:spPr>
            <a:xfrm>
              <a:off x="4586780" y="648374"/>
              <a:ext cx="123630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0" name="立方體 319"/>
            <p:cNvSpPr>
              <a:spLocks noChangeAspect="1"/>
            </p:cNvSpPr>
            <p:nvPr/>
          </p:nvSpPr>
          <p:spPr>
            <a:xfrm>
              <a:off x="4667641" y="647647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1" name="立方體 320"/>
            <p:cNvSpPr>
              <a:spLocks noChangeAspect="1"/>
            </p:cNvSpPr>
            <p:nvPr/>
          </p:nvSpPr>
          <p:spPr>
            <a:xfrm>
              <a:off x="4745934" y="650209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2" name="立方體 321"/>
            <p:cNvSpPr>
              <a:spLocks noChangeAspect="1"/>
            </p:cNvSpPr>
            <p:nvPr/>
          </p:nvSpPr>
          <p:spPr>
            <a:xfrm>
              <a:off x="4545104" y="691502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3" name="立方體 322"/>
            <p:cNvSpPr>
              <a:spLocks noChangeAspect="1"/>
            </p:cNvSpPr>
            <p:nvPr/>
          </p:nvSpPr>
          <p:spPr>
            <a:xfrm>
              <a:off x="4625239" y="691502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4" name="立方體 323"/>
            <p:cNvSpPr>
              <a:spLocks noChangeAspect="1"/>
            </p:cNvSpPr>
            <p:nvPr/>
          </p:nvSpPr>
          <p:spPr>
            <a:xfrm>
              <a:off x="4705955" y="690428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5" name="立方體 324"/>
            <p:cNvSpPr>
              <a:spLocks noChangeAspect="1"/>
            </p:cNvSpPr>
            <p:nvPr/>
          </p:nvSpPr>
          <p:spPr>
            <a:xfrm>
              <a:off x="4502458" y="734498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6" name="立方體 325"/>
            <p:cNvSpPr>
              <a:spLocks noChangeAspect="1"/>
            </p:cNvSpPr>
            <p:nvPr/>
          </p:nvSpPr>
          <p:spPr>
            <a:xfrm>
              <a:off x="4580411" y="733771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7" name="立方體 326"/>
            <p:cNvSpPr>
              <a:spLocks noChangeAspect="1"/>
            </p:cNvSpPr>
            <p:nvPr/>
          </p:nvSpPr>
          <p:spPr>
            <a:xfrm>
              <a:off x="4663066" y="732697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8" name="立方體 327"/>
            <p:cNvSpPr>
              <a:spLocks noChangeAspect="1"/>
            </p:cNvSpPr>
            <p:nvPr/>
          </p:nvSpPr>
          <p:spPr>
            <a:xfrm>
              <a:off x="4874327" y="840001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C000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9" name="立方體 328"/>
            <p:cNvSpPr>
              <a:spLocks noChangeAspect="1"/>
            </p:cNvSpPr>
            <p:nvPr/>
          </p:nvSpPr>
          <p:spPr>
            <a:xfrm>
              <a:off x="4872146" y="769967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C000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0" name="立方體 329"/>
            <p:cNvSpPr>
              <a:spLocks noChangeAspect="1"/>
            </p:cNvSpPr>
            <p:nvPr/>
          </p:nvSpPr>
          <p:spPr>
            <a:xfrm>
              <a:off x="4873600" y="691647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1" name="立方體 330"/>
            <p:cNvSpPr>
              <a:spLocks noChangeAspect="1"/>
            </p:cNvSpPr>
            <p:nvPr/>
          </p:nvSpPr>
          <p:spPr>
            <a:xfrm>
              <a:off x="4831314" y="887792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C000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2" name="立方體 331"/>
            <p:cNvSpPr>
              <a:spLocks noChangeAspect="1"/>
            </p:cNvSpPr>
            <p:nvPr/>
          </p:nvSpPr>
          <p:spPr>
            <a:xfrm>
              <a:off x="4831557" y="813880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C000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3" name="立方體 332"/>
            <p:cNvSpPr>
              <a:spLocks noChangeAspect="1"/>
            </p:cNvSpPr>
            <p:nvPr/>
          </p:nvSpPr>
          <p:spPr>
            <a:xfrm>
              <a:off x="4831314" y="733379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4" name="立方體 333"/>
            <p:cNvSpPr>
              <a:spLocks noChangeAspect="1"/>
            </p:cNvSpPr>
            <p:nvPr/>
          </p:nvSpPr>
          <p:spPr>
            <a:xfrm>
              <a:off x="4790197" y="932859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C000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5" name="立方體 334"/>
            <p:cNvSpPr>
              <a:spLocks noChangeAspect="1"/>
            </p:cNvSpPr>
            <p:nvPr/>
          </p:nvSpPr>
          <p:spPr>
            <a:xfrm>
              <a:off x="4789470" y="853372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C000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6" name="立方體 335"/>
            <p:cNvSpPr>
              <a:spLocks noChangeAspect="1"/>
            </p:cNvSpPr>
            <p:nvPr/>
          </p:nvSpPr>
          <p:spPr>
            <a:xfrm>
              <a:off x="4788743" y="777476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7" name="立方體 336"/>
            <p:cNvSpPr>
              <a:spLocks noChangeAspect="1"/>
            </p:cNvSpPr>
            <p:nvPr/>
          </p:nvSpPr>
          <p:spPr>
            <a:xfrm>
              <a:off x="4747560" y="979365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C000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8" name="立方體 337"/>
            <p:cNvSpPr>
              <a:spLocks noChangeAspect="1"/>
            </p:cNvSpPr>
            <p:nvPr/>
          </p:nvSpPr>
          <p:spPr>
            <a:xfrm>
              <a:off x="4747560" y="901091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C000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9" name="立方體 338"/>
            <p:cNvSpPr>
              <a:spLocks noChangeAspect="1"/>
            </p:cNvSpPr>
            <p:nvPr/>
          </p:nvSpPr>
          <p:spPr>
            <a:xfrm>
              <a:off x="4747076" y="820347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0" name="立方體 339"/>
            <p:cNvSpPr>
              <a:spLocks noChangeAspect="1"/>
            </p:cNvSpPr>
            <p:nvPr/>
          </p:nvSpPr>
          <p:spPr>
            <a:xfrm>
              <a:off x="4864390" y="604599"/>
              <a:ext cx="133487" cy="133488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1" name="立方體 340"/>
            <p:cNvSpPr>
              <a:spLocks noChangeAspect="1"/>
            </p:cNvSpPr>
            <p:nvPr/>
          </p:nvSpPr>
          <p:spPr>
            <a:xfrm>
              <a:off x="4823439" y="650878"/>
              <a:ext cx="129482" cy="12948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2" name="立方體 341"/>
            <p:cNvSpPr>
              <a:spLocks noChangeAspect="1"/>
            </p:cNvSpPr>
            <p:nvPr/>
          </p:nvSpPr>
          <p:spPr>
            <a:xfrm>
              <a:off x="4781346" y="692134"/>
              <a:ext cx="131619" cy="131620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3" name="立方體 342"/>
            <p:cNvSpPr>
              <a:spLocks noChangeAspect="1"/>
            </p:cNvSpPr>
            <p:nvPr/>
          </p:nvSpPr>
          <p:spPr>
            <a:xfrm>
              <a:off x="4740540" y="734789"/>
              <a:ext cx="129884" cy="129884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344" name="圖片 34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98670" y="778339"/>
              <a:ext cx="329682" cy="329682"/>
            </a:xfrm>
            <a:prstGeom prst="rect">
              <a:avLst/>
            </a:prstGeom>
          </p:spPr>
        </p:pic>
        <p:sp>
          <p:nvSpPr>
            <p:cNvPr id="345" name="立方體 344"/>
            <p:cNvSpPr>
              <a:spLocks noChangeAspect="1"/>
            </p:cNvSpPr>
            <p:nvPr/>
          </p:nvSpPr>
          <p:spPr>
            <a:xfrm>
              <a:off x="4502244" y="607566"/>
              <a:ext cx="494522" cy="494522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4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6" name="立方體 345"/>
            <p:cNvSpPr>
              <a:spLocks noChangeAspect="1"/>
            </p:cNvSpPr>
            <p:nvPr/>
          </p:nvSpPr>
          <p:spPr>
            <a:xfrm>
              <a:off x="4250890" y="228102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7" name="立方體 346"/>
            <p:cNvSpPr>
              <a:spLocks noChangeAspect="1"/>
            </p:cNvSpPr>
            <p:nvPr/>
          </p:nvSpPr>
          <p:spPr>
            <a:xfrm>
              <a:off x="4331752" y="228102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8" name="立方體 347"/>
            <p:cNvSpPr>
              <a:spLocks noChangeAspect="1"/>
            </p:cNvSpPr>
            <p:nvPr/>
          </p:nvSpPr>
          <p:spPr>
            <a:xfrm>
              <a:off x="4410772" y="229209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9" name="立方體 348"/>
            <p:cNvSpPr>
              <a:spLocks noChangeAspect="1"/>
            </p:cNvSpPr>
            <p:nvPr/>
          </p:nvSpPr>
          <p:spPr>
            <a:xfrm>
              <a:off x="4209213" y="270745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0" name="立方體 349"/>
            <p:cNvSpPr>
              <a:spLocks noChangeAspect="1"/>
            </p:cNvSpPr>
            <p:nvPr/>
          </p:nvSpPr>
          <p:spPr>
            <a:xfrm>
              <a:off x="4290075" y="270018"/>
              <a:ext cx="123630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1" name="立方體 350"/>
            <p:cNvSpPr>
              <a:spLocks noChangeAspect="1"/>
            </p:cNvSpPr>
            <p:nvPr/>
          </p:nvSpPr>
          <p:spPr>
            <a:xfrm>
              <a:off x="4368368" y="272580"/>
              <a:ext cx="123630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2" name="立方體 351"/>
            <p:cNvSpPr>
              <a:spLocks noChangeAspect="1"/>
            </p:cNvSpPr>
            <p:nvPr/>
          </p:nvSpPr>
          <p:spPr>
            <a:xfrm>
              <a:off x="4167537" y="313873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3" name="立方體 352"/>
            <p:cNvSpPr>
              <a:spLocks noChangeAspect="1"/>
            </p:cNvSpPr>
            <p:nvPr/>
          </p:nvSpPr>
          <p:spPr>
            <a:xfrm>
              <a:off x="4247672" y="313873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4" name="立方體 353"/>
            <p:cNvSpPr>
              <a:spLocks noChangeAspect="1"/>
            </p:cNvSpPr>
            <p:nvPr/>
          </p:nvSpPr>
          <p:spPr>
            <a:xfrm>
              <a:off x="4328388" y="312799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5" name="立方體 354"/>
            <p:cNvSpPr>
              <a:spLocks noChangeAspect="1"/>
            </p:cNvSpPr>
            <p:nvPr/>
          </p:nvSpPr>
          <p:spPr>
            <a:xfrm>
              <a:off x="4124891" y="356869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6" name="立方體 355"/>
            <p:cNvSpPr>
              <a:spLocks noChangeAspect="1"/>
            </p:cNvSpPr>
            <p:nvPr/>
          </p:nvSpPr>
          <p:spPr>
            <a:xfrm>
              <a:off x="4202844" y="356142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7" name="立方體 356"/>
            <p:cNvSpPr>
              <a:spLocks noChangeAspect="1"/>
            </p:cNvSpPr>
            <p:nvPr/>
          </p:nvSpPr>
          <p:spPr>
            <a:xfrm>
              <a:off x="4285499" y="355068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8" name="立方體 357"/>
            <p:cNvSpPr>
              <a:spLocks noChangeAspect="1"/>
            </p:cNvSpPr>
            <p:nvPr/>
          </p:nvSpPr>
          <p:spPr>
            <a:xfrm>
              <a:off x="4496760" y="462372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9" name="立方體 358"/>
            <p:cNvSpPr>
              <a:spLocks noChangeAspect="1"/>
            </p:cNvSpPr>
            <p:nvPr/>
          </p:nvSpPr>
          <p:spPr>
            <a:xfrm>
              <a:off x="4494579" y="392338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0" name="立方體 359"/>
            <p:cNvSpPr>
              <a:spLocks noChangeAspect="1"/>
            </p:cNvSpPr>
            <p:nvPr/>
          </p:nvSpPr>
          <p:spPr>
            <a:xfrm>
              <a:off x="4496033" y="314018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1" name="立方體 360"/>
            <p:cNvSpPr>
              <a:spLocks noChangeAspect="1"/>
            </p:cNvSpPr>
            <p:nvPr/>
          </p:nvSpPr>
          <p:spPr>
            <a:xfrm>
              <a:off x="4453747" y="510163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2" name="立方體 361"/>
            <p:cNvSpPr>
              <a:spLocks noChangeAspect="1"/>
            </p:cNvSpPr>
            <p:nvPr/>
          </p:nvSpPr>
          <p:spPr>
            <a:xfrm>
              <a:off x="4453990" y="436251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3" name="立方體 362"/>
            <p:cNvSpPr>
              <a:spLocks noChangeAspect="1"/>
            </p:cNvSpPr>
            <p:nvPr/>
          </p:nvSpPr>
          <p:spPr>
            <a:xfrm>
              <a:off x="4453748" y="355750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4" name="立方體 363"/>
            <p:cNvSpPr>
              <a:spLocks noChangeAspect="1"/>
            </p:cNvSpPr>
            <p:nvPr/>
          </p:nvSpPr>
          <p:spPr>
            <a:xfrm>
              <a:off x="4412631" y="555229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5" name="立方體 364"/>
            <p:cNvSpPr>
              <a:spLocks noChangeAspect="1"/>
            </p:cNvSpPr>
            <p:nvPr/>
          </p:nvSpPr>
          <p:spPr>
            <a:xfrm>
              <a:off x="4411904" y="475743"/>
              <a:ext cx="123630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6" name="立方體 365"/>
            <p:cNvSpPr>
              <a:spLocks noChangeAspect="1"/>
            </p:cNvSpPr>
            <p:nvPr/>
          </p:nvSpPr>
          <p:spPr>
            <a:xfrm>
              <a:off x="4411176" y="399847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7" name="立方體 366"/>
            <p:cNvSpPr>
              <a:spLocks noChangeAspect="1"/>
            </p:cNvSpPr>
            <p:nvPr/>
          </p:nvSpPr>
          <p:spPr>
            <a:xfrm>
              <a:off x="4369994" y="601736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8" name="立方體 367"/>
            <p:cNvSpPr>
              <a:spLocks noChangeAspect="1"/>
            </p:cNvSpPr>
            <p:nvPr/>
          </p:nvSpPr>
          <p:spPr>
            <a:xfrm>
              <a:off x="4369993" y="523462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9" name="立方體 368"/>
            <p:cNvSpPr>
              <a:spLocks noChangeAspect="1"/>
            </p:cNvSpPr>
            <p:nvPr/>
          </p:nvSpPr>
          <p:spPr>
            <a:xfrm>
              <a:off x="4369509" y="442718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0" name="立方體 369"/>
            <p:cNvSpPr>
              <a:spLocks noChangeAspect="1"/>
            </p:cNvSpPr>
            <p:nvPr/>
          </p:nvSpPr>
          <p:spPr>
            <a:xfrm>
              <a:off x="4486823" y="226970"/>
              <a:ext cx="133488" cy="133488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1" name="立方體 370"/>
            <p:cNvSpPr>
              <a:spLocks noChangeAspect="1"/>
            </p:cNvSpPr>
            <p:nvPr/>
          </p:nvSpPr>
          <p:spPr>
            <a:xfrm>
              <a:off x="4445873" y="273249"/>
              <a:ext cx="129481" cy="12948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2" name="立方體 371"/>
            <p:cNvSpPr>
              <a:spLocks noChangeAspect="1"/>
            </p:cNvSpPr>
            <p:nvPr/>
          </p:nvSpPr>
          <p:spPr>
            <a:xfrm>
              <a:off x="4403779" y="314505"/>
              <a:ext cx="131620" cy="131619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3" name="立方體 372"/>
            <p:cNvSpPr>
              <a:spLocks noChangeAspect="1"/>
            </p:cNvSpPr>
            <p:nvPr/>
          </p:nvSpPr>
          <p:spPr>
            <a:xfrm>
              <a:off x="4362973" y="357160"/>
              <a:ext cx="129884" cy="129884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374" name="圖片 37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18369" y="402713"/>
              <a:ext cx="329682" cy="329682"/>
            </a:xfrm>
            <a:prstGeom prst="rect">
              <a:avLst/>
            </a:prstGeom>
          </p:spPr>
        </p:pic>
        <p:sp>
          <p:nvSpPr>
            <p:cNvPr id="375" name="立方體 374"/>
            <p:cNvSpPr>
              <a:spLocks noChangeAspect="1"/>
            </p:cNvSpPr>
            <p:nvPr/>
          </p:nvSpPr>
          <p:spPr>
            <a:xfrm>
              <a:off x="4124677" y="229937"/>
              <a:ext cx="494523" cy="494522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4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6" name="立方體 375"/>
            <p:cNvSpPr>
              <a:spLocks noChangeAspect="1"/>
            </p:cNvSpPr>
            <p:nvPr/>
          </p:nvSpPr>
          <p:spPr>
            <a:xfrm>
              <a:off x="4613147" y="230434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7" name="立方體 376"/>
            <p:cNvSpPr>
              <a:spLocks noChangeAspect="1"/>
            </p:cNvSpPr>
            <p:nvPr/>
          </p:nvSpPr>
          <p:spPr>
            <a:xfrm>
              <a:off x="4694009" y="230434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8" name="立方體 377"/>
            <p:cNvSpPr>
              <a:spLocks noChangeAspect="1"/>
            </p:cNvSpPr>
            <p:nvPr/>
          </p:nvSpPr>
          <p:spPr>
            <a:xfrm>
              <a:off x="4773029" y="231541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9" name="立方體 378"/>
            <p:cNvSpPr>
              <a:spLocks noChangeAspect="1"/>
            </p:cNvSpPr>
            <p:nvPr/>
          </p:nvSpPr>
          <p:spPr>
            <a:xfrm>
              <a:off x="4571470" y="273077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0" name="立方體 379"/>
            <p:cNvSpPr>
              <a:spLocks noChangeAspect="1"/>
            </p:cNvSpPr>
            <p:nvPr/>
          </p:nvSpPr>
          <p:spPr>
            <a:xfrm>
              <a:off x="4652332" y="272350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1" name="立方體 380"/>
            <p:cNvSpPr>
              <a:spLocks noChangeAspect="1"/>
            </p:cNvSpPr>
            <p:nvPr/>
          </p:nvSpPr>
          <p:spPr>
            <a:xfrm>
              <a:off x="4730625" y="274912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2" name="立方體 381"/>
            <p:cNvSpPr>
              <a:spLocks noChangeAspect="1"/>
            </p:cNvSpPr>
            <p:nvPr/>
          </p:nvSpPr>
          <p:spPr>
            <a:xfrm>
              <a:off x="4529795" y="316205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3" name="立方體 382"/>
            <p:cNvSpPr>
              <a:spLocks noChangeAspect="1"/>
            </p:cNvSpPr>
            <p:nvPr/>
          </p:nvSpPr>
          <p:spPr>
            <a:xfrm>
              <a:off x="4609929" y="316205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4" name="立方體 383"/>
            <p:cNvSpPr>
              <a:spLocks noChangeAspect="1"/>
            </p:cNvSpPr>
            <p:nvPr/>
          </p:nvSpPr>
          <p:spPr>
            <a:xfrm>
              <a:off x="4690645" y="315131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5" name="立方體 384"/>
            <p:cNvSpPr>
              <a:spLocks noChangeAspect="1"/>
            </p:cNvSpPr>
            <p:nvPr/>
          </p:nvSpPr>
          <p:spPr>
            <a:xfrm>
              <a:off x="4487148" y="359201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6" name="立方體 385"/>
            <p:cNvSpPr>
              <a:spLocks noChangeAspect="1"/>
            </p:cNvSpPr>
            <p:nvPr/>
          </p:nvSpPr>
          <p:spPr>
            <a:xfrm>
              <a:off x="4565101" y="358474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FFFFFF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7" name="立方體 386"/>
            <p:cNvSpPr>
              <a:spLocks noChangeAspect="1"/>
            </p:cNvSpPr>
            <p:nvPr/>
          </p:nvSpPr>
          <p:spPr>
            <a:xfrm>
              <a:off x="4647756" y="357400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8" name="立方體 387"/>
            <p:cNvSpPr>
              <a:spLocks noChangeAspect="1"/>
            </p:cNvSpPr>
            <p:nvPr/>
          </p:nvSpPr>
          <p:spPr>
            <a:xfrm>
              <a:off x="4859018" y="464704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9" name="立方體 388"/>
            <p:cNvSpPr>
              <a:spLocks noChangeAspect="1"/>
            </p:cNvSpPr>
            <p:nvPr/>
          </p:nvSpPr>
          <p:spPr>
            <a:xfrm>
              <a:off x="4856836" y="394670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0" name="立方體 389"/>
            <p:cNvSpPr>
              <a:spLocks noChangeAspect="1"/>
            </p:cNvSpPr>
            <p:nvPr/>
          </p:nvSpPr>
          <p:spPr>
            <a:xfrm>
              <a:off x="4858290" y="316350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1" name="立方體 390"/>
            <p:cNvSpPr>
              <a:spLocks noChangeAspect="1"/>
            </p:cNvSpPr>
            <p:nvPr/>
          </p:nvSpPr>
          <p:spPr>
            <a:xfrm>
              <a:off x="4816004" y="512495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2" name="立方體 391"/>
            <p:cNvSpPr>
              <a:spLocks noChangeAspect="1"/>
            </p:cNvSpPr>
            <p:nvPr/>
          </p:nvSpPr>
          <p:spPr>
            <a:xfrm>
              <a:off x="4816247" y="438583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3" name="立方體 392"/>
            <p:cNvSpPr>
              <a:spLocks noChangeAspect="1"/>
            </p:cNvSpPr>
            <p:nvPr/>
          </p:nvSpPr>
          <p:spPr>
            <a:xfrm>
              <a:off x="4816005" y="358082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4" name="立方體 393"/>
            <p:cNvSpPr>
              <a:spLocks noChangeAspect="1"/>
            </p:cNvSpPr>
            <p:nvPr/>
          </p:nvSpPr>
          <p:spPr>
            <a:xfrm>
              <a:off x="4774888" y="557562"/>
              <a:ext cx="123631" cy="123630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5" name="立方體 394"/>
            <p:cNvSpPr>
              <a:spLocks noChangeAspect="1"/>
            </p:cNvSpPr>
            <p:nvPr/>
          </p:nvSpPr>
          <p:spPr>
            <a:xfrm>
              <a:off x="4774161" y="478075"/>
              <a:ext cx="123630" cy="123630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6" name="立方體 395"/>
            <p:cNvSpPr>
              <a:spLocks noChangeAspect="1"/>
            </p:cNvSpPr>
            <p:nvPr/>
          </p:nvSpPr>
          <p:spPr>
            <a:xfrm>
              <a:off x="4773434" y="402179"/>
              <a:ext cx="123630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7" name="立方體 396"/>
            <p:cNvSpPr>
              <a:spLocks noChangeAspect="1"/>
            </p:cNvSpPr>
            <p:nvPr/>
          </p:nvSpPr>
          <p:spPr>
            <a:xfrm>
              <a:off x="4732251" y="604068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8" name="立方體 397"/>
            <p:cNvSpPr>
              <a:spLocks noChangeAspect="1"/>
            </p:cNvSpPr>
            <p:nvPr/>
          </p:nvSpPr>
          <p:spPr>
            <a:xfrm>
              <a:off x="4732250" y="525794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9" name="立方體 398"/>
            <p:cNvSpPr>
              <a:spLocks noChangeAspect="1"/>
            </p:cNvSpPr>
            <p:nvPr/>
          </p:nvSpPr>
          <p:spPr>
            <a:xfrm>
              <a:off x="4731766" y="445050"/>
              <a:ext cx="123631" cy="12363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00" name="立方體 399"/>
            <p:cNvSpPr>
              <a:spLocks noChangeAspect="1"/>
            </p:cNvSpPr>
            <p:nvPr/>
          </p:nvSpPr>
          <p:spPr>
            <a:xfrm>
              <a:off x="4849080" y="229302"/>
              <a:ext cx="133488" cy="133488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01" name="立方體 400"/>
            <p:cNvSpPr>
              <a:spLocks noChangeAspect="1"/>
            </p:cNvSpPr>
            <p:nvPr/>
          </p:nvSpPr>
          <p:spPr>
            <a:xfrm>
              <a:off x="4808130" y="275581"/>
              <a:ext cx="129481" cy="129481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02" name="立方體 401"/>
            <p:cNvSpPr>
              <a:spLocks noChangeAspect="1"/>
            </p:cNvSpPr>
            <p:nvPr/>
          </p:nvSpPr>
          <p:spPr>
            <a:xfrm>
              <a:off x="4766036" y="316837"/>
              <a:ext cx="131620" cy="131620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03" name="立方體 402"/>
            <p:cNvSpPr>
              <a:spLocks noChangeAspect="1"/>
            </p:cNvSpPr>
            <p:nvPr/>
          </p:nvSpPr>
          <p:spPr>
            <a:xfrm>
              <a:off x="4725230" y="359492"/>
              <a:ext cx="129884" cy="129884"/>
            </a:xfrm>
            <a:prstGeom prst="cube">
              <a:avLst>
                <a:gd name="adj" fmla="val 34860"/>
              </a:avLst>
            </a:prstGeom>
            <a:solidFill>
              <a:srgbClr val="70AD47">
                <a:alpha val="89804"/>
              </a:srgbClr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404" name="圖片 40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86771" y="403849"/>
              <a:ext cx="328991" cy="329682"/>
            </a:xfrm>
            <a:prstGeom prst="rect">
              <a:avLst/>
            </a:prstGeom>
          </p:spPr>
        </p:pic>
        <p:sp>
          <p:nvSpPr>
            <p:cNvPr id="405" name="立方體 404"/>
            <p:cNvSpPr>
              <a:spLocks noChangeAspect="1"/>
            </p:cNvSpPr>
            <p:nvPr/>
          </p:nvSpPr>
          <p:spPr>
            <a:xfrm>
              <a:off x="4486934" y="232269"/>
              <a:ext cx="494523" cy="494522"/>
            </a:xfrm>
            <a:prstGeom prst="cube">
              <a:avLst>
                <a:gd name="adj" fmla="val 34860"/>
              </a:avLst>
            </a:prstGeom>
            <a:noFill/>
            <a:ln w="28575" cap="flat" cmpd="sng" algn="ctr">
              <a:solidFill>
                <a:srgbClr val="FF4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cxnSp>
        <p:nvCxnSpPr>
          <p:cNvPr id="206" name="直線單箭頭接點 205"/>
          <p:cNvCxnSpPr/>
          <p:nvPr/>
        </p:nvCxnSpPr>
        <p:spPr>
          <a:xfrm rot="5400000" flipV="1">
            <a:off x="8077738" y="4351119"/>
            <a:ext cx="448088" cy="207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7" name="文字方塊 608"/>
          <p:cNvSpPr txBox="1"/>
          <p:nvPr/>
        </p:nvSpPr>
        <p:spPr>
          <a:xfrm>
            <a:off x="5252464" y="6243422"/>
            <a:ext cx="1298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R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everse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S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hift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  <p:grpSp>
        <p:nvGrpSpPr>
          <p:cNvPr id="208" name="群組 207"/>
          <p:cNvGrpSpPr/>
          <p:nvPr/>
        </p:nvGrpSpPr>
        <p:grpSpPr>
          <a:xfrm>
            <a:off x="5045688" y="4517764"/>
            <a:ext cx="1592717" cy="1600850"/>
            <a:chOff x="1913260" y="1908066"/>
            <a:chExt cx="996071" cy="1001157"/>
          </a:xfrm>
        </p:grpSpPr>
        <p:grpSp>
          <p:nvGrpSpPr>
            <p:cNvPr id="210" name="群組 209"/>
            <p:cNvGrpSpPr/>
            <p:nvPr/>
          </p:nvGrpSpPr>
          <p:grpSpPr>
            <a:xfrm>
              <a:off x="2071371" y="2077063"/>
              <a:ext cx="829382" cy="827697"/>
              <a:chOff x="4044994" y="3993094"/>
              <a:chExt cx="1811307" cy="1807627"/>
            </a:xfrm>
          </p:grpSpPr>
          <p:sp>
            <p:nvSpPr>
              <p:cNvPr id="225" name="立方體 224"/>
              <p:cNvSpPr>
                <a:spLocks noChangeAspect="1"/>
              </p:cNvSpPr>
              <p:nvPr/>
            </p:nvSpPr>
            <p:spPr>
              <a:xfrm>
                <a:off x="4048816" y="3993234"/>
                <a:ext cx="1807485" cy="1807487"/>
              </a:xfrm>
              <a:prstGeom prst="cube">
                <a:avLst>
                  <a:gd name="adj" fmla="val 20429"/>
                </a:avLst>
              </a:prstGeom>
              <a:solidFill>
                <a:srgbClr val="A5A5A5"/>
              </a:solidFill>
              <a:ln w="12700" cap="flat" cmpd="sng" algn="ctr">
                <a:solidFill>
                  <a:srgbClr val="A5A5A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26" name="立方體 225"/>
              <p:cNvSpPr>
                <a:spLocks noChangeAspect="1"/>
              </p:cNvSpPr>
              <p:nvPr/>
            </p:nvSpPr>
            <p:spPr>
              <a:xfrm>
                <a:off x="4044994" y="4270437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27" name="立方體 226"/>
              <p:cNvSpPr>
                <a:spLocks noChangeAspect="1"/>
              </p:cNvSpPr>
              <p:nvPr/>
            </p:nvSpPr>
            <p:spPr>
              <a:xfrm>
                <a:off x="4140241" y="417828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28" name="立方體 227"/>
              <p:cNvSpPr>
                <a:spLocks noChangeAspect="1"/>
              </p:cNvSpPr>
              <p:nvPr/>
            </p:nvSpPr>
            <p:spPr>
              <a:xfrm>
                <a:off x="4231669" y="4086249"/>
                <a:ext cx="269998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29" name="立方體 228"/>
              <p:cNvSpPr>
                <a:spLocks noChangeAspect="1"/>
              </p:cNvSpPr>
              <p:nvPr/>
            </p:nvSpPr>
            <p:spPr>
              <a:xfrm>
                <a:off x="4329446" y="3993094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30" name="立方體 229"/>
              <p:cNvSpPr>
                <a:spLocks noChangeAspect="1"/>
              </p:cNvSpPr>
              <p:nvPr/>
            </p:nvSpPr>
            <p:spPr>
              <a:xfrm>
                <a:off x="4502080" y="3994258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31" name="立方體 230"/>
              <p:cNvSpPr>
                <a:spLocks noChangeAspect="1"/>
              </p:cNvSpPr>
              <p:nvPr/>
            </p:nvSpPr>
            <p:spPr>
              <a:xfrm>
                <a:off x="4679736" y="3994555"/>
                <a:ext cx="269998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32" name="立方體 231"/>
              <p:cNvSpPr>
                <a:spLocks noChangeAspect="1"/>
              </p:cNvSpPr>
              <p:nvPr/>
            </p:nvSpPr>
            <p:spPr>
              <a:xfrm>
                <a:off x="4859508" y="3994555"/>
                <a:ext cx="269998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33" name="立方體 232"/>
              <p:cNvSpPr>
                <a:spLocks noChangeAspect="1"/>
              </p:cNvSpPr>
              <p:nvPr/>
            </p:nvSpPr>
            <p:spPr>
              <a:xfrm>
                <a:off x="5041341" y="3994086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34" name="立方體 233"/>
              <p:cNvSpPr>
                <a:spLocks noChangeAspect="1"/>
              </p:cNvSpPr>
              <p:nvPr/>
            </p:nvSpPr>
            <p:spPr>
              <a:xfrm>
                <a:off x="5221116" y="3994086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35" name="立方體 234"/>
              <p:cNvSpPr>
                <a:spLocks noChangeAspect="1"/>
              </p:cNvSpPr>
              <p:nvPr/>
            </p:nvSpPr>
            <p:spPr>
              <a:xfrm>
                <a:off x="5401626" y="3994918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36" name="立方體 235"/>
              <p:cNvSpPr>
                <a:spLocks noChangeAspect="1"/>
              </p:cNvSpPr>
              <p:nvPr/>
            </p:nvSpPr>
            <p:spPr>
              <a:xfrm>
                <a:off x="5584479" y="3994086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37" name="立方體 236"/>
              <p:cNvSpPr>
                <a:spLocks noChangeAspect="1"/>
              </p:cNvSpPr>
              <p:nvPr/>
            </p:nvSpPr>
            <p:spPr>
              <a:xfrm>
                <a:off x="4411061" y="4087387"/>
                <a:ext cx="269998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38" name="立方體 237"/>
              <p:cNvSpPr>
                <a:spLocks noChangeAspect="1"/>
              </p:cNvSpPr>
              <p:nvPr/>
            </p:nvSpPr>
            <p:spPr>
              <a:xfrm>
                <a:off x="4588715" y="4087684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39" name="立方體 238"/>
              <p:cNvSpPr>
                <a:spLocks noChangeAspect="1"/>
              </p:cNvSpPr>
              <p:nvPr/>
            </p:nvSpPr>
            <p:spPr>
              <a:xfrm>
                <a:off x="4768486" y="4087684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40" name="立方體 239"/>
              <p:cNvSpPr>
                <a:spLocks noChangeAspect="1"/>
              </p:cNvSpPr>
              <p:nvPr/>
            </p:nvSpPr>
            <p:spPr>
              <a:xfrm>
                <a:off x="4950322" y="408721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41" name="立方體 240"/>
              <p:cNvSpPr>
                <a:spLocks noChangeAspect="1"/>
              </p:cNvSpPr>
              <p:nvPr/>
            </p:nvSpPr>
            <p:spPr>
              <a:xfrm>
                <a:off x="5130094" y="408721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42" name="立方體 241"/>
              <p:cNvSpPr>
                <a:spLocks noChangeAspect="1"/>
              </p:cNvSpPr>
              <p:nvPr/>
            </p:nvSpPr>
            <p:spPr>
              <a:xfrm>
                <a:off x="5310606" y="4088047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43" name="立方體 242"/>
              <p:cNvSpPr>
                <a:spLocks noChangeAspect="1"/>
              </p:cNvSpPr>
              <p:nvPr/>
            </p:nvSpPr>
            <p:spPr>
              <a:xfrm>
                <a:off x="5493457" y="408721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44" name="立方體 243"/>
              <p:cNvSpPr>
                <a:spLocks noChangeAspect="1"/>
              </p:cNvSpPr>
              <p:nvPr/>
            </p:nvSpPr>
            <p:spPr>
              <a:xfrm>
                <a:off x="4320044" y="4178400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45" name="立方體 244"/>
              <p:cNvSpPr>
                <a:spLocks noChangeAspect="1"/>
              </p:cNvSpPr>
              <p:nvPr/>
            </p:nvSpPr>
            <p:spPr>
              <a:xfrm>
                <a:off x="4497700" y="4178697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46" name="立方體 245"/>
              <p:cNvSpPr>
                <a:spLocks noChangeAspect="1"/>
              </p:cNvSpPr>
              <p:nvPr/>
            </p:nvSpPr>
            <p:spPr>
              <a:xfrm>
                <a:off x="4677471" y="4178697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47" name="立方體 246"/>
              <p:cNvSpPr>
                <a:spLocks noChangeAspect="1"/>
              </p:cNvSpPr>
              <p:nvPr/>
            </p:nvSpPr>
            <p:spPr>
              <a:xfrm>
                <a:off x="4859307" y="4178227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48" name="立方體 247"/>
              <p:cNvSpPr>
                <a:spLocks noChangeAspect="1"/>
              </p:cNvSpPr>
              <p:nvPr/>
            </p:nvSpPr>
            <p:spPr>
              <a:xfrm>
                <a:off x="5039079" y="4178227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49" name="立方體 248"/>
              <p:cNvSpPr>
                <a:spLocks noChangeAspect="1"/>
              </p:cNvSpPr>
              <p:nvPr/>
            </p:nvSpPr>
            <p:spPr>
              <a:xfrm>
                <a:off x="5219591" y="4179059"/>
                <a:ext cx="269998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50" name="立方體 249"/>
              <p:cNvSpPr>
                <a:spLocks noChangeAspect="1"/>
              </p:cNvSpPr>
              <p:nvPr/>
            </p:nvSpPr>
            <p:spPr>
              <a:xfrm>
                <a:off x="5402442" y="4178227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51" name="立方體 250"/>
              <p:cNvSpPr>
                <a:spLocks noChangeAspect="1"/>
              </p:cNvSpPr>
              <p:nvPr/>
            </p:nvSpPr>
            <p:spPr>
              <a:xfrm>
                <a:off x="4226908" y="4270712"/>
                <a:ext cx="269998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52" name="立方體 251"/>
              <p:cNvSpPr>
                <a:spLocks noChangeAspect="1"/>
              </p:cNvSpPr>
              <p:nvPr/>
            </p:nvSpPr>
            <p:spPr>
              <a:xfrm>
                <a:off x="4404562" y="4271009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53" name="立方體 252"/>
              <p:cNvSpPr>
                <a:spLocks noChangeAspect="1"/>
              </p:cNvSpPr>
              <p:nvPr/>
            </p:nvSpPr>
            <p:spPr>
              <a:xfrm>
                <a:off x="4584334" y="4271009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54" name="立方體 253"/>
              <p:cNvSpPr>
                <a:spLocks noChangeAspect="1"/>
              </p:cNvSpPr>
              <p:nvPr/>
            </p:nvSpPr>
            <p:spPr>
              <a:xfrm>
                <a:off x="4766169" y="427054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55" name="立方體 254"/>
              <p:cNvSpPr>
                <a:spLocks noChangeAspect="1"/>
              </p:cNvSpPr>
              <p:nvPr/>
            </p:nvSpPr>
            <p:spPr>
              <a:xfrm>
                <a:off x="4945941" y="427054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56" name="立方體 255"/>
              <p:cNvSpPr>
                <a:spLocks noChangeAspect="1"/>
              </p:cNvSpPr>
              <p:nvPr/>
            </p:nvSpPr>
            <p:spPr>
              <a:xfrm>
                <a:off x="5126453" y="4271372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30196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57" name="立方體 256"/>
              <p:cNvSpPr>
                <a:spLocks noChangeAspect="1"/>
              </p:cNvSpPr>
              <p:nvPr/>
            </p:nvSpPr>
            <p:spPr>
              <a:xfrm>
                <a:off x="5309305" y="427054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58" name="立方體 257"/>
              <p:cNvSpPr>
                <a:spLocks noChangeAspect="1"/>
              </p:cNvSpPr>
              <p:nvPr/>
            </p:nvSpPr>
            <p:spPr>
              <a:xfrm>
                <a:off x="5584654" y="5253799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59" name="立方體 258"/>
              <p:cNvSpPr>
                <a:spLocks noChangeAspect="1"/>
              </p:cNvSpPr>
              <p:nvPr/>
            </p:nvSpPr>
            <p:spPr>
              <a:xfrm>
                <a:off x="5584654" y="5074409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60" name="立方體 259"/>
              <p:cNvSpPr>
                <a:spLocks noChangeAspect="1"/>
              </p:cNvSpPr>
              <p:nvPr/>
            </p:nvSpPr>
            <p:spPr>
              <a:xfrm>
                <a:off x="5584654" y="4895526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61" name="立方體 260"/>
              <p:cNvSpPr>
                <a:spLocks noChangeAspect="1"/>
              </p:cNvSpPr>
              <p:nvPr/>
            </p:nvSpPr>
            <p:spPr>
              <a:xfrm>
                <a:off x="5584654" y="4717204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62" name="立方體 261"/>
              <p:cNvSpPr>
                <a:spLocks noChangeAspect="1"/>
              </p:cNvSpPr>
              <p:nvPr/>
            </p:nvSpPr>
            <p:spPr>
              <a:xfrm>
                <a:off x="5584654" y="453959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63" name="立方體 262"/>
              <p:cNvSpPr>
                <a:spLocks noChangeAspect="1"/>
              </p:cNvSpPr>
              <p:nvPr/>
            </p:nvSpPr>
            <p:spPr>
              <a:xfrm>
                <a:off x="5584654" y="436070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64" name="立方體 263"/>
              <p:cNvSpPr>
                <a:spLocks noChangeAspect="1"/>
              </p:cNvSpPr>
              <p:nvPr/>
            </p:nvSpPr>
            <p:spPr>
              <a:xfrm>
                <a:off x="5584654" y="4176956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65" name="立方體 264"/>
              <p:cNvSpPr>
                <a:spLocks noChangeAspect="1"/>
              </p:cNvSpPr>
              <p:nvPr/>
            </p:nvSpPr>
            <p:spPr>
              <a:xfrm>
                <a:off x="5485953" y="5350761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66" name="立方體 265"/>
              <p:cNvSpPr>
                <a:spLocks noChangeAspect="1"/>
              </p:cNvSpPr>
              <p:nvPr/>
            </p:nvSpPr>
            <p:spPr>
              <a:xfrm>
                <a:off x="5485953" y="5171371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67" name="立方體 266"/>
              <p:cNvSpPr>
                <a:spLocks noChangeAspect="1"/>
              </p:cNvSpPr>
              <p:nvPr/>
            </p:nvSpPr>
            <p:spPr>
              <a:xfrm>
                <a:off x="5485953" y="4992488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68" name="立方體 267"/>
              <p:cNvSpPr>
                <a:spLocks noChangeAspect="1"/>
              </p:cNvSpPr>
              <p:nvPr/>
            </p:nvSpPr>
            <p:spPr>
              <a:xfrm>
                <a:off x="5485953" y="4814164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69" name="立方體 268"/>
              <p:cNvSpPr>
                <a:spLocks noChangeAspect="1"/>
              </p:cNvSpPr>
              <p:nvPr/>
            </p:nvSpPr>
            <p:spPr>
              <a:xfrm>
                <a:off x="5485953" y="4636552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70" name="立方體 269"/>
              <p:cNvSpPr>
                <a:spLocks noChangeAspect="1"/>
              </p:cNvSpPr>
              <p:nvPr/>
            </p:nvSpPr>
            <p:spPr>
              <a:xfrm>
                <a:off x="5485953" y="4457667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71" name="立方體 270"/>
              <p:cNvSpPr>
                <a:spLocks noChangeAspect="1"/>
              </p:cNvSpPr>
              <p:nvPr/>
            </p:nvSpPr>
            <p:spPr>
              <a:xfrm>
                <a:off x="5485953" y="4273918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72" name="立方體 271"/>
              <p:cNvSpPr>
                <a:spLocks noChangeAspect="1"/>
              </p:cNvSpPr>
              <p:nvPr/>
            </p:nvSpPr>
            <p:spPr>
              <a:xfrm>
                <a:off x="5401451" y="5443890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73" name="立方體 272"/>
              <p:cNvSpPr>
                <a:spLocks noChangeAspect="1"/>
              </p:cNvSpPr>
              <p:nvPr/>
            </p:nvSpPr>
            <p:spPr>
              <a:xfrm>
                <a:off x="5401451" y="5264500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74" name="立方體 273"/>
              <p:cNvSpPr>
                <a:spLocks noChangeAspect="1"/>
              </p:cNvSpPr>
              <p:nvPr/>
            </p:nvSpPr>
            <p:spPr>
              <a:xfrm>
                <a:off x="5401451" y="5085617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75" name="立方體 274"/>
              <p:cNvSpPr>
                <a:spLocks noChangeAspect="1"/>
              </p:cNvSpPr>
              <p:nvPr/>
            </p:nvSpPr>
            <p:spPr>
              <a:xfrm>
                <a:off x="5401451" y="4907293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76" name="立方體 275"/>
              <p:cNvSpPr>
                <a:spLocks noChangeAspect="1"/>
              </p:cNvSpPr>
              <p:nvPr/>
            </p:nvSpPr>
            <p:spPr>
              <a:xfrm>
                <a:off x="5401451" y="4729681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77" name="立方體 276"/>
              <p:cNvSpPr>
                <a:spLocks noChangeAspect="1"/>
              </p:cNvSpPr>
              <p:nvPr/>
            </p:nvSpPr>
            <p:spPr>
              <a:xfrm>
                <a:off x="5401451" y="4550796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78" name="立方體 277"/>
              <p:cNvSpPr>
                <a:spLocks noChangeAspect="1"/>
              </p:cNvSpPr>
              <p:nvPr/>
            </p:nvSpPr>
            <p:spPr>
              <a:xfrm>
                <a:off x="5401451" y="4367047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79" name="立方體 278"/>
              <p:cNvSpPr>
                <a:spLocks noChangeAspect="1"/>
              </p:cNvSpPr>
              <p:nvPr/>
            </p:nvSpPr>
            <p:spPr>
              <a:xfrm>
                <a:off x="5305688" y="5530635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80" name="立方體 279"/>
              <p:cNvSpPr>
                <a:spLocks noChangeAspect="1"/>
              </p:cNvSpPr>
              <p:nvPr/>
            </p:nvSpPr>
            <p:spPr>
              <a:xfrm>
                <a:off x="5305688" y="5351246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81" name="立方體 280"/>
              <p:cNvSpPr>
                <a:spLocks noChangeAspect="1"/>
              </p:cNvSpPr>
              <p:nvPr/>
            </p:nvSpPr>
            <p:spPr>
              <a:xfrm>
                <a:off x="5305688" y="5172363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82" name="立方體 281"/>
              <p:cNvSpPr>
                <a:spLocks noChangeAspect="1"/>
              </p:cNvSpPr>
              <p:nvPr/>
            </p:nvSpPr>
            <p:spPr>
              <a:xfrm>
                <a:off x="5305688" y="4994041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83" name="立方體 282"/>
              <p:cNvSpPr>
                <a:spLocks noChangeAspect="1"/>
              </p:cNvSpPr>
              <p:nvPr/>
            </p:nvSpPr>
            <p:spPr>
              <a:xfrm>
                <a:off x="5305688" y="4816427"/>
                <a:ext cx="270001" cy="269998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84" name="立方體 283"/>
              <p:cNvSpPr>
                <a:spLocks noChangeAspect="1"/>
              </p:cNvSpPr>
              <p:nvPr/>
            </p:nvSpPr>
            <p:spPr>
              <a:xfrm>
                <a:off x="5305688" y="4637541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  <p:sp>
            <p:nvSpPr>
              <p:cNvPr id="285" name="立方體 284"/>
              <p:cNvSpPr>
                <a:spLocks noChangeAspect="1"/>
              </p:cNvSpPr>
              <p:nvPr/>
            </p:nvSpPr>
            <p:spPr>
              <a:xfrm>
                <a:off x="5305688" y="4453793"/>
                <a:ext cx="270001" cy="270001"/>
              </a:xfrm>
              <a:prstGeom prst="cube">
                <a:avLst>
                  <a:gd name="adj" fmla="val 34860"/>
                </a:avLst>
              </a:prstGeom>
              <a:noFill/>
              <a:ln w="12700" cap="flat" cmpd="sng" algn="ctr">
                <a:solidFill>
                  <a:srgbClr val="DDDDDD">
                    <a:alpha val="29804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  <p:pic>
          <p:nvPicPr>
            <p:cNvPr id="212" name="圖片 211"/>
            <p:cNvPicPr preferRelativeResize="0"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80" t="24360" r="-462" b="1006"/>
            <a:stretch/>
          </p:blipFill>
          <p:spPr>
            <a:xfrm>
              <a:off x="2077786" y="2254150"/>
              <a:ext cx="493082" cy="492114"/>
            </a:xfrm>
            <a:prstGeom prst="rect">
              <a:avLst/>
            </a:prstGeom>
          </p:spPr>
        </p:pic>
        <p:grpSp>
          <p:nvGrpSpPr>
            <p:cNvPr id="214" name="群組 213"/>
            <p:cNvGrpSpPr/>
            <p:nvPr/>
          </p:nvGrpSpPr>
          <p:grpSpPr>
            <a:xfrm>
              <a:off x="2566105" y="2569127"/>
              <a:ext cx="335899" cy="336012"/>
              <a:chOff x="5125454" y="5067726"/>
              <a:chExt cx="733578" cy="733824"/>
            </a:xfrm>
          </p:grpSpPr>
          <p:pic>
            <p:nvPicPr>
              <p:cNvPr id="223" name="圖片 222"/>
              <p:cNvPicPr preferRelativeResize="0">
                <a:picLocks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6" r="75399" b="76296"/>
              <a:stretch/>
            </p:blipFill>
            <p:spPr>
              <a:xfrm>
                <a:off x="5145835" y="5460207"/>
                <a:ext cx="341343" cy="341343"/>
              </a:xfrm>
              <a:prstGeom prst="rect">
                <a:avLst/>
              </a:prstGeom>
            </p:spPr>
          </p:pic>
          <p:sp>
            <p:nvSpPr>
              <p:cNvPr id="224" name="立方體 223"/>
              <p:cNvSpPr/>
              <p:nvPr/>
            </p:nvSpPr>
            <p:spPr>
              <a:xfrm>
                <a:off x="5125454" y="5067726"/>
                <a:ext cx="733578" cy="729591"/>
              </a:xfrm>
              <a:prstGeom prst="cube">
                <a:avLst>
                  <a:gd name="adj" fmla="val 52579"/>
                </a:avLst>
              </a:prstGeom>
              <a:solidFill>
                <a:srgbClr val="FFC000">
                  <a:alpha val="50196"/>
                </a:srgbClr>
              </a:solidFill>
              <a:ln w="12700" cap="flat" cmpd="sng" algn="ctr">
                <a:solidFill>
                  <a:srgbClr val="FFC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  <p:grpSp>
          <p:nvGrpSpPr>
            <p:cNvPr id="215" name="群組 214"/>
            <p:cNvGrpSpPr/>
            <p:nvPr/>
          </p:nvGrpSpPr>
          <p:grpSpPr>
            <a:xfrm>
              <a:off x="2573432" y="2072960"/>
              <a:ext cx="335899" cy="668658"/>
              <a:chOff x="5141456" y="3984135"/>
              <a:chExt cx="733578" cy="1460297"/>
            </a:xfrm>
          </p:grpSpPr>
          <p:pic>
            <p:nvPicPr>
              <p:cNvPr id="221" name="圖片 220"/>
              <p:cNvPicPr preferRelativeResize="0">
                <a:picLocks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7" t="25309" r="75796"/>
              <a:stretch/>
            </p:blipFill>
            <p:spPr>
              <a:xfrm>
                <a:off x="5145688" y="4368887"/>
                <a:ext cx="340360" cy="1075545"/>
              </a:xfrm>
              <a:prstGeom prst="rect">
                <a:avLst/>
              </a:prstGeom>
            </p:spPr>
          </p:pic>
          <p:sp>
            <p:nvSpPr>
              <p:cNvPr id="222" name="立方體 221"/>
              <p:cNvSpPr/>
              <p:nvPr/>
            </p:nvSpPr>
            <p:spPr>
              <a:xfrm>
                <a:off x="5141456" y="3984135"/>
                <a:ext cx="733578" cy="1449714"/>
              </a:xfrm>
              <a:prstGeom prst="cube">
                <a:avLst>
                  <a:gd name="adj" fmla="val 52579"/>
                </a:avLst>
              </a:prstGeom>
              <a:solidFill>
                <a:srgbClr val="70AD47">
                  <a:alpha val="50196"/>
                </a:srgbClr>
              </a:solidFill>
              <a:ln w="12700" cap="flat" cmpd="sng" algn="ctr">
                <a:solidFill>
                  <a:srgbClr val="70AD47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p:grpSp>
        <p:pic>
          <p:nvPicPr>
            <p:cNvPr id="216" name="圖片 215"/>
            <p:cNvPicPr>
              <a:picLocks noChangeAspect="1"/>
            </p:cNvPicPr>
            <p:nvPr/>
          </p:nvPicPr>
          <p:blipFill rotWithShape="1">
            <a:blip r:embed="rId9"/>
            <a:srcRect t="50132" r="25261" b="-674"/>
            <a:stretch/>
          </p:blipFill>
          <p:spPr>
            <a:xfrm>
              <a:off x="2075871" y="2740236"/>
              <a:ext cx="483519" cy="164841"/>
            </a:xfrm>
            <a:prstGeom prst="rect">
              <a:avLst/>
            </a:prstGeom>
          </p:spPr>
        </p:pic>
        <p:pic>
          <p:nvPicPr>
            <p:cNvPr id="217" name="圖片 2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68856" y="2249859"/>
              <a:ext cx="659364" cy="659364"/>
            </a:xfrm>
            <a:prstGeom prst="rect">
              <a:avLst/>
            </a:prstGeom>
          </p:spPr>
        </p:pic>
        <p:sp>
          <p:nvSpPr>
            <p:cNvPr id="218" name="立方體 217"/>
            <p:cNvSpPr/>
            <p:nvPr/>
          </p:nvSpPr>
          <p:spPr>
            <a:xfrm>
              <a:off x="1913260" y="2076431"/>
              <a:ext cx="335899" cy="663811"/>
            </a:xfrm>
            <a:prstGeom prst="cube">
              <a:avLst>
                <a:gd name="adj" fmla="val 52579"/>
              </a:avLst>
            </a:prstGeom>
            <a:solidFill>
              <a:srgbClr val="70AD47">
                <a:alpha val="30196"/>
              </a:srgbClr>
            </a:solidFill>
            <a:ln w="12700" cap="flat" cmpd="sng" algn="ctr">
              <a:solidFill>
                <a:srgbClr val="70AD47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9" name="立方體 218"/>
            <p:cNvSpPr/>
            <p:nvPr/>
          </p:nvSpPr>
          <p:spPr>
            <a:xfrm>
              <a:off x="1914332" y="1908066"/>
              <a:ext cx="335899" cy="334074"/>
            </a:xfrm>
            <a:prstGeom prst="cube">
              <a:avLst>
                <a:gd name="adj" fmla="val 52579"/>
              </a:avLst>
            </a:prstGeom>
            <a:solidFill>
              <a:srgbClr val="FFC000">
                <a:alpha val="10196"/>
              </a:srgbClr>
            </a:solidFill>
            <a:ln w="12700" cap="flat" cmpd="sng" algn="ctr">
              <a:solidFill>
                <a:srgbClr val="FFC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20" name="立方體 219"/>
            <p:cNvSpPr/>
            <p:nvPr/>
          </p:nvSpPr>
          <p:spPr>
            <a:xfrm>
              <a:off x="2082927" y="1912695"/>
              <a:ext cx="667531" cy="334073"/>
            </a:xfrm>
            <a:prstGeom prst="cube">
              <a:avLst>
                <a:gd name="adj" fmla="val 52579"/>
              </a:avLst>
            </a:prstGeom>
            <a:solidFill>
              <a:srgbClr val="5B9BD5">
                <a:alpha val="30196"/>
              </a:srgbClr>
            </a:solidFill>
            <a:ln w="12700" cap="flat" cmpd="sng" algn="ctr">
              <a:solidFill>
                <a:srgbClr val="5B9BD5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cxnSp>
        <p:nvCxnSpPr>
          <p:cNvPr id="209" name="直線單箭頭接點 208"/>
          <p:cNvCxnSpPr/>
          <p:nvPr/>
        </p:nvCxnSpPr>
        <p:spPr>
          <a:xfrm flipH="1" flipV="1">
            <a:off x="6882489" y="5422807"/>
            <a:ext cx="448086" cy="207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0200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694023" y="2317935"/>
            <a:ext cx="3474720" cy="250025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Methods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Classification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4" y="1278864"/>
            <a:ext cx="6393769" cy="5077486"/>
          </a:xfrm>
        </p:spPr>
        <p:txBody>
          <a:bodyPr>
            <a:normAutofit lnSpcReduction="10000"/>
          </a:bodyPr>
          <a:lstStyle/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 smtClean="0"/>
              <a:t>IR-switch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Patch to Image</a:t>
            </a:r>
          </a:p>
          <a:p>
            <a:pPr marL="1274400" lvl="2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Patch sequence </a:t>
            </a:r>
            <a:r>
              <a:rPr lang="en-US" altLang="zh-TW" dirty="0"/>
              <a:t>to 3-D </a:t>
            </a:r>
            <a:r>
              <a:rPr lang="en-US" altLang="zh-TW" dirty="0" smtClean="0"/>
              <a:t>image format</a:t>
            </a:r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3-D inverted residual block (3-D IR block)</a:t>
            </a:r>
          </a:p>
          <a:p>
            <a:pPr marL="1274400" lvl="2">
              <a:lnSpc>
                <a:spcPct val="150000"/>
              </a:lnSpc>
              <a:spcBef>
                <a:spcPts val="0"/>
              </a:spcBef>
            </a:pPr>
            <a:r>
              <a:rPr lang="en-US" altLang="zh-TW" dirty="0"/>
              <a:t>Bottleneck </a:t>
            </a:r>
            <a:r>
              <a:rPr lang="en-US" altLang="zh-TW" dirty="0" smtClean="0"/>
              <a:t>structure</a:t>
            </a:r>
          </a:p>
          <a:p>
            <a:pPr marL="1274400" lvl="2">
              <a:lnSpc>
                <a:spcPct val="150000"/>
              </a:lnSpc>
              <a:spcBef>
                <a:spcPts val="0"/>
              </a:spcBef>
            </a:pPr>
            <a:r>
              <a:rPr lang="en-US" altLang="zh-TW" dirty="0"/>
              <a:t>3-D </a:t>
            </a:r>
            <a:r>
              <a:rPr lang="en-US" altLang="zh-TW" dirty="0" smtClean="0"/>
              <a:t>convolution</a:t>
            </a:r>
            <a:endParaRPr lang="en-US" altLang="zh-TW" dirty="0"/>
          </a:p>
          <a:p>
            <a:pPr marL="1274400" lvl="2">
              <a:lnSpc>
                <a:spcPct val="150000"/>
              </a:lnSpc>
              <a:spcBef>
                <a:spcPts val="0"/>
              </a:spcBef>
            </a:pPr>
            <a:r>
              <a:rPr lang="en-US" altLang="zh-TW" dirty="0"/>
              <a:t>3-D </a:t>
            </a:r>
            <a:r>
              <a:rPr lang="en-US" altLang="zh-TW" dirty="0" smtClean="0"/>
              <a:t>depth-wise convolution</a:t>
            </a:r>
            <a:endParaRPr lang="en-US" altLang="zh-TW" dirty="0"/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Image </a:t>
            </a:r>
            <a:r>
              <a:rPr lang="en-US" altLang="zh-TW" dirty="0"/>
              <a:t>to </a:t>
            </a:r>
            <a:r>
              <a:rPr lang="en-US" altLang="zh-TW" dirty="0" smtClean="0"/>
              <a:t>Patch</a:t>
            </a:r>
          </a:p>
          <a:p>
            <a:pPr marL="1274400" lvl="2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3-D image format to patch </a:t>
            </a:r>
            <a:r>
              <a:rPr lang="en-US" altLang="zh-TW" dirty="0"/>
              <a:t>sequence </a:t>
            </a:r>
            <a:endParaRPr lang="en-US" altLang="zh-TW" dirty="0" smtClean="0"/>
          </a:p>
          <a:p>
            <a:pPr marL="817200" lvl="1">
              <a:lnSpc>
                <a:spcPct val="150000"/>
              </a:lnSpc>
              <a:spcBef>
                <a:spcPts val="0"/>
              </a:spcBef>
            </a:pPr>
            <a:r>
              <a:rPr lang="en-US" altLang="zh-TW" dirty="0" smtClean="0"/>
              <a:t>Skip-connection</a:t>
            </a:r>
            <a:endParaRPr lang="en-US" altLang="zh-TW" dirty="0"/>
          </a:p>
          <a:p>
            <a:pPr lvl="1" indent="0" algn="l">
              <a:lnSpc>
                <a:spcPct val="150000"/>
              </a:lnSpc>
              <a:spcBef>
                <a:spcPts val="0"/>
              </a:spcBef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497527" y="1652648"/>
            <a:ext cx="1800000" cy="5076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Patch</a:t>
            </a:r>
            <a:r>
              <a:rPr lang="zh-TW" altLang="en-US" dirty="0" smtClean="0"/>
              <a:t> </a:t>
            </a:r>
            <a:r>
              <a:rPr lang="en-US" altLang="zh-TW" dirty="0" smtClean="0"/>
              <a:t>to Image</a:t>
            </a:r>
            <a:endParaRPr lang="zh-TW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8497527" y="4990973"/>
            <a:ext cx="1800000" cy="5076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Image to Patch</a:t>
            </a:r>
            <a:endParaRPr lang="zh-TW" altLang="en-US" dirty="0"/>
          </a:p>
        </p:txBody>
      </p:sp>
      <p:sp>
        <p:nvSpPr>
          <p:cNvPr id="77" name="梯形 76"/>
          <p:cNvSpPr/>
          <p:nvPr/>
        </p:nvSpPr>
        <p:spPr>
          <a:xfrm>
            <a:off x="8208717" y="2605754"/>
            <a:ext cx="2376000" cy="507600"/>
          </a:xfrm>
          <a:prstGeom prst="trapezoid">
            <a:avLst>
              <a:gd name="adj" fmla="val 5432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996082" y="2580220"/>
            <a:ext cx="793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 smtClean="0"/>
              <a:t>Conv.</a:t>
            </a:r>
            <a:endParaRPr lang="en-US" altLang="zh-TW" sz="1600" dirty="0"/>
          </a:p>
          <a:p>
            <a:pPr algn="ctr"/>
            <a:r>
              <a:rPr lang="en-US" altLang="zh-TW" sz="1600" dirty="0" smtClean="0"/>
              <a:t>1×1×1</a:t>
            </a:r>
            <a:endParaRPr lang="zh-TW" altLang="en-US" sz="1600" dirty="0"/>
          </a:p>
        </p:txBody>
      </p:sp>
      <p:sp>
        <p:nvSpPr>
          <p:cNvPr id="79" name="矩形 78"/>
          <p:cNvSpPr/>
          <p:nvPr/>
        </p:nvSpPr>
        <p:spPr>
          <a:xfrm>
            <a:off x="8208719" y="3341387"/>
            <a:ext cx="2376000" cy="507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Depth-wise Conv.</a:t>
            </a:r>
          </a:p>
          <a:p>
            <a:pPr algn="ctr"/>
            <a:r>
              <a:rPr lang="en-US" altLang="zh-TW" sz="1600" dirty="0"/>
              <a:t>3</a:t>
            </a:r>
            <a:r>
              <a:rPr lang="en-US" altLang="zh-TW" sz="1600" dirty="0" smtClean="0"/>
              <a:t>×3×3</a:t>
            </a:r>
            <a:endParaRPr lang="zh-TW" altLang="en-US" sz="1600" dirty="0"/>
          </a:p>
        </p:txBody>
      </p:sp>
      <p:sp>
        <p:nvSpPr>
          <p:cNvPr id="80" name="梯形 79"/>
          <p:cNvSpPr/>
          <p:nvPr/>
        </p:nvSpPr>
        <p:spPr>
          <a:xfrm rot="10800000">
            <a:off x="8208719" y="4084185"/>
            <a:ext cx="2376000" cy="507600"/>
          </a:xfrm>
          <a:prstGeom prst="trapezoid">
            <a:avLst>
              <a:gd name="adj" fmla="val 5370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8999814" y="4053703"/>
            <a:ext cx="793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 smtClean="0"/>
              <a:t>Conv.</a:t>
            </a:r>
            <a:endParaRPr lang="en-US" altLang="zh-TW" sz="1600" dirty="0"/>
          </a:p>
          <a:p>
            <a:pPr algn="ctr"/>
            <a:r>
              <a:rPr lang="en-US" altLang="zh-TW" sz="1600" dirty="0" smtClean="0"/>
              <a:t>1×1×1</a:t>
            </a:r>
            <a:endParaRPr lang="zh-TW" altLang="en-US" sz="1600" dirty="0"/>
          </a:p>
        </p:txBody>
      </p:sp>
      <p:sp>
        <p:nvSpPr>
          <p:cNvPr id="82" name="橢圓 81"/>
          <p:cNvSpPr/>
          <p:nvPr/>
        </p:nvSpPr>
        <p:spPr>
          <a:xfrm>
            <a:off x="9207870" y="5711911"/>
            <a:ext cx="360000" cy="36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/>
              <a:t>+</a:t>
            </a:r>
            <a:endParaRPr lang="zh-TW" altLang="en-US" sz="1600" b="1" dirty="0"/>
          </a:p>
        </p:txBody>
      </p:sp>
      <p:cxnSp>
        <p:nvCxnSpPr>
          <p:cNvPr id="83" name="直線單箭頭接點 82"/>
          <p:cNvCxnSpPr>
            <a:stCxn id="75" idx="2"/>
            <a:endCxn id="77" idx="0"/>
          </p:cNvCxnSpPr>
          <p:nvPr/>
        </p:nvCxnSpPr>
        <p:spPr>
          <a:xfrm flipH="1">
            <a:off x="9396717" y="2160248"/>
            <a:ext cx="810" cy="4455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線單箭頭接點 107"/>
          <p:cNvCxnSpPr>
            <a:stCxn id="77" idx="2"/>
            <a:endCxn id="79" idx="0"/>
          </p:cNvCxnSpPr>
          <p:nvPr/>
        </p:nvCxnSpPr>
        <p:spPr>
          <a:xfrm>
            <a:off x="9396717" y="3113355"/>
            <a:ext cx="2" cy="22803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>
            <a:stCxn id="79" idx="2"/>
            <a:endCxn id="80" idx="2"/>
          </p:cNvCxnSpPr>
          <p:nvPr/>
        </p:nvCxnSpPr>
        <p:spPr>
          <a:xfrm>
            <a:off x="9396719" y="3848987"/>
            <a:ext cx="0" cy="23519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>
            <a:stCxn id="80" idx="0"/>
            <a:endCxn id="76" idx="0"/>
          </p:cNvCxnSpPr>
          <p:nvPr/>
        </p:nvCxnSpPr>
        <p:spPr>
          <a:xfrm>
            <a:off x="9396719" y="4591785"/>
            <a:ext cx="808" cy="39918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>
            <a:stCxn id="76" idx="2"/>
            <a:endCxn id="82" idx="0"/>
          </p:cNvCxnSpPr>
          <p:nvPr/>
        </p:nvCxnSpPr>
        <p:spPr>
          <a:xfrm flipH="1">
            <a:off x="9387870" y="5498573"/>
            <a:ext cx="9657" cy="21333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>
            <a:endCxn id="75" idx="0"/>
          </p:cNvCxnSpPr>
          <p:nvPr/>
        </p:nvCxnSpPr>
        <p:spPr>
          <a:xfrm>
            <a:off x="9394951" y="1278864"/>
            <a:ext cx="2576" cy="37378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肘形接點 115"/>
          <p:cNvCxnSpPr>
            <a:endCxn id="82" idx="2"/>
          </p:cNvCxnSpPr>
          <p:nvPr/>
        </p:nvCxnSpPr>
        <p:spPr>
          <a:xfrm rot="5400000">
            <a:off x="7111066" y="3604829"/>
            <a:ext cx="4383887" cy="190277"/>
          </a:xfrm>
          <a:prstGeom prst="bentConnector4">
            <a:avLst>
              <a:gd name="adj1" fmla="val -1035"/>
              <a:gd name="adj2" fmla="val 1105672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726804" y="2262461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3-D </a:t>
            </a:r>
            <a:r>
              <a:rPr lang="en-US" altLang="zh-TW" dirty="0" smtClean="0">
                <a:solidFill>
                  <a:srgbClr val="00206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新細明體" panose="02020500000000000000" pitchFamily="18" charset="-120"/>
              </a:rPr>
              <a:t>IR block</a:t>
            </a:r>
            <a:endParaRPr lang="zh-TW" altLang="en-US" kern="0" dirty="0">
              <a:solidFill>
                <a:srgbClr val="002060"/>
              </a:solidFill>
              <a:latin typeface="新細明體" panose="02020500000000000000" pitchFamily="18" charset="-120"/>
              <a:ea typeface="新細明體" panose="02020500000000000000" pitchFamily="18" charset="-120"/>
              <a:cs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169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4" y="1278863"/>
            <a:ext cx="10939608" cy="5442611"/>
          </a:xfrm>
        </p:spPr>
        <p:txBody>
          <a:bodyPr>
            <a:normAutofit lnSpcReduction="10000"/>
          </a:bodyPr>
          <a:lstStyle/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 smtClean="0"/>
              <a:t>Prevent overfitting due to small-size dataset</a:t>
            </a:r>
          </a:p>
          <a:p>
            <a:pPr marL="360000" algn="l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 smtClean="0"/>
              <a:t>Handle less inductive bias caused by self-attention module</a:t>
            </a:r>
          </a:p>
          <a:p>
            <a:pPr marL="360000" algn="l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/>
              <a:t>Data a</a:t>
            </a:r>
            <a:r>
              <a:rPr lang="en-US" altLang="zh-TW" sz="3200" dirty="0" smtClean="0"/>
              <a:t>ugmentation techniques:</a:t>
            </a:r>
          </a:p>
          <a:p>
            <a:pPr marL="1045800" lvl="1" indent="-457200" algn="l">
              <a:lnSpc>
                <a:spcPct val="150000"/>
              </a:lnSpc>
              <a:spcBef>
                <a:spcPts val="0"/>
              </a:spcBef>
            </a:pPr>
            <a:r>
              <a:rPr lang="en-US" altLang="zh-TW" sz="2800" dirty="0" smtClean="0"/>
              <a:t>Flipping</a:t>
            </a:r>
          </a:p>
          <a:p>
            <a:pPr marL="1045800" lvl="1" indent="-457200" algn="l">
              <a:lnSpc>
                <a:spcPct val="150000"/>
              </a:lnSpc>
              <a:spcBef>
                <a:spcPts val="0"/>
              </a:spcBef>
            </a:pPr>
            <a:r>
              <a:rPr lang="en-US" altLang="zh-TW" sz="2800" dirty="0"/>
              <a:t>R</a:t>
            </a:r>
            <a:r>
              <a:rPr lang="en-US" altLang="zh-TW" sz="2800" dirty="0" smtClean="0"/>
              <a:t>andom crop</a:t>
            </a:r>
          </a:p>
          <a:p>
            <a:pPr marL="1045800" lvl="1" indent="-457200" algn="l">
              <a:lnSpc>
                <a:spcPct val="150000"/>
              </a:lnSpc>
              <a:spcBef>
                <a:spcPts val="0"/>
              </a:spcBef>
            </a:pPr>
            <a:r>
              <a:rPr lang="en-US" altLang="zh-TW" sz="2800" dirty="0" smtClean="0"/>
              <a:t>Cutout</a:t>
            </a:r>
          </a:p>
          <a:p>
            <a:pPr marL="1045800" lvl="1" indent="-457200" algn="l">
              <a:lnSpc>
                <a:spcPct val="150000"/>
              </a:lnSpc>
              <a:spcBef>
                <a:spcPts val="0"/>
              </a:spcBef>
            </a:pPr>
            <a:r>
              <a:rPr lang="en-US" altLang="zh-TW" sz="2800" dirty="0" err="1" smtClean="0"/>
              <a:t>Mixup</a:t>
            </a:r>
            <a:endParaRPr lang="en-US" altLang="zh-TW" sz="2800" dirty="0" smtClean="0"/>
          </a:p>
          <a:p>
            <a:pPr marL="1045800" lvl="1" indent="-457200" algn="l">
              <a:lnSpc>
                <a:spcPct val="150000"/>
              </a:lnSpc>
              <a:spcBef>
                <a:spcPts val="0"/>
              </a:spcBef>
            </a:pPr>
            <a:r>
              <a:rPr lang="en-US" altLang="zh-TW" sz="2800" dirty="0" err="1" smtClean="0"/>
              <a:t>Cutmix</a:t>
            </a:r>
            <a:endParaRPr lang="en-US" altLang="zh-TW" sz="2800" dirty="0" smtClean="0"/>
          </a:p>
          <a:p>
            <a:pPr marL="360000">
              <a:lnSpc>
                <a:spcPct val="150000"/>
              </a:lnSpc>
              <a:spcBef>
                <a:spcPts val="0"/>
              </a:spcBef>
            </a:pPr>
            <a:endParaRPr lang="en-US" altLang="zh-TW" sz="3200" dirty="0" smtClean="0"/>
          </a:p>
          <a:p>
            <a:pPr lvl="1" indent="0" algn="l">
              <a:lnSpc>
                <a:spcPct val="150000"/>
              </a:lnSpc>
              <a:spcBef>
                <a:spcPts val="0"/>
              </a:spcBef>
            </a:pPr>
            <a:endParaRPr lang="en-US" altLang="zh-TW" dirty="0"/>
          </a:p>
        </p:txBody>
      </p:sp>
      <p:grpSp>
        <p:nvGrpSpPr>
          <p:cNvPr id="33" name="群組 32"/>
          <p:cNvGrpSpPr/>
          <p:nvPr/>
        </p:nvGrpSpPr>
        <p:grpSpPr>
          <a:xfrm>
            <a:off x="8566085" y="4893627"/>
            <a:ext cx="1440870" cy="1440816"/>
            <a:chOff x="8566085" y="4893627"/>
            <a:chExt cx="1440870" cy="1440816"/>
          </a:xfrm>
        </p:grpSpPr>
        <p:sp>
          <p:nvSpPr>
            <p:cNvPr id="13" name="矩形 12"/>
            <p:cNvSpPr/>
            <p:nvPr/>
          </p:nvSpPr>
          <p:spPr>
            <a:xfrm>
              <a:off x="8566085" y="4894443"/>
              <a:ext cx="1440001" cy="144000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8566954" y="4893627"/>
              <a:ext cx="1440001" cy="1440000"/>
            </a:xfrm>
            <a:prstGeom prst="rect">
              <a:avLst/>
            </a:prstGeom>
            <a:blipFill dpi="0" rotWithShape="1">
              <a:blip r:embed="rId4">
                <a:alphaModFix amt="4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Methods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 smtClean="0"/>
              <a:t>Data Augmentation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8852312" y="6362631"/>
            <a:ext cx="867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err="1" smtClean="0"/>
              <a:t>Mixup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561733" y="6362631"/>
            <a:ext cx="952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err="1" smtClean="0"/>
              <a:t>Cutmix</a:t>
            </a:r>
            <a:endParaRPr lang="zh-TW" altLang="en-US" sz="2000" dirty="0"/>
          </a:p>
        </p:txBody>
      </p:sp>
      <p:grpSp>
        <p:nvGrpSpPr>
          <p:cNvPr id="22" name="群組 21"/>
          <p:cNvGrpSpPr/>
          <p:nvPr/>
        </p:nvGrpSpPr>
        <p:grpSpPr>
          <a:xfrm>
            <a:off x="7264329" y="2828637"/>
            <a:ext cx="3055475" cy="1440000"/>
            <a:chOff x="7242353" y="2818230"/>
            <a:chExt cx="3055475" cy="1440000"/>
          </a:xfrm>
        </p:grpSpPr>
        <p:pic>
          <p:nvPicPr>
            <p:cNvPr id="8" name="圖片 7"/>
            <p:cNvPicPr preferRelativeResize="0"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42353" y="2818230"/>
              <a:ext cx="1440000" cy="1440000"/>
            </a:xfrm>
            <a:prstGeom prst="rect">
              <a:avLst/>
            </a:prstGeom>
          </p:spPr>
        </p:pic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857828" y="281823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" name="群組 19"/>
          <p:cNvGrpSpPr/>
          <p:nvPr/>
        </p:nvGrpSpPr>
        <p:grpSpPr>
          <a:xfrm>
            <a:off x="10317986" y="4884612"/>
            <a:ext cx="1440000" cy="1440000"/>
            <a:chOff x="8832705" y="4916350"/>
            <a:chExt cx="1440000" cy="1440000"/>
          </a:xfrm>
        </p:grpSpPr>
        <p:pic>
          <p:nvPicPr>
            <p:cNvPr id="18" name="圖片 17"/>
            <p:cNvPicPr preferRelativeResize="0"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32705" y="4916350"/>
              <a:ext cx="1440000" cy="1440000"/>
            </a:xfrm>
            <a:prstGeom prst="rect">
              <a:avLst/>
            </a:prstGeom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18" t="51151" r="-2" b="-453"/>
            <a:stretch/>
          </p:blipFill>
          <p:spPr bwMode="auto">
            <a:xfrm>
              <a:off x="9552705" y="5641848"/>
              <a:ext cx="716922" cy="7099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文字方塊 20"/>
          <p:cNvSpPr txBox="1"/>
          <p:nvPr/>
        </p:nvSpPr>
        <p:spPr>
          <a:xfrm>
            <a:off x="7940375" y="4306115"/>
            <a:ext cx="1659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err="1" smtClean="0"/>
              <a:t>ABUS</a:t>
            </a:r>
            <a:r>
              <a:rPr lang="en-US" altLang="zh-TW" sz="2000" dirty="0" smtClean="0"/>
              <a:t> images</a:t>
            </a:r>
            <a:endParaRPr lang="zh-TW" altLang="en-US" sz="2000" dirty="0"/>
          </a:p>
        </p:txBody>
      </p:sp>
      <p:grpSp>
        <p:nvGrpSpPr>
          <p:cNvPr id="26" name="群組 25"/>
          <p:cNvGrpSpPr/>
          <p:nvPr/>
        </p:nvGrpSpPr>
        <p:grpSpPr>
          <a:xfrm>
            <a:off x="6804548" y="4884612"/>
            <a:ext cx="1449526" cy="1440000"/>
            <a:chOff x="6371924" y="4884612"/>
            <a:chExt cx="1449526" cy="1440000"/>
          </a:xfrm>
        </p:grpSpPr>
        <p:sp>
          <p:nvSpPr>
            <p:cNvPr id="25" name="矩形 24"/>
            <p:cNvSpPr/>
            <p:nvPr/>
          </p:nvSpPr>
          <p:spPr>
            <a:xfrm>
              <a:off x="6371924" y="4884612"/>
              <a:ext cx="1440000" cy="1440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23" name="圖片 22"/>
            <p:cNvPicPr preferRelativeResize="0"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1450" y="4884612"/>
              <a:ext cx="1440000" cy="1440000"/>
            </a:xfrm>
            <a:prstGeom prst="corner">
              <a:avLst/>
            </a:prstGeom>
          </p:spPr>
        </p:pic>
      </p:grpSp>
      <p:sp>
        <p:nvSpPr>
          <p:cNvPr id="24" name="文字方塊 23"/>
          <p:cNvSpPr txBox="1"/>
          <p:nvPr/>
        </p:nvSpPr>
        <p:spPr>
          <a:xfrm>
            <a:off x="7083561" y="6362631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smtClean="0"/>
              <a:t>Cutout</a:t>
            </a:r>
            <a:endParaRPr lang="zh-TW" altLang="en-US" sz="2000" dirty="0"/>
          </a:p>
        </p:txBody>
      </p:sp>
      <p:grpSp>
        <p:nvGrpSpPr>
          <p:cNvPr id="30" name="群組 29"/>
          <p:cNvGrpSpPr/>
          <p:nvPr/>
        </p:nvGrpSpPr>
        <p:grpSpPr>
          <a:xfrm>
            <a:off x="5062176" y="4867536"/>
            <a:ext cx="1440000" cy="1444203"/>
            <a:chOff x="5062639" y="4687089"/>
            <a:chExt cx="1440000" cy="1444203"/>
          </a:xfrm>
        </p:grpSpPr>
        <p:sp>
          <p:nvSpPr>
            <p:cNvPr id="29" name="矩形 28"/>
            <p:cNvSpPr/>
            <p:nvPr/>
          </p:nvSpPr>
          <p:spPr>
            <a:xfrm>
              <a:off x="5062639" y="4687089"/>
              <a:ext cx="1440000" cy="1440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27" name="圖片 26"/>
            <p:cNvPicPr preferRelativeResize="0"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34" b="13995"/>
            <a:stretch/>
          </p:blipFill>
          <p:spPr>
            <a:xfrm>
              <a:off x="5062888" y="4892818"/>
              <a:ext cx="1196162" cy="1238474"/>
            </a:xfrm>
            <a:prstGeom prst="rect">
              <a:avLst/>
            </a:prstGeom>
          </p:spPr>
        </p:pic>
      </p:grpSp>
      <p:sp>
        <p:nvSpPr>
          <p:cNvPr id="28" name="文字方塊 27"/>
          <p:cNvSpPr txBox="1"/>
          <p:nvPr/>
        </p:nvSpPr>
        <p:spPr>
          <a:xfrm>
            <a:off x="4995742" y="6362631"/>
            <a:ext cx="1572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smtClean="0"/>
              <a:t>Random crop</a:t>
            </a:r>
            <a:endParaRPr lang="zh-TW" altLang="en-US" sz="2000" dirty="0"/>
          </a:p>
        </p:txBody>
      </p:sp>
      <p:pic>
        <p:nvPicPr>
          <p:cNvPr id="31" name="圖片 30"/>
          <p:cNvPicPr preferRelativeResize="0"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19804" y="4867536"/>
            <a:ext cx="1440000" cy="1440000"/>
          </a:xfrm>
          <a:prstGeom prst="rect">
            <a:avLst/>
          </a:prstGeom>
        </p:spPr>
      </p:pic>
      <p:sp>
        <p:nvSpPr>
          <p:cNvPr id="32" name="文字方塊 31"/>
          <p:cNvSpPr txBox="1"/>
          <p:nvPr/>
        </p:nvSpPr>
        <p:spPr>
          <a:xfrm>
            <a:off x="3514093" y="6362631"/>
            <a:ext cx="1051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smtClean="0"/>
              <a:t>Flipping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3808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Methods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 smtClean="0"/>
              <a:t>Model Training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4" y="1278864"/>
            <a:ext cx="10939608" cy="5077486"/>
          </a:xfrm>
        </p:spPr>
        <p:txBody>
          <a:bodyPr>
            <a:normAutofit/>
          </a:bodyPr>
          <a:lstStyle/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 smtClean="0"/>
              <a:t>Input size: </a:t>
            </a:r>
            <a:r>
              <a:rPr lang="en-US" altLang="zh-TW" sz="3200" dirty="0" smtClean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16</a:t>
            </a:r>
            <a:r>
              <a:rPr lang="en-US" altLang="zh-TW" sz="3200" dirty="0" smtClean="0"/>
              <a:t> </a:t>
            </a:r>
            <a:r>
              <a:rPr lang="en-US" altLang="zh-TW" sz="3200" dirty="0" smtClean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  <a:sym typeface="Symbol" pitchFamily="2" charset="2"/>
              </a:rPr>
              <a:t> </a:t>
            </a:r>
            <a:r>
              <a:rPr kumimoji="1" lang="en-US" altLang="zh-TW" sz="3200" dirty="0" smtClean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128 </a:t>
            </a: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  <a:sym typeface="Symbol" pitchFamily="2" charset="2"/>
              </a:rPr>
              <a:t></a:t>
            </a:r>
            <a:r>
              <a:rPr lang="zh-TW" altLang="zh-TW" sz="32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 smtClean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128</a:t>
            </a:r>
            <a:endParaRPr lang="en-US" altLang="zh-TW" dirty="0"/>
          </a:p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Batch size: 6</a:t>
            </a:r>
          </a:p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 smtClean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Epoch: </a:t>
            </a: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200</a:t>
            </a:r>
          </a:p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Optimizer: Adam </a:t>
            </a:r>
          </a:p>
          <a:p>
            <a:pPr marL="1045800" lvl="1" indent="-457200">
              <a:lnSpc>
                <a:spcPct val="150000"/>
              </a:lnSpc>
              <a:spcBef>
                <a:spcPts val="0"/>
              </a:spcBef>
            </a:pPr>
            <a:r>
              <a:rPr lang="en-US" altLang="zh-TW" sz="28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Learning rate = 0.0001</a:t>
            </a:r>
          </a:p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Loss function: </a:t>
            </a:r>
            <a:r>
              <a:rPr lang="en-US" altLang="zh-TW" sz="3200" dirty="0" smtClean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soft </a:t>
            </a: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</a:t>
            </a:r>
            <a:r>
              <a:rPr lang="en-US" altLang="zh-TW" sz="3200" dirty="0" smtClean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arget </a:t>
            </a: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</a:t>
            </a:r>
            <a:r>
              <a:rPr lang="en-US" altLang="zh-TW" sz="3200" dirty="0" smtClean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ross </a:t>
            </a: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sz="3200" dirty="0" smtClean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ntropy </a:t>
            </a: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loss</a:t>
            </a:r>
          </a:p>
          <a:p>
            <a:pPr marL="360000">
              <a:lnSpc>
                <a:spcPct val="150000"/>
              </a:lnSpc>
              <a:spcBef>
                <a:spcPts val="0"/>
              </a:spcBef>
            </a:pPr>
            <a:endParaRPr lang="en-US" altLang="zh-TW" sz="3200" dirty="0" smtClean="0">
              <a:solidFill>
                <a:prstClr val="black"/>
              </a:solidFill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46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0B1F4D6-C9E3-4699-BF83-E9CA1CD3A8D7}"/>
              </a:ext>
            </a:extLst>
          </p:cNvPr>
          <p:cNvSpPr txBox="1"/>
          <p:nvPr/>
        </p:nvSpPr>
        <p:spPr>
          <a:xfrm>
            <a:off x="653657" y="3381875"/>
            <a:ext cx="103220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5400" b="1" dirty="0" smtClean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Experiment </a:t>
            </a:r>
            <a:r>
              <a:rPr lang="en-US" sz="5400" b="1" dirty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Results </a:t>
            </a:r>
            <a:r>
              <a:rPr lang="en-US" sz="5400" b="1" dirty="0" smtClean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&amp; </a:t>
            </a:r>
            <a:r>
              <a:rPr lang="en-US" sz="5400" b="1" dirty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Discussion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653657" y="4305205"/>
            <a:ext cx="10656000" cy="71252"/>
            <a:chOff x="653657" y="4305205"/>
            <a:chExt cx="7776000" cy="71252"/>
          </a:xfrm>
        </p:grpSpPr>
        <p:grpSp>
          <p:nvGrpSpPr>
            <p:cNvPr id="5" name="群組 4"/>
            <p:cNvGrpSpPr/>
            <p:nvPr/>
          </p:nvGrpSpPr>
          <p:grpSpPr>
            <a:xfrm rot="16200000">
              <a:off x="3858031" y="1100831"/>
              <a:ext cx="71252" cy="6480000"/>
              <a:chOff x="11875943" y="226681"/>
              <a:chExt cx="71252" cy="6480000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0813A63-855B-9E4A-AF31-DEDB026F31E3}"/>
                  </a:ext>
                </a:extLst>
              </p:cNvPr>
              <p:cNvSpPr/>
              <p:nvPr/>
            </p:nvSpPr>
            <p:spPr>
              <a:xfrm>
                <a:off x="11875943" y="226681"/>
                <a:ext cx="71252" cy="1296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5FB279D-940A-2847-A8B0-EDBB48D05873}"/>
                  </a:ext>
                </a:extLst>
              </p:cNvPr>
              <p:cNvSpPr/>
              <p:nvPr/>
            </p:nvSpPr>
            <p:spPr>
              <a:xfrm>
                <a:off x="11875943" y="1522681"/>
                <a:ext cx="71252" cy="1296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D5258E5-35E9-E34F-B8F6-7EF7FE040FE8}"/>
                  </a:ext>
                </a:extLst>
              </p:cNvPr>
              <p:cNvSpPr/>
              <p:nvPr/>
            </p:nvSpPr>
            <p:spPr>
              <a:xfrm>
                <a:off x="11875943" y="2818681"/>
                <a:ext cx="71252" cy="1296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50381EF-1BF1-A94B-A6CB-2E510934001E}"/>
                  </a:ext>
                </a:extLst>
              </p:cNvPr>
              <p:cNvSpPr/>
              <p:nvPr/>
            </p:nvSpPr>
            <p:spPr>
              <a:xfrm>
                <a:off x="11875943" y="4114681"/>
                <a:ext cx="71252" cy="1296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ADABFA4-C424-B44E-8E66-5E5C9EFA1A47}"/>
                  </a:ext>
                </a:extLst>
              </p:cNvPr>
              <p:cNvSpPr/>
              <p:nvPr/>
            </p:nvSpPr>
            <p:spPr>
              <a:xfrm>
                <a:off x="11875943" y="5410681"/>
                <a:ext cx="71252" cy="1296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ADABFA4-C424-B44E-8E66-5E5C9EFA1A47}"/>
                </a:ext>
              </a:extLst>
            </p:cNvPr>
            <p:cNvSpPr/>
            <p:nvPr/>
          </p:nvSpPr>
          <p:spPr>
            <a:xfrm rot="16200000">
              <a:off x="7746031" y="3692831"/>
              <a:ext cx="71252" cy="12960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938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</a:t>
            </a:r>
            <a:r>
              <a:rPr lang="en-US" altLang="zh-TW" dirty="0" smtClean="0"/>
              <a:t>Results - Evaluation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5-fold cross validation</a:t>
            </a:r>
          </a:p>
          <a:p>
            <a:r>
              <a:rPr lang="en-US" altLang="zh-TW" dirty="0" smtClean="0"/>
              <a:t>Evaluation metrics</a:t>
            </a:r>
            <a:endParaRPr lang="en-US" altLang="zh-TW" dirty="0"/>
          </a:p>
          <a:p>
            <a:pPr lvl="1"/>
            <a:r>
              <a:rPr lang="en-US" altLang="zh-TW" dirty="0" smtClean="0"/>
              <a:t>Accuracy</a:t>
            </a:r>
          </a:p>
          <a:p>
            <a:pPr lvl="1"/>
            <a:r>
              <a:rPr lang="en-US" altLang="zh-TW" dirty="0" smtClean="0"/>
              <a:t>Sensitivity</a:t>
            </a:r>
          </a:p>
          <a:p>
            <a:pPr lvl="1"/>
            <a:r>
              <a:rPr lang="en-US" altLang="zh-TW" dirty="0" smtClean="0"/>
              <a:t>Specificity</a:t>
            </a:r>
          </a:p>
          <a:p>
            <a:pPr lvl="1"/>
            <a:r>
              <a:rPr lang="en-US" altLang="zh-TW" dirty="0" smtClean="0"/>
              <a:t>Positive predictive value (</a:t>
            </a:r>
            <a:r>
              <a:rPr lang="en-US" altLang="zh-TW" dirty="0" err="1" smtClean="0"/>
              <a:t>PPV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Negative predictive value (</a:t>
            </a:r>
            <a:r>
              <a:rPr lang="en-US" altLang="zh-TW" dirty="0" err="1" smtClean="0"/>
              <a:t>NPV</a:t>
            </a:r>
            <a:r>
              <a:rPr lang="en-US" altLang="zh-TW" dirty="0" smtClean="0"/>
              <a:t>)</a:t>
            </a:r>
            <a:endParaRPr lang="zh-TW" altLang="en-US" dirty="0"/>
          </a:p>
          <a:p>
            <a:pPr lvl="1"/>
            <a:r>
              <a:rPr lang="en-US" altLang="zh-TW" dirty="0"/>
              <a:t>A</a:t>
            </a:r>
            <a:r>
              <a:rPr lang="en-US" altLang="zh-TW" dirty="0" smtClean="0"/>
              <a:t>rea </a:t>
            </a:r>
            <a:r>
              <a:rPr lang="en-US" altLang="zh-TW" dirty="0"/>
              <a:t>under receiver operator characteristic curve 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AUC</a:t>
            </a:r>
            <a:r>
              <a:rPr lang="en-US" altLang="zh-TW" dirty="0" smtClean="0"/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07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 smtClean="0"/>
              <a:t>Ablation Study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87375" y="1321175"/>
            <a:ext cx="4819667" cy="4898099"/>
          </a:xfrm>
        </p:spPr>
        <p:txBody>
          <a:bodyPr/>
          <a:lstStyle/>
          <a:p>
            <a:pPr algn="l"/>
            <a:r>
              <a:rPr lang="en-US" altLang="zh-TW" dirty="0" smtClean="0"/>
              <a:t>Evaluate </a:t>
            </a:r>
            <a:r>
              <a:rPr lang="en-US" altLang="zh-TW" dirty="0"/>
              <a:t>the effectiveness </a:t>
            </a:r>
            <a:r>
              <a:rPr lang="en-US" altLang="zh-TW" dirty="0" smtClean="0"/>
              <a:t>of </a:t>
            </a:r>
          </a:p>
          <a:p>
            <a:pPr lvl="1" algn="l"/>
            <a:r>
              <a:rPr lang="en-US" altLang="zh-TW" dirty="0"/>
              <a:t>IR-switch module</a:t>
            </a:r>
          </a:p>
          <a:p>
            <a:pPr lvl="1" algn="l"/>
            <a:r>
              <a:rPr lang="en-US" altLang="zh-TW" dirty="0"/>
              <a:t>D</a:t>
            </a:r>
            <a:r>
              <a:rPr lang="en-US" altLang="zh-TW" dirty="0" smtClean="0"/>
              <a:t>ownscaled </a:t>
            </a:r>
            <a:r>
              <a:rPr lang="en-US" altLang="zh-TW" dirty="0"/>
              <a:t>model </a:t>
            </a:r>
            <a:r>
              <a:rPr lang="en-US" altLang="zh-TW" dirty="0" smtClean="0"/>
              <a:t>structure</a:t>
            </a:r>
          </a:p>
          <a:p>
            <a:pPr lvl="2" algn="l"/>
            <a:r>
              <a:rPr lang="en-US" altLang="zh-TW" dirty="0" smtClean="0"/>
              <a:t>reduced embedding </a:t>
            </a:r>
            <a:r>
              <a:rPr lang="en-US" altLang="zh-TW" dirty="0"/>
              <a:t>dimension of each image patch</a:t>
            </a:r>
            <a:endParaRPr lang="en-US" altLang="zh-TW" dirty="0" smtClean="0"/>
          </a:p>
          <a:p>
            <a:pPr lvl="2" algn="l"/>
            <a:r>
              <a:rPr lang="en-US" altLang="zh-TW" dirty="0" smtClean="0"/>
              <a:t>decreased number of blocks</a:t>
            </a:r>
          </a:p>
          <a:p>
            <a:pPr lvl="1" algn="l"/>
            <a:r>
              <a:rPr lang="en-US" altLang="zh-TW" dirty="0" smtClean="0"/>
              <a:t>Data </a:t>
            </a:r>
            <a:r>
              <a:rPr lang="en-US" altLang="zh-TW" dirty="0"/>
              <a:t>augmentation </a:t>
            </a:r>
            <a:r>
              <a:rPr lang="en-US" altLang="zh-TW" dirty="0" smtClean="0"/>
              <a:t>techniques</a:t>
            </a:r>
          </a:p>
          <a:p>
            <a:pPr marL="457200" lvl="1" indent="0" algn="l">
              <a:buNone/>
            </a:pPr>
            <a:endParaRPr lang="zh-TW" altLang="en-US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80323"/>
              </p:ext>
            </p:extLst>
          </p:nvPr>
        </p:nvGraphicFramePr>
        <p:xfrm>
          <a:off x="5589145" y="1152275"/>
          <a:ext cx="5807288" cy="556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332849116"/>
                    </a:ext>
                  </a:extLst>
                </a:gridCol>
                <a:gridCol w="2518085">
                  <a:extLst>
                    <a:ext uri="{9D8B030D-6E8A-4147-A177-3AD203B41FA5}">
                      <a16:colId xmlns:a16="http://schemas.microsoft.com/office/drawing/2014/main" val="3008824669"/>
                    </a:ext>
                  </a:extLst>
                </a:gridCol>
                <a:gridCol w="1202407">
                  <a:extLst>
                    <a:ext uri="{9D8B030D-6E8A-4147-A177-3AD203B41FA5}">
                      <a16:colId xmlns:a16="http://schemas.microsoft.com/office/drawing/2014/main" val="2584337285"/>
                    </a:ext>
                  </a:extLst>
                </a:gridCol>
                <a:gridCol w="1582796">
                  <a:extLst>
                    <a:ext uri="{9D8B030D-6E8A-4147-A177-3AD203B41FA5}">
                      <a16:colId xmlns:a16="http://schemas.microsoft.com/office/drawing/2014/main" val="3767151514"/>
                    </a:ext>
                  </a:extLst>
                </a:gridCol>
              </a:tblGrid>
              <a:tr h="64008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endParaRPr lang="zh-TW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Reduced</a:t>
                      </a:r>
                      <a:r>
                        <a:rPr lang="en-US" altLang="zh-TW" b="1" baseline="0" dirty="0" smtClean="0"/>
                        <a:t> Structure</a:t>
                      </a:r>
                      <a:endParaRPr lang="zh-TW" altLang="en-US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b="1" dirty="0" smtClean="0"/>
                        <a:t>Data</a:t>
                      </a:r>
                      <a:r>
                        <a:rPr lang="en-US" altLang="zh-TW" b="1" baseline="0" dirty="0" smtClean="0"/>
                        <a:t> </a:t>
                      </a:r>
                      <a:br>
                        <a:rPr lang="en-US" altLang="zh-TW" b="1" baseline="0" dirty="0" smtClean="0"/>
                      </a:br>
                      <a:r>
                        <a:rPr lang="en-US" altLang="zh-TW" b="1" baseline="0" dirty="0" smtClean="0"/>
                        <a:t>Augmentation</a:t>
                      </a:r>
                      <a:endParaRPr lang="zh-TW" altLang="en-US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296358"/>
                  </a:ext>
                </a:extLst>
              </a:tr>
              <a:tr h="540000"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 err="1" smtClean="0">
                          <a:effectLst/>
                        </a:rPr>
                        <a:t>Swin</a:t>
                      </a:r>
                      <a:r>
                        <a:rPr lang="en-US" altLang="zh-TW" b="1" dirty="0" smtClean="0">
                          <a:effectLst/>
                        </a:rPr>
                        <a:t> Transformer</a:t>
                      </a:r>
                      <a:endParaRPr lang="zh-TW" altLang="en-US" b="1" dirty="0" smtClean="0">
                        <a:effectLst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TW" sz="1800" i="1" baseline="0" dirty="0" smtClean="0"/>
                    </a:p>
                  </a:txBody>
                  <a:tcPr vert="vert27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800" i="1" dirty="0" smtClean="0"/>
                        <a:t>3-D</a:t>
                      </a:r>
                      <a:r>
                        <a:rPr lang="en-US" altLang="zh-TW" sz="1800" i="1" baseline="0" dirty="0" smtClean="0"/>
                        <a:t> </a:t>
                      </a:r>
                      <a:r>
                        <a:rPr lang="en-US" altLang="zh-TW" sz="1800" i="1" baseline="0" dirty="0" err="1" smtClean="0"/>
                        <a:t>Swin</a:t>
                      </a:r>
                      <a:r>
                        <a:rPr lang="en-US" altLang="zh-TW" sz="1800" i="1" baseline="0" dirty="0" smtClean="0"/>
                        <a:t> Transformer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22832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i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Reduced 3-D </a:t>
                      </a:r>
                      <a:r>
                        <a:rPr lang="en-US" altLang="zh-TW" sz="1800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Swin</a:t>
                      </a:r>
                      <a:r>
                        <a:rPr lang="en-US" altLang="zh-TW" sz="18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Transformer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480073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i="1" baseline="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 dirty="0" smtClean="0"/>
                        <a:t>3-D </a:t>
                      </a:r>
                      <a:r>
                        <a:rPr lang="en-US" altLang="zh-TW" sz="1800" i="1" dirty="0" err="1" smtClean="0"/>
                        <a:t>Swin</a:t>
                      </a:r>
                      <a:r>
                        <a:rPr lang="en-US" altLang="zh-TW" sz="1800" i="1" baseline="0" dirty="0" smtClean="0"/>
                        <a:t> Transformer with </a:t>
                      </a:r>
                      <a:r>
                        <a:rPr lang="en-US" altLang="zh-TW" sz="1800" i="1" baseline="0" dirty="0" err="1" smtClean="0"/>
                        <a:t>aug</a:t>
                      </a:r>
                      <a:endParaRPr lang="en-US" altLang="zh-TW" sz="1800" i="1" baseline="0" dirty="0" smtClean="0"/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endParaRPr lang="zh-TW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92202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TW" sz="1800" i="1" baseline="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i="1" dirty="0" smtClean="0"/>
                        <a:t>Reduced 3-D</a:t>
                      </a:r>
                      <a:r>
                        <a:rPr lang="en-US" altLang="zh-TW" sz="1800" i="1" baseline="0" dirty="0" smtClean="0"/>
                        <a:t> </a:t>
                      </a:r>
                      <a:r>
                        <a:rPr lang="en-US" altLang="zh-TW" sz="1800" i="1" baseline="0" dirty="0" err="1" smtClean="0"/>
                        <a:t>Swin</a:t>
                      </a:r>
                      <a:r>
                        <a:rPr lang="en-US" altLang="zh-TW" sz="1800" i="1" baseline="0" dirty="0" smtClean="0"/>
                        <a:t> Transformer with </a:t>
                      </a:r>
                      <a:r>
                        <a:rPr lang="en-US" altLang="zh-TW" sz="1800" i="1" baseline="0" dirty="0" err="1" smtClean="0"/>
                        <a:t>aug</a:t>
                      </a:r>
                      <a:endParaRPr lang="en-US" altLang="zh-TW" sz="1800" i="1" baseline="0" dirty="0" smtClean="0"/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880114"/>
                  </a:ext>
                </a:extLst>
              </a:tr>
              <a:tr h="360000"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SWIRL</a:t>
                      </a:r>
                      <a:r>
                        <a:rPr lang="en-US" altLang="zh-TW" sz="180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Transformer</a:t>
                      </a:r>
                      <a:endParaRPr lang="en-US" altLang="zh-TW" sz="18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i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vert="vert27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3-D SWIRL Transformer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7445780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TW" sz="1800" i="1" baseline="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i="1" dirty="0" smtClean="0"/>
                        <a:t>Reduced 3-D</a:t>
                      </a:r>
                      <a:r>
                        <a:rPr lang="en-US" altLang="zh-TW" sz="1800" i="1" baseline="0" dirty="0" smtClean="0"/>
                        <a:t> SWIRL Transformer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endParaRPr lang="zh-TW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99147794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TW" sz="1800" i="1" baseline="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i="1" dirty="0" smtClean="0"/>
                        <a:t>3-D</a:t>
                      </a:r>
                      <a:r>
                        <a:rPr lang="en-US" altLang="zh-TW" sz="1800" i="1" baseline="0" dirty="0" smtClean="0"/>
                        <a:t> SWIRL Transformer with </a:t>
                      </a:r>
                      <a:r>
                        <a:rPr lang="en-US" altLang="zh-TW" sz="1800" i="1" baseline="0" dirty="0" err="1" smtClean="0"/>
                        <a:t>aug</a:t>
                      </a:r>
                      <a:endParaRPr lang="en-US" altLang="zh-TW" sz="1800" i="1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endParaRPr lang="zh-TW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45081012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i="1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 dirty="0" smtClean="0"/>
                        <a:t>Proposed</a:t>
                      </a:r>
                      <a:r>
                        <a:rPr lang="zh-TW" altLang="en-US" sz="1800" i="1" dirty="0" smtClean="0"/>
                        <a:t> </a:t>
                      </a:r>
                      <a:r>
                        <a:rPr lang="en-US" altLang="zh-TW" sz="1800" i="1" dirty="0" smtClean="0"/>
                        <a:t>3-D</a:t>
                      </a:r>
                      <a:r>
                        <a:rPr lang="en-US" altLang="zh-TW" sz="1800" i="1" baseline="0" dirty="0" smtClean="0"/>
                        <a:t> SWIRL Transformer</a:t>
                      </a:r>
                      <a:endParaRPr lang="zh-TW" altLang="en-US" sz="1800" i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054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31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 smtClean="0"/>
              <a:t>Ablation Study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9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6949907"/>
              </p:ext>
            </p:extLst>
          </p:nvPr>
        </p:nvGraphicFramePr>
        <p:xfrm>
          <a:off x="263292" y="1369805"/>
          <a:ext cx="11519999" cy="531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242">
                  <a:extLst>
                    <a:ext uri="{9D8B030D-6E8A-4147-A177-3AD203B41FA5}">
                      <a16:colId xmlns:a16="http://schemas.microsoft.com/office/drawing/2014/main" val="1481908758"/>
                    </a:ext>
                  </a:extLst>
                </a:gridCol>
                <a:gridCol w="2248366">
                  <a:extLst>
                    <a:ext uri="{9D8B030D-6E8A-4147-A177-3AD203B41FA5}">
                      <a16:colId xmlns:a16="http://schemas.microsoft.com/office/drawing/2014/main" val="2556575126"/>
                    </a:ext>
                  </a:extLst>
                </a:gridCol>
                <a:gridCol w="1034143">
                  <a:extLst>
                    <a:ext uri="{9D8B030D-6E8A-4147-A177-3AD203B41FA5}">
                      <a16:colId xmlns:a16="http://schemas.microsoft.com/office/drawing/2014/main" val="3081118671"/>
                    </a:ext>
                  </a:extLst>
                </a:gridCol>
                <a:gridCol w="1426405">
                  <a:extLst>
                    <a:ext uri="{9D8B030D-6E8A-4147-A177-3AD203B41FA5}">
                      <a16:colId xmlns:a16="http://schemas.microsoft.com/office/drawing/2014/main" val="2872811551"/>
                    </a:ext>
                  </a:extLst>
                </a:gridCol>
                <a:gridCol w="1069804">
                  <a:extLst>
                    <a:ext uri="{9D8B030D-6E8A-4147-A177-3AD203B41FA5}">
                      <a16:colId xmlns:a16="http://schemas.microsoft.com/office/drawing/2014/main" val="1215710945"/>
                    </a:ext>
                  </a:extLst>
                </a:gridCol>
                <a:gridCol w="1105464">
                  <a:extLst>
                    <a:ext uri="{9D8B030D-6E8A-4147-A177-3AD203B41FA5}">
                      <a16:colId xmlns:a16="http://schemas.microsoft.com/office/drawing/2014/main" val="3755985112"/>
                    </a:ext>
                  </a:extLst>
                </a:gridCol>
                <a:gridCol w="1105464">
                  <a:extLst>
                    <a:ext uri="{9D8B030D-6E8A-4147-A177-3AD203B41FA5}">
                      <a16:colId xmlns:a16="http://schemas.microsoft.com/office/drawing/2014/main" val="1347860789"/>
                    </a:ext>
                  </a:extLst>
                </a:gridCol>
                <a:gridCol w="1069804">
                  <a:extLst>
                    <a:ext uri="{9D8B030D-6E8A-4147-A177-3AD203B41FA5}">
                      <a16:colId xmlns:a16="http://schemas.microsoft.com/office/drawing/2014/main" val="4227909230"/>
                    </a:ext>
                  </a:extLst>
                </a:gridCol>
                <a:gridCol w="1069804">
                  <a:extLst>
                    <a:ext uri="{9D8B030D-6E8A-4147-A177-3AD203B41FA5}">
                      <a16:colId xmlns:a16="http://schemas.microsoft.com/office/drawing/2014/main" val="3664154348"/>
                    </a:ext>
                  </a:extLst>
                </a:gridCol>
                <a:gridCol w="891503">
                  <a:extLst>
                    <a:ext uri="{9D8B030D-6E8A-4147-A177-3AD203B41FA5}">
                      <a16:colId xmlns:a16="http://schemas.microsoft.com/office/drawing/2014/main" val="3132240909"/>
                    </a:ext>
                  </a:extLst>
                </a:gridCol>
              </a:tblGrid>
              <a:tr h="485355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Reduced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Structure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Augmentation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Specificity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PPV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NPV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96593"/>
                  </a:ext>
                </a:extLst>
              </a:tr>
              <a:tr h="460932"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="1" baseline="0" dirty="0" err="1" smtClean="0">
                          <a:effectLst/>
                        </a:rPr>
                        <a:t>Swin</a:t>
                      </a:r>
                      <a:r>
                        <a:rPr lang="en-US" altLang="zh-TW" sz="1800" b="1" baseline="0" dirty="0" smtClean="0">
                          <a:effectLst/>
                        </a:rPr>
                        <a:t> Transformer</a:t>
                      </a:r>
                    </a:p>
                  </a:txBody>
                  <a:tcPr vert="vert27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i="1" dirty="0" smtClean="0"/>
                        <a:t>3-D</a:t>
                      </a:r>
                      <a:r>
                        <a:rPr lang="en-US" altLang="zh-TW" sz="1600" i="1" baseline="0" dirty="0" smtClean="0"/>
                        <a:t> </a:t>
                      </a:r>
                      <a:r>
                        <a:rPr lang="en-US" altLang="zh-TW" sz="1600" i="1" baseline="0" dirty="0" err="1" smtClean="0"/>
                        <a:t>Swin</a:t>
                      </a:r>
                      <a:r>
                        <a:rPr lang="en-US" altLang="zh-TW" sz="1600" i="1" baseline="0" dirty="0" smtClean="0"/>
                        <a:t> Transformer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79.3%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(352/444)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80.5%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(182/226)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78.0%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(170/218)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79.1%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(182/230)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79.4%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(170/214)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0.8282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520041"/>
                  </a:ext>
                </a:extLst>
              </a:tr>
              <a:tr h="460932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Reduced 3-D </a:t>
                      </a:r>
                      <a:r>
                        <a:rPr lang="en-US" altLang="zh-TW" sz="1600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Swin</a:t>
                      </a:r>
                      <a:r>
                        <a:rPr lang="en-US" altLang="zh-TW" sz="1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Transformer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79.1%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(351/444)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81.4%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(184/226)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76.6%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(167/218)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78.3%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(184/235)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79.9%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(167/209)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0.7930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800297"/>
                  </a:ext>
                </a:extLst>
              </a:tr>
              <a:tr h="61200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3-D </a:t>
                      </a:r>
                      <a:r>
                        <a:rPr lang="en-US" altLang="zh-TW" sz="1600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Swin</a:t>
                      </a:r>
                      <a:r>
                        <a:rPr lang="en-US" altLang="zh-TW" sz="1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Transformer with </a:t>
                      </a:r>
                      <a:r>
                        <a:rPr lang="en-US" altLang="zh-TW" sz="1600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aug</a:t>
                      </a:r>
                      <a:endParaRPr lang="en-US" altLang="zh-TW" sz="1600" i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81.1%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(360/444)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87.2%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(197/226)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74.8%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(163/218)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78.2%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(197/252)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84.9%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(163/192)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0.8668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851855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baseline="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i="1" dirty="0" smtClean="0"/>
                        <a:t>Reduced 3-D</a:t>
                      </a:r>
                      <a:r>
                        <a:rPr lang="en-US" altLang="zh-TW" sz="1600" i="1" baseline="0" dirty="0" smtClean="0"/>
                        <a:t> </a:t>
                      </a:r>
                      <a:r>
                        <a:rPr lang="en-US" altLang="zh-TW" sz="1600" i="1" baseline="0" dirty="0" err="1" smtClean="0"/>
                        <a:t>Swin</a:t>
                      </a:r>
                      <a:r>
                        <a:rPr lang="en-US" altLang="zh-TW" sz="1600" i="1" baseline="0" dirty="0" smtClean="0"/>
                        <a:t> Transformer with </a:t>
                      </a:r>
                      <a:r>
                        <a:rPr lang="en-US" altLang="zh-TW" sz="1600" i="1" baseline="0" dirty="0" err="1" smtClean="0"/>
                        <a:t>aug</a:t>
                      </a:r>
                      <a:endParaRPr lang="en-US" altLang="zh-TW" sz="1600" i="1" baseline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(370/444)</a:t>
                      </a:r>
                    </a:p>
                  </a:txBody>
                  <a:tcPr marL="154673" marR="15467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(195/226)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(175/218)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(195/238)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85.0%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(175/206)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0.8862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756585"/>
                  </a:ext>
                </a:extLst>
              </a:tr>
              <a:tr h="460932"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800" b="1" baseline="0" dirty="0" smtClean="0">
                          <a:effectLst/>
                        </a:rPr>
                        <a:t>SWIRL Transformer</a:t>
                      </a:r>
                    </a:p>
                  </a:txBody>
                  <a:tcPr vert="vert27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3-D SWIRL Transformer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84.0%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(373/444)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85.8%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(194/226)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82.1%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(179/218)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83.3%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(194/233)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84.8%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(179/211)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0.8855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347029"/>
                  </a:ext>
                </a:extLst>
              </a:tr>
              <a:tr h="612000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TW" sz="1600" baseline="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Reduced 3-D SWIRL Transformer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85.1%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(378/444)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88.1%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(199/226)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82.1%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(179/218)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83.6%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(199/238)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(179/206)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0.8840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154843"/>
                  </a:ext>
                </a:extLst>
              </a:tr>
              <a:tr h="612000">
                <a:tc vMerge="1"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endParaRPr lang="en-US" altLang="zh-TW" sz="1600" baseline="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3-D SWIRL Transformer with </a:t>
                      </a:r>
                      <a:r>
                        <a:rPr lang="en-US" altLang="zh-TW" sz="1600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aug</a:t>
                      </a:r>
                      <a:endParaRPr lang="en-US" altLang="zh-TW" sz="1600" i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endParaRPr lang="zh-TW" alt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88.7%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(394/444)</a:t>
                      </a:r>
                    </a:p>
                  </a:txBody>
                  <a:tcPr marL="154673" marR="15467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88.5%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(200/226)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(194/218)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(200/224)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88.2%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(194/220)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0.9263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492600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 smtClean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/>
                        <a:t>Proposed 3-D</a:t>
                      </a:r>
                      <a:r>
                        <a:rPr lang="en-US" altLang="zh-TW" sz="1600" i="1" baseline="0" dirty="0" smtClean="0"/>
                        <a:t> SWIRL Transformer</a:t>
                      </a:r>
                      <a:endParaRPr lang="zh-TW" altLang="en-US" sz="1600" i="1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(399/444)</a:t>
                      </a:r>
                    </a:p>
                  </a:txBody>
                  <a:tcPr marL="154673" marR="15467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89.8%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(203/226)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(196/218)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90.2%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(203/225)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89.5%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(196/219)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0.9401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18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461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587374" y="1278864"/>
            <a:ext cx="10939607" cy="4920175"/>
          </a:xfrm>
        </p:spPr>
        <p:txBody>
          <a:bodyPr/>
          <a:lstStyle/>
          <a:p>
            <a:r>
              <a:rPr lang="en-US" altLang="zh-TW" dirty="0"/>
              <a:t>ROC curves </a:t>
            </a:r>
            <a:r>
              <a:rPr lang="en-US" altLang="zh-TW" dirty="0" smtClean="0"/>
              <a:t>in ablation study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en-US" altLang="zh-TW" dirty="0" smtClean="0"/>
              <a:t>Ablation Study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9" name="ROC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3701380"/>
              </p:ext>
            </p:extLst>
          </p:nvPr>
        </p:nvGraphicFramePr>
        <p:xfrm>
          <a:off x="3390177" y="1524000"/>
          <a:ext cx="5334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7610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Model Comparison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5" y="1192365"/>
            <a:ext cx="11017250" cy="489809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TW" dirty="0"/>
              <a:t>Performance of different 3-D </a:t>
            </a:r>
            <a:r>
              <a:rPr kumimoji="1" lang="en-US" altLang="zh-TW" dirty="0" smtClean="0"/>
              <a:t>models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5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5604568"/>
              </p:ext>
            </p:extLst>
          </p:nvPr>
        </p:nvGraphicFramePr>
        <p:xfrm>
          <a:off x="1312361" y="1667328"/>
          <a:ext cx="9567278" cy="5118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317">
                  <a:extLst>
                    <a:ext uri="{9D8B030D-6E8A-4147-A177-3AD203B41FA5}">
                      <a16:colId xmlns:a16="http://schemas.microsoft.com/office/drawing/2014/main" val="2556575126"/>
                    </a:ext>
                  </a:extLst>
                </a:gridCol>
                <a:gridCol w="1249340">
                  <a:extLst>
                    <a:ext uri="{9D8B030D-6E8A-4147-A177-3AD203B41FA5}">
                      <a16:colId xmlns:a16="http://schemas.microsoft.com/office/drawing/2014/main" val="1215710945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3755985112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1347860789"/>
                    </a:ext>
                  </a:extLst>
                </a:gridCol>
                <a:gridCol w="1181268">
                  <a:extLst>
                    <a:ext uri="{9D8B030D-6E8A-4147-A177-3AD203B41FA5}">
                      <a16:colId xmlns:a16="http://schemas.microsoft.com/office/drawing/2014/main" val="4227909230"/>
                    </a:ext>
                  </a:extLst>
                </a:gridCol>
                <a:gridCol w="1138989">
                  <a:extLst>
                    <a:ext uri="{9D8B030D-6E8A-4147-A177-3AD203B41FA5}">
                      <a16:colId xmlns:a16="http://schemas.microsoft.com/office/drawing/2014/main" val="3664154348"/>
                    </a:ext>
                  </a:extLst>
                </a:gridCol>
                <a:gridCol w="1119304">
                  <a:extLst>
                    <a:ext uri="{9D8B030D-6E8A-4147-A177-3AD203B41FA5}">
                      <a16:colId xmlns:a16="http://schemas.microsoft.com/office/drawing/2014/main" val="3132240909"/>
                    </a:ext>
                  </a:extLst>
                </a:gridCol>
              </a:tblGrid>
              <a:tr h="4853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Specificity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PPV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NPV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96593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SE-Net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86.0%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(382/444)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85.4%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(193/226)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(189/218)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(193/222)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85.1%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(189/222)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0.9152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520041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Inception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85.6%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(380/444)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82.7%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(187/226)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88.5%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(193/218)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88.2%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(187/212)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83.2%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(193/232)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0.9175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800297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85.6%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(380/444)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(197/226)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83.9%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(183/218)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84.9%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(197/232)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(183/212)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0.9117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851855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ResNeXt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84.7%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(376/444)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(195/226)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83.0%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(181/218)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84.1%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(195/232)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85.4%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(181/212)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0.9111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756585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ResNeSt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(387/444)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(197/226)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(190/218)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(197/225)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86.8%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(190/219)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0.9364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347029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Res-CapsNet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84.9%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(377/444)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(197/226)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82.6%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(180/218)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83.8%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(197/235)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86.1%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(180/209)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0.9122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722912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 </a:t>
                      </a:r>
                      <a:r>
                        <a:rPr lang="en-US" altLang="zh-TW" sz="1600" i="1" dirty="0" err="1" smtClean="0">
                          <a:solidFill>
                            <a:schemeClr val="tx1"/>
                          </a:solidFill>
                        </a:rPr>
                        <a:t>Swin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Transformer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(370/444)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(195/226)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(175/218)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(195/238)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85.0%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(175/206)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0.8862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154843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Proposed 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SWIRL Transformer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(399/444)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89.8%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(203/226)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(196/218)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90.2%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(203/225)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89.5%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(196/219)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0.9401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18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72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Model Comparison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5" y="1192365"/>
            <a:ext cx="11017250" cy="489809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TW" dirty="0"/>
              <a:t>Performance of different </a:t>
            </a:r>
            <a:r>
              <a:rPr kumimoji="1" lang="en-US" altLang="zh-TW" dirty="0" smtClean="0"/>
              <a:t>2-D models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6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1415103"/>
              </p:ext>
            </p:extLst>
          </p:nvPr>
        </p:nvGraphicFramePr>
        <p:xfrm>
          <a:off x="1312361" y="1697808"/>
          <a:ext cx="9567278" cy="5087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317">
                  <a:extLst>
                    <a:ext uri="{9D8B030D-6E8A-4147-A177-3AD203B41FA5}">
                      <a16:colId xmlns:a16="http://schemas.microsoft.com/office/drawing/2014/main" val="2556575126"/>
                    </a:ext>
                  </a:extLst>
                </a:gridCol>
                <a:gridCol w="1249340">
                  <a:extLst>
                    <a:ext uri="{9D8B030D-6E8A-4147-A177-3AD203B41FA5}">
                      <a16:colId xmlns:a16="http://schemas.microsoft.com/office/drawing/2014/main" val="1215710945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3755985112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1347860789"/>
                    </a:ext>
                  </a:extLst>
                </a:gridCol>
                <a:gridCol w="1181268">
                  <a:extLst>
                    <a:ext uri="{9D8B030D-6E8A-4147-A177-3AD203B41FA5}">
                      <a16:colId xmlns:a16="http://schemas.microsoft.com/office/drawing/2014/main" val="4227909230"/>
                    </a:ext>
                  </a:extLst>
                </a:gridCol>
                <a:gridCol w="1138989">
                  <a:extLst>
                    <a:ext uri="{9D8B030D-6E8A-4147-A177-3AD203B41FA5}">
                      <a16:colId xmlns:a16="http://schemas.microsoft.com/office/drawing/2014/main" val="3664154348"/>
                    </a:ext>
                  </a:extLst>
                </a:gridCol>
                <a:gridCol w="1119304">
                  <a:extLst>
                    <a:ext uri="{9D8B030D-6E8A-4147-A177-3AD203B41FA5}">
                      <a16:colId xmlns:a16="http://schemas.microsoft.com/office/drawing/2014/main" val="3132240909"/>
                    </a:ext>
                  </a:extLst>
                </a:gridCol>
              </a:tblGrid>
              <a:tr h="4853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Specificity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PPV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NPV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96593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2-D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SE-Net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79.7%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(354/444)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81.8%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(185/226)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77.5%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(169/218)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79.1%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(185/234)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80.5%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(169/210)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0.8449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520041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2-D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Inception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72.5%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(322/444)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72.6%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(164/226)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72.5%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(158/218)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73.2%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(164/224)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71.8%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(158/220)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0.7924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800297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2-D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75.0%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(333/444)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77.9%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(176/226)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72.0%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(157/218)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74.3%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(176/237)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75.9%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(172/207)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0.7959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851855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2-D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ResNeXt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77.0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(342/444)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997" marR="63997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74.3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(168/226)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997" marR="63997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79.8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(174/218)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997" marR="63997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79.3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(168/212)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997" marR="63997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75.0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(174/232)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997" marR="63997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0.7926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997" marR="63997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756585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2-D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ResNeSt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78.4%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(348/444)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77.4%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(175/226)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79.4%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(173/218)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79.6%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(175/220)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77.2%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(157/224)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0.8450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347029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2-D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CapsNet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75.9%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(337/444)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89.8%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(203/226)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61.5%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(134/218)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70.7%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(203/287)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85.4%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(134/157)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0.8000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671926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2-D </a:t>
                      </a:r>
                      <a:r>
                        <a:rPr lang="en-US" altLang="zh-TW" sz="1600" i="1" dirty="0" err="1" smtClean="0">
                          <a:solidFill>
                            <a:schemeClr val="tx1"/>
                          </a:solidFill>
                        </a:rPr>
                        <a:t>Swin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Transformer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77.9%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(346/444)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83.2%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(188/226)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72.5%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(158/218)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75.8%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(188/248)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80.6%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(158/196)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0.8101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154843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2-D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SWIRL Transformer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80.0%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(355/444)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(183/226)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(172/218)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79.9%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(183/229)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(172/215)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0.8534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18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082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Model Comparison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Comparison between the proposed 2-D and 3-D models</a:t>
            </a:r>
            <a:endParaRPr kumimoji="1" lang="zh-TW" altLang="en-US" dirty="0"/>
          </a:p>
          <a:p>
            <a:endParaRPr lang="zh-TW" altLang="en-US" dirty="0"/>
          </a:p>
        </p:txBody>
      </p:sp>
      <p:graphicFrame>
        <p:nvGraphicFramePr>
          <p:cNvPr id="8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7652678"/>
              </p:ext>
            </p:extLst>
          </p:nvPr>
        </p:nvGraphicFramePr>
        <p:xfrm>
          <a:off x="588048" y="1972544"/>
          <a:ext cx="11016577" cy="4630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778">
                  <a:extLst>
                    <a:ext uri="{9D8B030D-6E8A-4147-A177-3AD203B41FA5}">
                      <a16:colId xmlns:a16="http://schemas.microsoft.com/office/drawing/2014/main" val="2544501627"/>
                    </a:ext>
                  </a:extLst>
                </a:gridCol>
                <a:gridCol w="1438596">
                  <a:extLst>
                    <a:ext uri="{9D8B030D-6E8A-4147-A177-3AD203B41FA5}">
                      <a16:colId xmlns:a16="http://schemas.microsoft.com/office/drawing/2014/main" val="159337236"/>
                    </a:ext>
                  </a:extLst>
                </a:gridCol>
                <a:gridCol w="1446300">
                  <a:extLst>
                    <a:ext uri="{9D8B030D-6E8A-4147-A177-3AD203B41FA5}">
                      <a16:colId xmlns:a16="http://schemas.microsoft.com/office/drawing/2014/main" val="3291779472"/>
                    </a:ext>
                  </a:extLst>
                </a:gridCol>
                <a:gridCol w="1446300">
                  <a:extLst>
                    <a:ext uri="{9D8B030D-6E8A-4147-A177-3AD203B41FA5}">
                      <a16:colId xmlns:a16="http://schemas.microsoft.com/office/drawing/2014/main" val="1912278618"/>
                    </a:ext>
                  </a:extLst>
                </a:gridCol>
                <a:gridCol w="1360212">
                  <a:extLst>
                    <a:ext uri="{9D8B030D-6E8A-4147-A177-3AD203B41FA5}">
                      <a16:colId xmlns:a16="http://schemas.microsoft.com/office/drawing/2014/main" val="3082265449"/>
                    </a:ext>
                  </a:extLst>
                </a:gridCol>
                <a:gridCol w="1311529">
                  <a:extLst>
                    <a:ext uri="{9D8B030D-6E8A-4147-A177-3AD203B41FA5}">
                      <a16:colId xmlns:a16="http://schemas.microsoft.com/office/drawing/2014/main" val="2874038583"/>
                    </a:ext>
                  </a:extLst>
                </a:gridCol>
                <a:gridCol w="1288862">
                  <a:extLst>
                    <a:ext uri="{9D8B030D-6E8A-4147-A177-3AD203B41FA5}">
                      <a16:colId xmlns:a16="http://schemas.microsoft.com/office/drawing/2014/main" val="1108690113"/>
                    </a:ext>
                  </a:extLst>
                </a:gridCol>
              </a:tblGrid>
              <a:tr h="4853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Specificity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PPV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NPV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733835"/>
                  </a:ext>
                </a:extLst>
              </a:tr>
              <a:tr h="314177"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b="1" i="0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b="1" i="0" baseline="0" dirty="0" smtClean="0">
                          <a:solidFill>
                            <a:schemeClr val="tx1"/>
                          </a:solidFill>
                        </a:rPr>
                        <a:t> models</a:t>
                      </a:r>
                      <a:endParaRPr lang="zh-TW" altLang="en-US" sz="1600" b="1" i="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478117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Proposed 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SWIRL Transformer</a:t>
                      </a: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(399/444)</a:t>
                      </a:r>
                    </a:p>
                  </a:txBody>
                  <a:tcPr marL="178104" marR="17810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89.8%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(203/226)</a:t>
                      </a:r>
                    </a:p>
                  </a:txBody>
                  <a:tcPr marL="178104" marR="17810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(196/218)</a:t>
                      </a:r>
                    </a:p>
                  </a:txBody>
                  <a:tcPr marL="178104" marR="17810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90.2%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(203/225)</a:t>
                      </a:r>
                    </a:p>
                  </a:txBody>
                  <a:tcPr marL="178104" marR="17810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89.5%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(196/219)</a:t>
                      </a:r>
                    </a:p>
                  </a:txBody>
                  <a:tcPr marL="178104" marR="17810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0.9401</a:t>
                      </a:r>
                    </a:p>
                  </a:txBody>
                  <a:tcPr marL="178104" marR="17810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760096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 </a:t>
                      </a:r>
                      <a:r>
                        <a:rPr lang="en-US" altLang="zh-TW" sz="1600" i="1" dirty="0" err="1" smtClean="0">
                          <a:solidFill>
                            <a:schemeClr val="tx1"/>
                          </a:solidFill>
                        </a:rPr>
                        <a:t>Swin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Transformer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(370/444)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(195/226)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(175/218)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(195/238)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85.0%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(175/206)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0.8862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669151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ResNeSt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(387/444)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(197/226)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(190/218)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(197/225)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86.8%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(190/219)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0.9364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433989"/>
                  </a:ext>
                </a:extLst>
              </a:tr>
              <a:tr h="320594"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b="1" i="0" dirty="0" smtClean="0">
                          <a:solidFill>
                            <a:schemeClr val="tx1"/>
                          </a:solidFill>
                        </a:rPr>
                        <a:t>2-D</a:t>
                      </a:r>
                      <a:r>
                        <a:rPr lang="en-US" altLang="zh-TW" sz="1600" b="1" i="0" baseline="0" dirty="0" smtClean="0">
                          <a:solidFill>
                            <a:schemeClr val="tx1"/>
                          </a:solidFill>
                        </a:rPr>
                        <a:t> models</a:t>
                      </a:r>
                      <a:endParaRPr lang="zh-TW" altLang="en-US" sz="16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77470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2-D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SWIRL Transformer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 marL="105292" marR="10529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(355/444)</a:t>
                      </a:r>
                    </a:p>
                  </a:txBody>
                  <a:tcPr marL="178104" marR="17810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(183/226)</a:t>
                      </a:r>
                    </a:p>
                  </a:txBody>
                  <a:tcPr marL="178104" marR="17810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(172/218)</a:t>
                      </a:r>
                    </a:p>
                  </a:txBody>
                  <a:tcPr marL="178104" marR="17810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79.9%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(183/229)</a:t>
                      </a:r>
                    </a:p>
                  </a:txBody>
                  <a:tcPr marL="178104" marR="17810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(172/215)</a:t>
                      </a:r>
                    </a:p>
                  </a:txBody>
                  <a:tcPr marL="178104" marR="17810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0.8534</a:t>
                      </a:r>
                    </a:p>
                  </a:txBody>
                  <a:tcPr marL="178104" marR="17810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519727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2-D </a:t>
                      </a:r>
                      <a:r>
                        <a:rPr lang="en-US" altLang="zh-TW" sz="1600" i="1" dirty="0" err="1" smtClean="0">
                          <a:solidFill>
                            <a:schemeClr val="tx1"/>
                          </a:solidFill>
                        </a:rPr>
                        <a:t>Swin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Transformer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77.9%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(346/444)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83.2%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(188/226)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72.5%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(158/218)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75.8%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(188/248)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80.6%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(158/196)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0.8101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226926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2-D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ResNeSt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78.4%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(348/444)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77.4%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(175/226)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79.4%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(173/218)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79.6%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(175/220)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77.2%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(157/224)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0.8450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5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46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302627" y="1278864"/>
            <a:ext cx="5717172" cy="4920175"/>
          </a:xfrm>
        </p:spPr>
        <p:txBody>
          <a:bodyPr/>
          <a:lstStyle/>
          <a:p>
            <a:r>
              <a:rPr lang="en-US" altLang="zh-TW" dirty="0"/>
              <a:t>ROC curves of different 3-D models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6190016" y="1278865"/>
            <a:ext cx="5690937" cy="4920174"/>
          </a:xfrm>
        </p:spPr>
        <p:txBody>
          <a:bodyPr/>
          <a:lstStyle/>
          <a:p>
            <a:r>
              <a:rPr lang="en-US" altLang="zh-TW" dirty="0"/>
              <a:t>ROC curves of different 2-D models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Model Comparison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8" name="ROC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7310214"/>
              </p:ext>
            </p:extLst>
          </p:nvPr>
        </p:nvGraphicFramePr>
        <p:xfrm>
          <a:off x="551213" y="1638000"/>
          <a:ext cx="5220000" cy="52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ROC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9225946"/>
              </p:ext>
            </p:extLst>
          </p:nvPr>
        </p:nvGraphicFramePr>
        <p:xfrm>
          <a:off x="6425484" y="1638000"/>
          <a:ext cx="5220000" cy="52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7848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Model Comparison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i="1" dirty="0"/>
              <a:t>p</a:t>
            </a:r>
            <a:r>
              <a:rPr lang="en-US" altLang="zh-TW" dirty="0"/>
              <a:t>-value of between the proposed model and other </a:t>
            </a:r>
            <a:r>
              <a:rPr lang="en-US" altLang="zh-TW" dirty="0" smtClean="0"/>
              <a:t>3-D models </a:t>
            </a:r>
            <a:r>
              <a:rPr lang="en-US" altLang="zh-TW" dirty="0"/>
              <a:t>in all tumors was calculated by </a:t>
            </a:r>
            <a:r>
              <a:rPr lang="en-US" altLang="zh-TW" dirty="0" err="1" smtClean="0"/>
              <a:t>McNemar′s</a:t>
            </a:r>
            <a:r>
              <a:rPr lang="en-US" altLang="zh-TW" dirty="0" smtClean="0"/>
              <a:t> </a:t>
            </a:r>
            <a:r>
              <a:rPr lang="en-US" altLang="zh-TW" dirty="0"/>
              <a:t>Test</a:t>
            </a:r>
            <a:r>
              <a:rPr lang="zh-TW" altLang="en-US" dirty="0"/>
              <a:t> </a:t>
            </a:r>
            <a:r>
              <a:rPr lang="en-US" altLang="zh-TW" dirty="0"/>
              <a:t>and </a:t>
            </a:r>
            <a:r>
              <a:rPr lang="en-US" altLang="zh-TW" dirty="0" smtClean="0"/>
              <a:t>area </a:t>
            </a:r>
            <a:r>
              <a:rPr lang="en-US" altLang="zh-TW" dirty="0"/>
              <a:t>test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836294"/>
              </p:ext>
            </p:extLst>
          </p:nvPr>
        </p:nvGraphicFramePr>
        <p:xfrm>
          <a:off x="1164927" y="2357173"/>
          <a:ext cx="8127999" cy="4343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219794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684131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76630882"/>
                    </a:ext>
                  </a:extLst>
                </a:gridCol>
              </a:tblGrid>
              <a:tr h="4793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 err="1" smtClean="0">
                          <a:latin typeface="+mj-lt"/>
                        </a:rPr>
                        <a:t>McNemar's</a:t>
                      </a:r>
                      <a:r>
                        <a:rPr lang="en-US" altLang="zh-TW" b="1" dirty="0" smtClean="0">
                          <a:latin typeface="+mj-lt"/>
                        </a:rPr>
                        <a:t> test</a:t>
                      </a:r>
                      <a:endParaRPr lang="zh-TW" altLang="en-US" b="1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 smtClean="0">
                          <a:latin typeface="+mj-lt"/>
                        </a:rPr>
                        <a:t>Area</a:t>
                      </a:r>
                      <a:r>
                        <a:rPr lang="en-US" altLang="zh-TW" b="1" baseline="0" dirty="0" smtClean="0">
                          <a:latin typeface="+mj-lt"/>
                        </a:rPr>
                        <a:t> test</a:t>
                      </a:r>
                      <a:endParaRPr lang="zh-TW" altLang="en-US" b="1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6863628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SE-Net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0.0196</a:t>
                      </a:r>
                      <a:r>
                        <a:rPr lang="en-US" altLang="zh-TW" baseline="30000" dirty="0" smtClean="0">
                          <a:latin typeface="+mj-lt"/>
                        </a:rPr>
                        <a:t>*</a:t>
                      </a:r>
                      <a:endParaRPr lang="zh-TW" altLang="en-US" baseline="3000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0.0083</a:t>
                      </a:r>
                      <a:r>
                        <a:rPr lang="en-US" altLang="zh-TW" baseline="30000" dirty="0" smtClean="0">
                          <a:latin typeface="+mj-lt"/>
                        </a:rPr>
                        <a:t>*</a:t>
                      </a:r>
                      <a:endParaRPr lang="zh-TW" altLang="en-US" baseline="3000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716356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Inception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0.0171</a:t>
                      </a:r>
                      <a:r>
                        <a:rPr lang="en-US" altLang="zh-TW" baseline="30000" dirty="0" smtClean="0">
                          <a:latin typeface="+mj-lt"/>
                        </a:rPr>
                        <a:t>*</a:t>
                      </a:r>
                      <a:endParaRPr lang="zh-TW" altLang="en-US" baseline="3000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0.0352</a:t>
                      </a:r>
                      <a:r>
                        <a:rPr lang="en-US" altLang="zh-TW" baseline="30000" dirty="0" smtClean="0">
                          <a:latin typeface="+mj-lt"/>
                        </a:rPr>
                        <a:t>*</a:t>
                      </a:r>
                      <a:endParaRPr lang="zh-TW" altLang="en-US" baseline="3000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9866208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0.0073</a:t>
                      </a:r>
                      <a:r>
                        <a:rPr lang="en-US" altLang="zh-TW" baseline="30000" dirty="0" smtClean="0">
                          <a:latin typeface="+mj-lt"/>
                        </a:rPr>
                        <a:t>*</a:t>
                      </a:r>
                      <a:endParaRPr lang="zh-TW" altLang="en-US" baseline="3000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0.0025</a:t>
                      </a:r>
                      <a:r>
                        <a:rPr lang="en-US" altLang="zh-TW" baseline="30000" dirty="0" smtClean="0">
                          <a:latin typeface="+mj-lt"/>
                        </a:rPr>
                        <a:t>*</a:t>
                      </a:r>
                      <a:endParaRPr lang="zh-TW" altLang="en-US" baseline="3000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6861403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ResNeXt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0.0013</a:t>
                      </a:r>
                      <a:r>
                        <a:rPr lang="en-US" altLang="zh-TW" baseline="30000" dirty="0" smtClean="0">
                          <a:latin typeface="+mj-lt"/>
                        </a:rPr>
                        <a:t>*</a:t>
                      </a:r>
                      <a:endParaRPr lang="zh-TW" altLang="en-US" baseline="3000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0.0026</a:t>
                      </a:r>
                      <a:r>
                        <a:rPr lang="en-US" altLang="zh-TW" baseline="30000" dirty="0" smtClean="0">
                          <a:latin typeface="+mj-lt"/>
                        </a:rPr>
                        <a:t>*</a:t>
                      </a:r>
                      <a:endParaRPr lang="zh-TW" altLang="en-US" baseline="3000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276398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ResNeSt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0.0973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0.6897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7248494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Res-CapsNet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0.0077</a:t>
                      </a:r>
                      <a:r>
                        <a:rPr lang="en-US" altLang="zh-TW" baseline="30000" dirty="0" smtClean="0">
                          <a:latin typeface="+mj-lt"/>
                        </a:rPr>
                        <a:t>*</a:t>
                      </a:r>
                      <a:endParaRPr lang="zh-TW" altLang="en-US" baseline="3000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0.0196</a:t>
                      </a:r>
                      <a:r>
                        <a:rPr lang="en-US" altLang="zh-TW" baseline="30000" dirty="0" smtClean="0">
                          <a:latin typeface="+mj-lt"/>
                        </a:rPr>
                        <a:t>*</a:t>
                      </a:r>
                      <a:endParaRPr lang="zh-TW" altLang="en-US" baseline="3000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912065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 </a:t>
                      </a:r>
                      <a:r>
                        <a:rPr lang="en-US" altLang="zh-TW" sz="1600" i="1" dirty="0" err="1" smtClean="0">
                          <a:solidFill>
                            <a:schemeClr val="tx1"/>
                          </a:solidFill>
                        </a:rPr>
                        <a:t>Swin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Transformer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0.0004</a:t>
                      </a:r>
                      <a:r>
                        <a:rPr lang="en-US" altLang="zh-TW" baseline="30000" dirty="0" smtClean="0">
                          <a:latin typeface="+mj-lt"/>
                        </a:rPr>
                        <a:t>*</a:t>
                      </a:r>
                      <a:endParaRPr lang="zh-TW" altLang="en-US" baseline="3000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 smtClean="0">
                          <a:latin typeface="+mj-lt"/>
                        </a:rPr>
                        <a:t>0.0001</a:t>
                      </a:r>
                      <a:r>
                        <a:rPr lang="en-US" altLang="zh-TW" baseline="30000" dirty="0" smtClean="0">
                          <a:latin typeface="+mj-lt"/>
                        </a:rPr>
                        <a:t>*</a:t>
                      </a:r>
                      <a:endParaRPr lang="zh-TW" altLang="en-US" baseline="3000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068901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9FF2D7E9-D8B6-4C29-8B4A-95E08D7300AF}"/>
              </a:ext>
            </a:extLst>
          </p:cNvPr>
          <p:cNvSpPr txBox="1"/>
          <p:nvPr/>
        </p:nvSpPr>
        <p:spPr>
          <a:xfrm>
            <a:off x="9216726" y="6075144"/>
            <a:ext cx="2899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(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vlaue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 0.05)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0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Model Comparison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Performance of the proposed model and three experienced radiologists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Reader</a:t>
            </a:r>
            <a:r>
              <a:rPr lang="zh-TW" altLang="en-US" dirty="0" smtClean="0"/>
              <a:t> </a:t>
            </a:r>
            <a:r>
              <a:rPr lang="en-US" altLang="zh-TW" dirty="0" smtClean="0"/>
              <a:t>1:</a:t>
            </a:r>
            <a:r>
              <a:rPr lang="zh-TW" altLang="en-US" dirty="0" smtClean="0"/>
              <a:t> </a:t>
            </a:r>
            <a:r>
              <a:rPr lang="en-US" altLang="zh-TW" dirty="0" smtClean="0"/>
              <a:t>2 </a:t>
            </a:r>
            <a:r>
              <a:rPr lang="en-US" altLang="zh-TW" dirty="0"/>
              <a:t>years experience in </a:t>
            </a:r>
            <a:r>
              <a:rPr lang="en-US" altLang="zh-TW" dirty="0" err="1"/>
              <a:t>ABUS</a:t>
            </a:r>
            <a:endParaRPr lang="en-US" altLang="zh-TW" dirty="0"/>
          </a:p>
          <a:p>
            <a:pPr lvl="1"/>
            <a:r>
              <a:rPr lang="en-US" altLang="zh-TW" dirty="0" smtClean="0"/>
              <a:t>Reader</a:t>
            </a:r>
            <a:r>
              <a:rPr lang="zh-TW" altLang="en-US" dirty="0" smtClean="0"/>
              <a:t> </a:t>
            </a:r>
            <a:r>
              <a:rPr lang="en-US" altLang="zh-TW" dirty="0" smtClean="0"/>
              <a:t>2:</a:t>
            </a:r>
            <a:r>
              <a:rPr lang="zh-TW" altLang="en-US" dirty="0" smtClean="0"/>
              <a:t> </a:t>
            </a:r>
            <a:r>
              <a:rPr lang="en-US" altLang="zh-TW" dirty="0" smtClean="0"/>
              <a:t>3 </a:t>
            </a:r>
            <a:r>
              <a:rPr lang="en-US" altLang="zh-TW" dirty="0"/>
              <a:t>years experience in </a:t>
            </a:r>
            <a:r>
              <a:rPr lang="en-US" altLang="zh-TW" dirty="0" err="1"/>
              <a:t>ABUS</a:t>
            </a:r>
            <a:endParaRPr lang="en-US" altLang="zh-TW" dirty="0"/>
          </a:p>
          <a:p>
            <a:pPr lvl="1"/>
            <a:r>
              <a:rPr lang="en-US" altLang="zh-TW" dirty="0" smtClean="0"/>
              <a:t>Reader</a:t>
            </a:r>
            <a:r>
              <a:rPr lang="zh-TW" altLang="en-US" dirty="0" smtClean="0"/>
              <a:t> </a:t>
            </a:r>
            <a:r>
              <a:rPr lang="en-US" altLang="zh-TW" dirty="0" smtClean="0"/>
              <a:t>3:</a:t>
            </a:r>
            <a:r>
              <a:rPr lang="zh-TW" altLang="en-US" dirty="0" smtClean="0"/>
              <a:t> </a:t>
            </a:r>
            <a:r>
              <a:rPr lang="en-US" altLang="zh-TW" dirty="0" smtClean="0"/>
              <a:t>5 </a:t>
            </a:r>
            <a:r>
              <a:rPr lang="en-US" altLang="zh-TW" dirty="0"/>
              <a:t>years experience in </a:t>
            </a:r>
            <a:r>
              <a:rPr lang="en-US" altLang="zh-TW" dirty="0" err="1"/>
              <a:t>ABUS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5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7929201"/>
              </p:ext>
            </p:extLst>
          </p:nvPr>
        </p:nvGraphicFramePr>
        <p:xfrm>
          <a:off x="1872013" y="3476653"/>
          <a:ext cx="8447974" cy="2879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317">
                  <a:extLst>
                    <a:ext uri="{9D8B030D-6E8A-4147-A177-3AD203B41FA5}">
                      <a16:colId xmlns:a16="http://schemas.microsoft.com/office/drawing/2014/main" val="2556575126"/>
                    </a:ext>
                  </a:extLst>
                </a:gridCol>
                <a:gridCol w="1249340">
                  <a:extLst>
                    <a:ext uri="{9D8B030D-6E8A-4147-A177-3AD203B41FA5}">
                      <a16:colId xmlns:a16="http://schemas.microsoft.com/office/drawing/2014/main" val="1215710945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3755985112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1347860789"/>
                    </a:ext>
                  </a:extLst>
                </a:gridCol>
                <a:gridCol w="1181268">
                  <a:extLst>
                    <a:ext uri="{9D8B030D-6E8A-4147-A177-3AD203B41FA5}">
                      <a16:colId xmlns:a16="http://schemas.microsoft.com/office/drawing/2014/main" val="4227909230"/>
                    </a:ext>
                  </a:extLst>
                </a:gridCol>
                <a:gridCol w="1138989">
                  <a:extLst>
                    <a:ext uri="{9D8B030D-6E8A-4147-A177-3AD203B41FA5}">
                      <a16:colId xmlns:a16="http://schemas.microsoft.com/office/drawing/2014/main" val="3664154348"/>
                    </a:ext>
                  </a:extLst>
                </a:gridCol>
              </a:tblGrid>
              <a:tr h="5004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Specificity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PPV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NPV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96593"/>
                  </a:ext>
                </a:extLst>
              </a:tr>
              <a:tr h="5832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Reader 1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82.2%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(365/444)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83.2%</a:t>
                      </a:r>
                      <a:endParaRPr lang="zh-TW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(188/226)</a:t>
                      </a:r>
                      <a:endParaRPr lang="zh-TW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81.2%</a:t>
                      </a:r>
                      <a:endParaRPr lang="zh-TW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(177/218)</a:t>
                      </a:r>
                      <a:endParaRPr lang="zh-TW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82.1%</a:t>
                      </a:r>
                      <a:endParaRPr lang="zh-TW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(188/229)</a:t>
                      </a:r>
                      <a:endParaRPr lang="zh-TW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82.3%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(177/215)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347029"/>
                  </a:ext>
                </a:extLst>
              </a:tr>
              <a:tr h="58837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Reader 2</a:t>
                      </a:r>
                      <a:endParaRPr lang="zh-TW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88.1%</a:t>
                      </a:r>
                      <a:endParaRPr lang="zh-TW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(391/444)</a:t>
                      </a:r>
                      <a:endParaRPr lang="zh-TW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89.8%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(203/226)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86.2%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(188/218)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87.1%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(203/233)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89.1%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(188/211)</a:t>
                      </a:r>
                      <a:endParaRPr lang="zh-TW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671926"/>
                  </a:ext>
                </a:extLst>
              </a:tr>
              <a:tr h="61042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Reader 3</a:t>
                      </a:r>
                      <a:endParaRPr lang="zh-TW"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93.7%</a:t>
                      </a:r>
                      <a:endParaRPr lang="zh-TW" sz="16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(416/444)</a:t>
                      </a:r>
                      <a:endParaRPr lang="zh-TW" sz="16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97.8%</a:t>
                      </a:r>
                      <a:endParaRPr lang="zh-TW" sz="16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(221/226)</a:t>
                      </a:r>
                      <a:endParaRPr lang="zh-TW" sz="16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89.5%</a:t>
                      </a:r>
                      <a:endParaRPr lang="zh-TW" sz="16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(195/218)</a:t>
                      </a:r>
                      <a:endParaRPr lang="zh-TW" sz="16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90.6%</a:t>
                      </a:r>
                      <a:endParaRPr lang="zh-TW" sz="16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(221/244)</a:t>
                      </a:r>
                      <a:endParaRPr lang="zh-TW" sz="16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97.5%</a:t>
                      </a:r>
                      <a:endParaRPr lang="zh-TW" sz="16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(195/200)</a:t>
                      </a:r>
                      <a:endParaRPr lang="zh-TW" sz="16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154843"/>
                  </a:ext>
                </a:extLst>
              </a:tr>
              <a:tr h="5971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Proposed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SWIRL Transformer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89.9 %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(399/444)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92.0 %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(208/226)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87.6 %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(191/218)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88.5 %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(208/235)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91.4 %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(191/209)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18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63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Model Comparison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5" y="1192365"/>
            <a:ext cx="11017250" cy="489809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TW" dirty="0"/>
              <a:t>Performance of different 3-D </a:t>
            </a:r>
            <a:r>
              <a:rPr kumimoji="1" lang="en-US" altLang="zh-TW" dirty="0" smtClean="0"/>
              <a:t>models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in mass tumors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6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9756457"/>
              </p:ext>
            </p:extLst>
          </p:nvPr>
        </p:nvGraphicFramePr>
        <p:xfrm>
          <a:off x="1312361" y="1667328"/>
          <a:ext cx="9567278" cy="5118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317">
                  <a:extLst>
                    <a:ext uri="{9D8B030D-6E8A-4147-A177-3AD203B41FA5}">
                      <a16:colId xmlns:a16="http://schemas.microsoft.com/office/drawing/2014/main" val="2556575126"/>
                    </a:ext>
                  </a:extLst>
                </a:gridCol>
                <a:gridCol w="1249340">
                  <a:extLst>
                    <a:ext uri="{9D8B030D-6E8A-4147-A177-3AD203B41FA5}">
                      <a16:colId xmlns:a16="http://schemas.microsoft.com/office/drawing/2014/main" val="1215710945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3755985112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1347860789"/>
                    </a:ext>
                  </a:extLst>
                </a:gridCol>
                <a:gridCol w="1181268">
                  <a:extLst>
                    <a:ext uri="{9D8B030D-6E8A-4147-A177-3AD203B41FA5}">
                      <a16:colId xmlns:a16="http://schemas.microsoft.com/office/drawing/2014/main" val="4227909230"/>
                    </a:ext>
                  </a:extLst>
                </a:gridCol>
                <a:gridCol w="1138989">
                  <a:extLst>
                    <a:ext uri="{9D8B030D-6E8A-4147-A177-3AD203B41FA5}">
                      <a16:colId xmlns:a16="http://schemas.microsoft.com/office/drawing/2014/main" val="3664154348"/>
                    </a:ext>
                  </a:extLst>
                </a:gridCol>
                <a:gridCol w="1119304">
                  <a:extLst>
                    <a:ext uri="{9D8B030D-6E8A-4147-A177-3AD203B41FA5}">
                      <a16:colId xmlns:a16="http://schemas.microsoft.com/office/drawing/2014/main" val="3132240909"/>
                    </a:ext>
                  </a:extLst>
                </a:gridCol>
              </a:tblGrid>
              <a:tr h="4853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Specificity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PPV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NPV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96593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SE-Net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(353/406)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(176/203)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(177/203)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87.1%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(176/202)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86.8%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(177/204)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0.9191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520041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Inception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(350/406)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83.7%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(170/203)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88.7%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(180/203)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88.1%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(170/193)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84.5%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(180/213)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0.9294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800297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86.5%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(351/406)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88.7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(180/203)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84.2%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(171/203)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84.9%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(180/212)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88.1%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(171/194)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0.9190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851855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ResNeXt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85.2%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(346/406)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(176/203)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83.7%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(170/203)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84.2%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(176/209)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(170/197)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0.9151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756585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ResNeSt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(356/406)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(178/203)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(178/203)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(178/203)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(178/203)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0.9409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347029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Res-CapsNet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85.2%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(346/406)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88.2%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(179/203)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82.3%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(167/203)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83.3%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(179/215)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87.3%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(167/191)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0.9147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700583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 </a:t>
                      </a:r>
                      <a:r>
                        <a:rPr lang="en-US" altLang="zh-TW" sz="1600" i="1" dirty="0" err="1" smtClean="0">
                          <a:solidFill>
                            <a:schemeClr val="tx1"/>
                          </a:solidFill>
                        </a:rPr>
                        <a:t>Swin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Transformer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83.7%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(340/406)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87.2%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(177/203)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(163/203)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81.6%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(177/217)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86.2%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(163/189)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0.8920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154843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i="1" dirty="0" err="1" smtClean="0">
                          <a:solidFill>
                            <a:schemeClr val="tx1"/>
                          </a:solidFill>
                        </a:rPr>
                        <a:t>Propsoed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 SWIRL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Transformer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90.6%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(368/406)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90.1%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(183/203)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91.1%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(185/203)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91.0%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(183/201)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90.2%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(185/205)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0.9457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18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745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Model Comparison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i="1" dirty="0"/>
              <a:t>p</a:t>
            </a:r>
            <a:r>
              <a:rPr lang="en-US" altLang="zh-TW" dirty="0"/>
              <a:t>-value of between the proposed model and other </a:t>
            </a:r>
            <a:r>
              <a:rPr lang="en-US" altLang="zh-TW" dirty="0" smtClean="0"/>
              <a:t>3-D models </a:t>
            </a:r>
            <a:r>
              <a:rPr lang="en-US" altLang="zh-TW" dirty="0"/>
              <a:t>in </a:t>
            </a:r>
            <a:r>
              <a:rPr lang="en-US" altLang="zh-TW" dirty="0" smtClean="0"/>
              <a:t>mass </a:t>
            </a:r>
            <a:r>
              <a:rPr lang="en-US" altLang="zh-TW" dirty="0"/>
              <a:t>tumors was calculated by </a:t>
            </a:r>
            <a:r>
              <a:rPr lang="en-US" altLang="zh-TW" dirty="0" err="1" smtClean="0"/>
              <a:t>McNemar</a:t>
            </a:r>
            <a:r>
              <a:rPr lang="en-US" altLang="zh-TW" dirty="0" err="1"/>
              <a:t>'</a:t>
            </a:r>
            <a:r>
              <a:rPr lang="en-US" altLang="zh-TW" dirty="0" err="1" smtClean="0"/>
              <a:t>s</a:t>
            </a:r>
            <a:r>
              <a:rPr lang="en-US" altLang="zh-TW" dirty="0" smtClean="0"/>
              <a:t> </a:t>
            </a:r>
            <a:r>
              <a:rPr lang="en-US" altLang="zh-TW" dirty="0"/>
              <a:t>Test</a:t>
            </a:r>
            <a:r>
              <a:rPr lang="zh-TW" altLang="en-US" dirty="0"/>
              <a:t> </a:t>
            </a:r>
            <a:r>
              <a:rPr lang="en-US" altLang="zh-TW" dirty="0"/>
              <a:t>and </a:t>
            </a:r>
            <a:r>
              <a:rPr lang="en-US" altLang="zh-TW" dirty="0" smtClean="0"/>
              <a:t>area </a:t>
            </a:r>
            <a:r>
              <a:rPr lang="en-US" altLang="zh-TW" dirty="0"/>
              <a:t>test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873834"/>
              </p:ext>
            </p:extLst>
          </p:nvPr>
        </p:nvGraphicFramePr>
        <p:xfrm>
          <a:off x="1164927" y="2357173"/>
          <a:ext cx="8127999" cy="4343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219794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684131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76630882"/>
                    </a:ext>
                  </a:extLst>
                </a:gridCol>
              </a:tblGrid>
              <a:tr h="4793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 err="1" smtClean="0">
                          <a:latin typeface="+mj-lt"/>
                        </a:rPr>
                        <a:t>McNemar's</a:t>
                      </a:r>
                      <a:r>
                        <a:rPr lang="en-US" altLang="zh-TW" b="1" dirty="0" smtClean="0">
                          <a:latin typeface="+mj-lt"/>
                        </a:rPr>
                        <a:t> test</a:t>
                      </a:r>
                      <a:endParaRPr lang="zh-TW" altLang="en-US" b="1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 smtClean="0">
                          <a:latin typeface="+mj-lt"/>
                        </a:rPr>
                        <a:t>Area</a:t>
                      </a:r>
                      <a:r>
                        <a:rPr lang="en-US" altLang="zh-TW" b="1" baseline="0" dirty="0" smtClean="0">
                          <a:latin typeface="+mj-lt"/>
                        </a:rPr>
                        <a:t> test</a:t>
                      </a:r>
                      <a:endParaRPr lang="zh-TW" altLang="en-US" b="1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6863628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SE-Net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0.0449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0.0046</a:t>
                      </a:r>
                      <a:r>
                        <a:rPr lang="en-US" sz="1800" kern="1200" baseline="30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716356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Inception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0.0251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0.1262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9866208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0.0177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0.0040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6861403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ResNeXt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0.0023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0018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276398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ResNeSt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0.1093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0.6403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7248494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Res-CapsNet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0.0070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0.0105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912065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 </a:t>
                      </a:r>
                      <a:r>
                        <a:rPr lang="en-US" altLang="zh-TW" sz="1600" i="1" dirty="0" err="1" smtClean="0">
                          <a:solidFill>
                            <a:schemeClr val="tx1"/>
                          </a:solidFill>
                        </a:rPr>
                        <a:t>Swin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Transformer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0.0006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0.0001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0689018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9FF2D7E9-D8B6-4C29-8B4A-95E08D7300AF}"/>
              </a:ext>
            </a:extLst>
          </p:cNvPr>
          <p:cNvSpPr txBox="1"/>
          <p:nvPr/>
        </p:nvSpPr>
        <p:spPr>
          <a:xfrm>
            <a:off x="9216726" y="6075144"/>
            <a:ext cx="2899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(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vlaue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 0.05)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42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Model Comparison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5" y="1192365"/>
            <a:ext cx="11017250" cy="489809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en-US" altLang="zh-TW" dirty="0"/>
              <a:t>Performance of different 3-D </a:t>
            </a:r>
            <a:r>
              <a:rPr kumimoji="1" lang="en-US" altLang="zh-TW" dirty="0" smtClean="0"/>
              <a:t>models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in non-mass tumors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7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3555364"/>
              </p:ext>
            </p:extLst>
          </p:nvPr>
        </p:nvGraphicFramePr>
        <p:xfrm>
          <a:off x="1312361" y="1667328"/>
          <a:ext cx="9567278" cy="5118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317">
                  <a:extLst>
                    <a:ext uri="{9D8B030D-6E8A-4147-A177-3AD203B41FA5}">
                      <a16:colId xmlns:a16="http://schemas.microsoft.com/office/drawing/2014/main" val="2556575126"/>
                    </a:ext>
                  </a:extLst>
                </a:gridCol>
                <a:gridCol w="1249340">
                  <a:extLst>
                    <a:ext uri="{9D8B030D-6E8A-4147-A177-3AD203B41FA5}">
                      <a16:colId xmlns:a16="http://schemas.microsoft.com/office/drawing/2014/main" val="1215710945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3755985112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1347860789"/>
                    </a:ext>
                  </a:extLst>
                </a:gridCol>
                <a:gridCol w="1181268">
                  <a:extLst>
                    <a:ext uri="{9D8B030D-6E8A-4147-A177-3AD203B41FA5}">
                      <a16:colId xmlns:a16="http://schemas.microsoft.com/office/drawing/2014/main" val="4227909230"/>
                    </a:ext>
                  </a:extLst>
                </a:gridCol>
                <a:gridCol w="1138989">
                  <a:extLst>
                    <a:ext uri="{9D8B030D-6E8A-4147-A177-3AD203B41FA5}">
                      <a16:colId xmlns:a16="http://schemas.microsoft.com/office/drawing/2014/main" val="3664154348"/>
                    </a:ext>
                  </a:extLst>
                </a:gridCol>
                <a:gridCol w="1119304">
                  <a:extLst>
                    <a:ext uri="{9D8B030D-6E8A-4147-A177-3AD203B41FA5}">
                      <a16:colId xmlns:a16="http://schemas.microsoft.com/office/drawing/2014/main" val="3132240909"/>
                    </a:ext>
                  </a:extLst>
                </a:gridCol>
              </a:tblGrid>
              <a:tr h="4853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Specificity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PPV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NPV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96593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SE-Net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baseline="0" smtClean="0">
                          <a:solidFill>
                            <a:schemeClr val="tx1"/>
                          </a:solidFill>
                        </a:rPr>
                        <a:t>76.3</a:t>
                      </a:r>
                      <a:r>
                        <a:rPr lang="en-US" altLang="zh-TW" sz="1600" smtClean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(29/38)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73.9%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(17/23)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80.0%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(12/15)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85.0%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(17/20)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66.7%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(12/18)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0.8464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520041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Inception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78.9%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(30/38)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73.9%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(17/23)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86.7%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(13/15)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89.5%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(17/19)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68.4%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(13/19)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0.8022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800297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76.3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(29/38)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73.9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(17/23)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80.0%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(12/15)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85.0%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(17/20)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66.7%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(12/18)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0.8681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851855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ResNeXt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78.9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(30/38)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82.6%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(19/23)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73.3%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(11/15)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82.6%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(19/23)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73.3%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(11/15)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0.8484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756585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ResNeSt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baseline="0" dirty="0" smtClean="0">
                          <a:solidFill>
                            <a:srgbClr val="FF0000"/>
                          </a:solidFill>
                        </a:rPr>
                        <a:t>81.6</a:t>
                      </a: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(31/38)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82.6%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(19/23)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80.0%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(12/15)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86.4%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(19/22)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75.0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(12/16)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0.8839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347029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Res-CapsNet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81.6%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(31/38)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78.3%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(18/23)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86.7%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(13/15)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90.0%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(18/20)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72.2%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(13/18)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0.8654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141618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 </a:t>
                      </a:r>
                      <a:r>
                        <a:rPr lang="en-US" altLang="zh-TW" sz="1600" i="1" dirty="0" err="1" smtClean="0">
                          <a:solidFill>
                            <a:schemeClr val="tx1"/>
                          </a:solidFill>
                        </a:rPr>
                        <a:t>Swin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Transformer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78.9%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(30/38)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(18/23)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(12/15)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85.7%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(18/21)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80.0%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(12/15)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0.8098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154843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Proposed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 SWIRL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Transformer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81.6%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(31/38)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87.0%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(20/23)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73.3%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(11/15)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83.3%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(20/24)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78.6%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(11/14)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0.8231</a:t>
                      </a:r>
                    </a:p>
                  </a:txBody>
                  <a:tcPr marL="154673" marR="15467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18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0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Model Comparison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i="1" dirty="0"/>
              <a:t>p</a:t>
            </a:r>
            <a:r>
              <a:rPr lang="en-US" altLang="zh-TW" dirty="0"/>
              <a:t>-value of between the proposed model and other </a:t>
            </a:r>
            <a:r>
              <a:rPr lang="en-US" altLang="zh-TW" dirty="0" smtClean="0"/>
              <a:t>3-D models </a:t>
            </a:r>
            <a:r>
              <a:rPr lang="en-US" altLang="zh-TW" dirty="0"/>
              <a:t>in </a:t>
            </a:r>
            <a:r>
              <a:rPr lang="en-US" altLang="zh-TW" dirty="0" smtClean="0"/>
              <a:t>non-mass </a:t>
            </a:r>
            <a:r>
              <a:rPr lang="en-US" altLang="zh-TW" dirty="0"/>
              <a:t>tumors was calculated by </a:t>
            </a:r>
            <a:r>
              <a:rPr lang="en-US" altLang="zh-TW" dirty="0" err="1" smtClean="0"/>
              <a:t>McNemar</a:t>
            </a:r>
            <a:r>
              <a:rPr lang="en-US" altLang="zh-TW" dirty="0" err="1"/>
              <a:t>'</a:t>
            </a:r>
            <a:r>
              <a:rPr lang="en-US" altLang="zh-TW" dirty="0" err="1" smtClean="0"/>
              <a:t>s</a:t>
            </a:r>
            <a:r>
              <a:rPr lang="en-US" altLang="zh-TW" dirty="0" smtClean="0"/>
              <a:t> </a:t>
            </a:r>
            <a:r>
              <a:rPr lang="en-US" altLang="zh-TW" dirty="0"/>
              <a:t>Test</a:t>
            </a:r>
            <a:r>
              <a:rPr lang="zh-TW" altLang="en-US" dirty="0"/>
              <a:t> </a:t>
            </a:r>
            <a:r>
              <a:rPr lang="en-US" altLang="zh-TW" dirty="0"/>
              <a:t>and </a:t>
            </a:r>
            <a:r>
              <a:rPr lang="en-US" altLang="zh-TW" dirty="0" smtClean="0"/>
              <a:t>area </a:t>
            </a:r>
            <a:r>
              <a:rPr lang="en-US" altLang="zh-TW" dirty="0"/>
              <a:t>test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12085"/>
              </p:ext>
            </p:extLst>
          </p:nvPr>
        </p:nvGraphicFramePr>
        <p:xfrm>
          <a:off x="1164927" y="2357173"/>
          <a:ext cx="8127999" cy="4343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219794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684131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76630882"/>
                    </a:ext>
                  </a:extLst>
                </a:gridCol>
              </a:tblGrid>
              <a:tr h="4793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 err="1" smtClean="0">
                          <a:latin typeface="+mj-lt"/>
                        </a:rPr>
                        <a:t>McNemar's</a:t>
                      </a:r>
                      <a:r>
                        <a:rPr lang="en-US" altLang="zh-TW" b="1" dirty="0" smtClean="0">
                          <a:latin typeface="+mj-lt"/>
                        </a:rPr>
                        <a:t> test</a:t>
                      </a:r>
                      <a:endParaRPr lang="zh-TW" altLang="en-US" b="1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 smtClean="0">
                          <a:latin typeface="+mj-lt"/>
                        </a:rPr>
                        <a:t>Area</a:t>
                      </a:r>
                      <a:r>
                        <a:rPr lang="en-US" altLang="zh-TW" b="1" baseline="0" dirty="0" smtClean="0">
                          <a:latin typeface="+mj-lt"/>
                        </a:rPr>
                        <a:t> test</a:t>
                      </a:r>
                      <a:endParaRPr lang="zh-TW" altLang="en-US" b="1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6863628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SE-Net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0.3711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0.0083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716356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Inception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0.6831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0.0352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9866208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0.3711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0.0025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6861403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ResNeXt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0.6171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0.0026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276398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i="1" baseline="0" dirty="0" err="1" smtClean="0">
                          <a:solidFill>
                            <a:schemeClr val="tx1"/>
                          </a:solidFill>
                        </a:rPr>
                        <a:t>ResNeSt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1.0000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0.6897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7248494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3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Res-CapsNet</a:t>
                      </a:r>
                      <a:endParaRPr lang="zh-TW" altLang="en-US" sz="1600" i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1.0000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0.0196</a:t>
                      </a:r>
                      <a:r>
                        <a:rPr lang="en-US" sz="1800" kern="12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9912065"/>
                  </a:ext>
                </a:extLst>
              </a:tr>
              <a:tr h="522947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altLang="zh-TW" sz="1600" i="1" dirty="0" smtClean="0">
                          <a:solidFill>
                            <a:schemeClr val="tx1"/>
                          </a:solidFill>
                        </a:rPr>
                        <a:t>3-D </a:t>
                      </a:r>
                      <a:r>
                        <a:rPr lang="en-US" altLang="zh-TW" sz="1600" i="1" dirty="0" err="1" smtClean="0">
                          <a:solidFill>
                            <a:schemeClr val="tx1"/>
                          </a:solidFill>
                        </a:rPr>
                        <a:t>Swin</a:t>
                      </a:r>
                      <a:r>
                        <a:rPr lang="en-US" altLang="zh-TW" sz="1600" i="1" baseline="0" dirty="0" smtClean="0">
                          <a:solidFill>
                            <a:schemeClr val="tx1"/>
                          </a:solidFill>
                        </a:rPr>
                        <a:t> Transformer</a:t>
                      </a:r>
                      <a:endParaRPr lang="zh-TW" altLang="en-US" sz="1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0.6831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0.0001</a:t>
                      </a:r>
                      <a:r>
                        <a:rPr lang="en-US" sz="1800" kern="1200" baseline="30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*</a:t>
                      </a:r>
                      <a:endParaRPr lang="zh-TW" sz="1800" kern="100" baseline="30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0689018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9FF2D7E9-D8B6-4C29-8B4A-95E08D7300AF}"/>
              </a:ext>
            </a:extLst>
          </p:cNvPr>
          <p:cNvSpPr txBox="1"/>
          <p:nvPr/>
        </p:nvSpPr>
        <p:spPr>
          <a:xfrm>
            <a:off x="9216726" y="6075144"/>
            <a:ext cx="2899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(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vlaue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 0.05)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042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>
          <a:xfrm>
            <a:off x="302627" y="1278864"/>
            <a:ext cx="5717172" cy="4920175"/>
          </a:xfrm>
        </p:spPr>
        <p:txBody>
          <a:bodyPr/>
          <a:lstStyle/>
          <a:p>
            <a:r>
              <a:rPr lang="en-US" altLang="zh-TW" dirty="0"/>
              <a:t>ROC curves of different 3-D </a:t>
            </a:r>
            <a:r>
              <a:rPr lang="en-US" altLang="zh-TW" dirty="0" smtClean="0"/>
              <a:t>models</a:t>
            </a:r>
            <a:br>
              <a:rPr lang="en-US" altLang="zh-TW" dirty="0" smtClean="0"/>
            </a:br>
            <a:r>
              <a:rPr lang="en-US" altLang="zh-TW" dirty="0" smtClean="0"/>
              <a:t>in mass tumors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6190016" y="1278865"/>
            <a:ext cx="5690937" cy="4920174"/>
          </a:xfrm>
        </p:spPr>
        <p:txBody>
          <a:bodyPr/>
          <a:lstStyle/>
          <a:p>
            <a:r>
              <a:rPr lang="en-US" altLang="zh-TW" dirty="0"/>
              <a:t>ROC curves of different </a:t>
            </a:r>
            <a:r>
              <a:rPr lang="en-US" altLang="zh-TW" dirty="0" smtClean="0"/>
              <a:t>3-D models</a:t>
            </a:r>
            <a:br>
              <a:rPr lang="en-US" altLang="zh-TW" dirty="0" smtClean="0"/>
            </a:br>
            <a:r>
              <a:rPr lang="en-US" altLang="zh-TW" dirty="0" smtClean="0"/>
              <a:t>in non-mass tumors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Results</a:t>
            </a:r>
            <a:r>
              <a:rPr lang="zh-TW" altLang="en-US" dirty="0"/>
              <a:t> </a:t>
            </a:r>
            <a:r>
              <a:rPr lang="en-US" altLang="zh-TW" dirty="0"/>
              <a:t>– Model Comparison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graphicFrame>
        <p:nvGraphicFramePr>
          <p:cNvPr id="9" name="ROC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6096454"/>
              </p:ext>
            </p:extLst>
          </p:nvPr>
        </p:nvGraphicFramePr>
        <p:xfrm>
          <a:off x="734547" y="1638000"/>
          <a:ext cx="5220000" cy="52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ROC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7636020"/>
              </p:ext>
            </p:extLst>
          </p:nvPr>
        </p:nvGraphicFramePr>
        <p:xfrm>
          <a:off x="6435741" y="1663858"/>
          <a:ext cx="5220000" cy="52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7170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Discussion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5" y="1278864"/>
            <a:ext cx="11017250" cy="5442611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3-D tumor classification models better performed than 2-D model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D</a:t>
            </a:r>
            <a:r>
              <a:rPr lang="en-US" altLang="zh-TW" dirty="0" smtClean="0">
                <a:solidFill>
                  <a:srgbClr val="FF0000"/>
                </a:solidFill>
              </a:rPr>
              <a:t>epth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3-D spatial relationship</a:t>
            </a:r>
            <a:r>
              <a:rPr lang="en-US" altLang="zh-TW" dirty="0" smtClean="0"/>
              <a:t>, and </a:t>
            </a:r>
            <a:r>
              <a:rPr lang="en-US" altLang="zh-TW" dirty="0" smtClean="0">
                <a:solidFill>
                  <a:srgbClr val="FF0000"/>
                </a:solidFill>
              </a:rPr>
              <a:t>geometry information</a:t>
            </a:r>
            <a:r>
              <a:rPr lang="en-US" altLang="zh-TW" dirty="0" smtClean="0"/>
              <a:t> provided by 3-D data</a:t>
            </a:r>
          </a:p>
          <a:p>
            <a:r>
              <a:rPr lang="en-US" altLang="zh-TW" dirty="0" smtClean="0"/>
              <a:t>The performance of the proposed model was </a:t>
            </a:r>
            <a:r>
              <a:rPr lang="en-US" altLang="zh-TW" dirty="0" smtClean="0">
                <a:solidFill>
                  <a:srgbClr val="FF0000"/>
                </a:solidFill>
              </a:rPr>
              <a:t>greater than 2 and 3-year experienced physicians</a:t>
            </a:r>
            <a:r>
              <a:rPr lang="en-US" altLang="zh-TW" dirty="0" smtClean="0"/>
              <a:t>, but worse than 5-year readers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proposed model reached the </a:t>
            </a:r>
            <a:r>
              <a:rPr lang="en-US" altLang="zh-TW" dirty="0">
                <a:solidFill>
                  <a:srgbClr val="FF0000"/>
                </a:solidFill>
              </a:rPr>
              <a:t>highest performance in mass tumors</a:t>
            </a:r>
            <a:r>
              <a:rPr lang="en-US" altLang="zh-TW" dirty="0"/>
              <a:t>, however, not the best in non-mass tumors</a:t>
            </a:r>
          </a:p>
          <a:p>
            <a:pPr lvl="1"/>
            <a:r>
              <a:rPr lang="en-US" altLang="zh-TW" dirty="0"/>
              <a:t>Number of non-mass tumors was too small to extract sufficient detailed </a:t>
            </a:r>
            <a:r>
              <a:rPr lang="en-US" altLang="zh-TW" dirty="0" smtClean="0"/>
              <a:t>features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pic>
        <p:nvPicPr>
          <p:cNvPr id="6" name="圖片 5" descr="3_1073_0_malignant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614" y="3510243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 descr="C:\Users\USER\AppData\Local\Microsoft\Windows\INetCache\Content.Word\02375_RAP_benign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775" y="3510243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字方塊 7"/>
          <p:cNvSpPr txBox="1"/>
          <p:nvPr/>
        </p:nvSpPr>
        <p:spPr>
          <a:xfrm>
            <a:off x="2580576" y="4749589"/>
            <a:ext cx="26452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 smtClean="0"/>
              <a:t>malignant mass tumor</a:t>
            </a:r>
            <a:endParaRPr lang="zh-TW" altLang="en-US" sz="20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6019056" y="4764978"/>
            <a:ext cx="2518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/>
              <a:t>benign non-mass tumor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38989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Discussion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7375" y="1278864"/>
            <a:ext cx="11017250" cy="5839112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The proposed 3-D SWIRL Transformer preformed the best in all tumors</a:t>
            </a:r>
          </a:p>
          <a:p>
            <a:pPr lvl="1"/>
            <a:r>
              <a:rPr lang="en-US" altLang="zh-TW" dirty="0" smtClean="0"/>
              <a:t>W-</a:t>
            </a:r>
            <a:r>
              <a:rPr lang="en-US" altLang="zh-TW" dirty="0" err="1" smtClean="0"/>
              <a:t>MSA</a:t>
            </a:r>
            <a:r>
              <a:rPr lang="zh-TW" altLang="en-US" dirty="0" smtClean="0"/>
              <a:t> </a:t>
            </a:r>
            <a:r>
              <a:rPr lang="en-US" altLang="zh-TW" dirty="0" smtClean="0"/>
              <a:t>and SW-</a:t>
            </a:r>
            <a:r>
              <a:rPr lang="en-US" altLang="zh-TW" dirty="0" err="1" smtClean="0"/>
              <a:t>MSA</a:t>
            </a:r>
            <a:endParaRPr lang="en-US" altLang="zh-TW" dirty="0" smtClean="0"/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Efficiently</a:t>
            </a:r>
            <a:r>
              <a:rPr lang="en-US" altLang="zh-TW" dirty="0" smtClean="0"/>
              <a:t> perform </a:t>
            </a:r>
            <a:r>
              <a:rPr lang="en-US" altLang="zh-TW" dirty="0" smtClean="0">
                <a:solidFill>
                  <a:srgbClr val="FF0000"/>
                </a:solidFill>
              </a:rPr>
              <a:t>self-attention</a:t>
            </a:r>
            <a:r>
              <a:rPr lang="en-US" altLang="zh-TW" dirty="0" smtClean="0"/>
              <a:t> and increase </a:t>
            </a:r>
            <a:r>
              <a:rPr lang="en-US" altLang="zh-TW" dirty="0" smtClean="0">
                <a:solidFill>
                  <a:srgbClr val="FF0000"/>
                </a:solidFill>
              </a:rPr>
              <a:t>information exchange</a:t>
            </a:r>
            <a:r>
              <a:rPr lang="en-US" altLang="zh-TW" dirty="0" smtClean="0"/>
              <a:t> between different windows</a:t>
            </a:r>
          </a:p>
          <a:p>
            <a:pPr lvl="1"/>
            <a:r>
              <a:rPr lang="en-US" altLang="zh-TW" dirty="0" smtClean="0"/>
              <a:t>Patch merging</a:t>
            </a:r>
          </a:p>
          <a:p>
            <a:pPr lvl="2"/>
            <a:r>
              <a:rPr lang="en-US" altLang="zh-TW" dirty="0" smtClean="0"/>
              <a:t>Gradually </a:t>
            </a:r>
            <a:r>
              <a:rPr lang="en-US" altLang="zh-TW" dirty="0" smtClean="0">
                <a:solidFill>
                  <a:srgbClr val="FF0000"/>
                </a:solidFill>
              </a:rPr>
              <a:t>enlarge receptive field</a:t>
            </a:r>
            <a:r>
              <a:rPr lang="en-US" altLang="zh-TW" dirty="0" smtClean="0"/>
              <a:t> of neurons to obtain </a:t>
            </a:r>
            <a:r>
              <a:rPr lang="en-US" altLang="zh-TW" dirty="0" smtClean="0">
                <a:solidFill>
                  <a:srgbClr val="FF0000"/>
                </a:solidFill>
              </a:rPr>
              <a:t>multi-scale features</a:t>
            </a:r>
          </a:p>
          <a:p>
            <a:pPr lvl="1"/>
            <a:r>
              <a:rPr lang="en-US" altLang="zh-TW" dirty="0" smtClean="0"/>
              <a:t>IR-switch</a:t>
            </a:r>
          </a:p>
          <a:p>
            <a:pPr lvl="2"/>
            <a:r>
              <a:rPr lang="en-US" altLang="zh-TW" dirty="0"/>
              <a:t>Expand feature dimension for </a:t>
            </a:r>
            <a:r>
              <a:rPr lang="en-US" altLang="zh-TW" dirty="0">
                <a:solidFill>
                  <a:srgbClr val="FF0000"/>
                </a:solidFill>
              </a:rPr>
              <a:t>non-linear transformation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Create more </a:t>
            </a:r>
            <a:r>
              <a:rPr lang="en-US" altLang="zh-TW" dirty="0" smtClean="0">
                <a:solidFill>
                  <a:srgbClr val="FF0000"/>
                </a:solidFill>
              </a:rPr>
              <a:t>inductive bias</a:t>
            </a:r>
            <a:r>
              <a:rPr lang="en-US" altLang="zh-TW" dirty="0" smtClean="0"/>
              <a:t> in the local receptive field</a:t>
            </a:r>
          </a:p>
          <a:p>
            <a:r>
              <a:rPr lang="en-US" altLang="zh-TW" dirty="0" smtClean="0"/>
              <a:t>Limitations </a:t>
            </a:r>
            <a:r>
              <a:rPr lang="en-US" altLang="zh-TW" dirty="0"/>
              <a:t>of the proposed model</a:t>
            </a:r>
          </a:p>
          <a:p>
            <a:pPr lvl="1"/>
            <a:r>
              <a:rPr lang="en-US" altLang="zh-TW" dirty="0"/>
              <a:t>Less robustness to diagnose the non-mass tumors</a:t>
            </a:r>
          </a:p>
          <a:p>
            <a:pPr lvl="1"/>
            <a:r>
              <a:rPr lang="en-US" altLang="zh-TW" dirty="0"/>
              <a:t>Lack of channel attention mechanism</a:t>
            </a:r>
          </a:p>
          <a:p>
            <a:pPr lvl="1"/>
            <a:r>
              <a:rPr lang="en-US" altLang="zh-TW" dirty="0" smtClean="0"/>
              <a:t>Lost of tumor information due to </a:t>
            </a:r>
            <a:r>
              <a:rPr lang="en-US" altLang="zh-TW" dirty="0" err="1" smtClean="0"/>
              <a:t>VOI</a:t>
            </a:r>
            <a:r>
              <a:rPr lang="en-US" altLang="zh-TW" dirty="0" smtClean="0"/>
              <a:t> resizing, such as size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125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0B1F4D6-C9E3-4699-BF83-E9CA1CD3A8D7}"/>
              </a:ext>
            </a:extLst>
          </p:cNvPr>
          <p:cNvSpPr txBox="1"/>
          <p:nvPr/>
        </p:nvSpPr>
        <p:spPr>
          <a:xfrm>
            <a:off x="653657" y="3381875"/>
            <a:ext cx="81551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5400" b="1" dirty="0"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653657" y="4305205"/>
            <a:ext cx="9078093" cy="71252"/>
            <a:chOff x="653657" y="4305205"/>
            <a:chExt cx="9078093" cy="71252"/>
          </a:xfrm>
        </p:grpSpPr>
        <p:grpSp>
          <p:nvGrpSpPr>
            <p:cNvPr id="5" name="群組 4"/>
            <p:cNvGrpSpPr/>
            <p:nvPr/>
          </p:nvGrpSpPr>
          <p:grpSpPr>
            <a:xfrm>
              <a:off x="653657" y="4305205"/>
              <a:ext cx="7776000" cy="71252"/>
              <a:chOff x="653657" y="4305205"/>
              <a:chExt cx="7776000" cy="71252"/>
            </a:xfrm>
          </p:grpSpPr>
          <p:grpSp>
            <p:nvGrpSpPr>
              <p:cNvPr id="7" name="群組 6"/>
              <p:cNvGrpSpPr/>
              <p:nvPr/>
            </p:nvGrpSpPr>
            <p:grpSpPr>
              <a:xfrm rot="16200000">
                <a:off x="3858031" y="1100831"/>
                <a:ext cx="71252" cy="6480000"/>
                <a:chOff x="11875943" y="226681"/>
                <a:chExt cx="71252" cy="6480000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20813A63-855B-9E4A-AF31-DEDB026F31E3}"/>
                    </a:ext>
                  </a:extLst>
                </p:cNvPr>
                <p:cNvSpPr/>
                <p:nvPr/>
              </p:nvSpPr>
              <p:spPr>
                <a:xfrm>
                  <a:off x="11875943" y="226681"/>
                  <a:ext cx="71252" cy="12960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5FB279D-940A-2847-A8B0-EDBB48D05873}"/>
                    </a:ext>
                  </a:extLst>
                </p:cNvPr>
                <p:cNvSpPr/>
                <p:nvPr/>
              </p:nvSpPr>
              <p:spPr>
                <a:xfrm>
                  <a:off x="11875943" y="1522681"/>
                  <a:ext cx="71252" cy="12960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BD5258E5-35E9-E34F-B8F6-7EF7FE040FE8}"/>
                    </a:ext>
                  </a:extLst>
                </p:cNvPr>
                <p:cNvSpPr/>
                <p:nvPr/>
              </p:nvSpPr>
              <p:spPr>
                <a:xfrm>
                  <a:off x="11875943" y="2818681"/>
                  <a:ext cx="71252" cy="12960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E50381EF-1BF1-A94B-A6CB-2E510934001E}"/>
                    </a:ext>
                  </a:extLst>
                </p:cNvPr>
                <p:cNvSpPr/>
                <p:nvPr/>
              </p:nvSpPr>
              <p:spPr>
                <a:xfrm>
                  <a:off x="11875943" y="4114681"/>
                  <a:ext cx="71252" cy="12960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FADABFA4-C424-B44E-8E66-5E5C9EFA1A47}"/>
                    </a:ext>
                  </a:extLst>
                </p:cNvPr>
                <p:cNvSpPr/>
                <p:nvPr/>
              </p:nvSpPr>
              <p:spPr>
                <a:xfrm>
                  <a:off x="11875943" y="5410681"/>
                  <a:ext cx="71252" cy="12960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</p:grp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ADABFA4-C424-B44E-8E66-5E5C9EFA1A47}"/>
                  </a:ext>
                </a:extLst>
              </p:cNvPr>
              <p:cNvSpPr/>
              <p:nvPr/>
            </p:nvSpPr>
            <p:spPr>
              <a:xfrm rot="16200000">
                <a:off x="7746031" y="3692831"/>
                <a:ext cx="71252" cy="1296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ADABFA4-C424-B44E-8E66-5E5C9EFA1A47}"/>
                </a:ext>
              </a:extLst>
            </p:cNvPr>
            <p:cNvSpPr/>
            <p:nvPr/>
          </p:nvSpPr>
          <p:spPr>
            <a:xfrm rot="16200000">
              <a:off x="9048124" y="3692831"/>
              <a:ext cx="71252" cy="12960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320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dirty="0" err="1" smtClean="0"/>
              <a:t>CADx</a:t>
            </a:r>
            <a:r>
              <a:rPr lang="en-US" altLang="zh-TW" dirty="0" smtClean="0"/>
              <a:t> system with a </a:t>
            </a:r>
            <a:r>
              <a:rPr lang="en-US" altLang="zh-TW" dirty="0" smtClean="0">
                <a:solidFill>
                  <a:srgbClr val="FF0000"/>
                </a:solidFill>
              </a:rPr>
              <a:t>3-D U-Net++ tumor segmentation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model </a:t>
            </a:r>
            <a:r>
              <a:rPr lang="en-US" altLang="zh-TW" dirty="0" smtClean="0"/>
              <a:t>and a </a:t>
            </a:r>
            <a:r>
              <a:rPr lang="en-US" altLang="zh-TW" dirty="0" smtClean="0">
                <a:solidFill>
                  <a:srgbClr val="FF0000"/>
                </a:solidFill>
              </a:rPr>
              <a:t>3-D SWIRL Transformer tumor classification model </a:t>
            </a:r>
            <a:r>
              <a:rPr lang="en-US" altLang="zh-TW" dirty="0" smtClean="0"/>
              <a:t>was proposed for breast tumor diagnosis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proposed model attained the </a:t>
            </a:r>
            <a:r>
              <a:rPr lang="en-US" altLang="zh-TW" dirty="0">
                <a:solidFill>
                  <a:srgbClr val="FF0000"/>
                </a:solidFill>
              </a:rPr>
              <a:t>highest</a:t>
            </a:r>
            <a:r>
              <a:rPr lang="en-US" altLang="zh-TW" dirty="0"/>
              <a:t> performance </a:t>
            </a:r>
            <a:r>
              <a:rPr lang="en-US" altLang="zh-TW" dirty="0" smtClean="0"/>
              <a:t>among all the other  models, with </a:t>
            </a:r>
            <a:r>
              <a:rPr lang="en-US" altLang="zh-TW" dirty="0"/>
              <a:t>89.9% accuracy, 89.8% sensitivity, 89.9% specificity, 90.2% </a:t>
            </a:r>
            <a:r>
              <a:rPr lang="en-US" altLang="zh-TW" dirty="0" err="1"/>
              <a:t>PPV</a:t>
            </a:r>
            <a:r>
              <a:rPr lang="en-US" altLang="zh-TW" dirty="0"/>
              <a:t>, 89.5% </a:t>
            </a:r>
            <a:r>
              <a:rPr lang="en-US" altLang="zh-TW" dirty="0" err="1"/>
              <a:t>NPV</a:t>
            </a:r>
            <a:r>
              <a:rPr lang="en-US" altLang="zh-TW" dirty="0"/>
              <a:t>, and 0.9401 </a:t>
            </a:r>
            <a:r>
              <a:rPr lang="en-US" altLang="zh-TW" dirty="0" err="1" smtClean="0"/>
              <a:t>AUC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89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Future 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Collect </a:t>
            </a:r>
            <a:r>
              <a:rPr lang="en-US" altLang="zh-TW" dirty="0" smtClean="0">
                <a:solidFill>
                  <a:srgbClr val="FF0000"/>
                </a:solidFill>
              </a:rPr>
              <a:t>more </a:t>
            </a:r>
            <a:r>
              <a:rPr lang="en-US" altLang="zh-TW" dirty="0" err="1" smtClean="0">
                <a:solidFill>
                  <a:srgbClr val="FF0000"/>
                </a:solidFill>
              </a:rPr>
              <a:t>ABUS</a:t>
            </a:r>
            <a:r>
              <a:rPr lang="en-US" altLang="zh-TW" dirty="0" smtClean="0">
                <a:solidFill>
                  <a:srgbClr val="FF0000"/>
                </a:solidFill>
              </a:rPr>
              <a:t> data</a:t>
            </a:r>
            <a:r>
              <a:rPr lang="en-US" altLang="zh-TW" dirty="0" smtClean="0"/>
              <a:t>, especially the non-mass tumors, or adopt a more proper </a:t>
            </a:r>
            <a:r>
              <a:rPr lang="en-US" altLang="zh-TW" dirty="0" smtClean="0">
                <a:solidFill>
                  <a:srgbClr val="FF0000"/>
                </a:solidFill>
              </a:rPr>
              <a:t>loss function</a:t>
            </a:r>
            <a:r>
              <a:rPr lang="en-US" altLang="zh-TW" dirty="0" smtClean="0"/>
              <a:t> to handle data imbalance.</a:t>
            </a:r>
          </a:p>
          <a:p>
            <a:r>
              <a:rPr lang="en-US" altLang="zh-TW" dirty="0" smtClean="0"/>
              <a:t>Integrate the </a:t>
            </a:r>
            <a:r>
              <a:rPr lang="en-US" altLang="zh-TW" dirty="0" smtClean="0">
                <a:solidFill>
                  <a:srgbClr val="FF0000"/>
                </a:solidFill>
              </a:rPr>
              <a:t>channel attention methods</a:t>
            </a:r>
            <a:r>
              <a:rPr lang="en-US" altLang="zh-TW" dirty="0" smtClean="0"/>
              <a:t> into the proposed model to get more diverse features</a:t>
            </a:r>
          </a:p>
          <a:p>
            <a:r>
              <a:rPr lang="en-US" altLang="zh-TW" dirty="0" smtClean="0"/>
              <a:t>Combine </a:t>
            </a:r>
            <a:r>
              <a:rPr lang="en-US" altLang="zh-TW" dirty="0" smtClean="0">
                <a:solidFill>
                  <a:srgbClr val="FF0000"/>
                </a:solidFill>
              </a:rPr>
              <a:t>more tumor information</a:t>
            </a:r>
            <a:r>
              <a:rPr lang="en-US" altLang="zh-TW" dirty="0" smtClean="0"/>
              <a:t> into model by simple but effective methods, such as gradient boosting machine, for better diagnostic results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9746D-0A27-4D68-8C17-FE2E924D79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/>
                <a:ea typeface="微軟正黑體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081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209800" y="1722867"/>
            <a:ext cx="7772400" cy="2387600"/>
          </a:xfrm>
        </p:spPr>
        <p:txBody>
          <a:bodyPr/>
          <a:lstStyle/>
          <a:p>
            <a:r>
              <a:rPr lang="en-US" altLang="zh-TW" b="1" dirty="0">
                <a:solidFill>
                  <a:schemeClr val="bg2">
                    <a:lumMod val="25000"/>
                  </a:schemeClr>
                </a:solidFill>
              </a:rPr>
              <a:t>Thank you.</a:t>
            </a:r>
            <a:endParaRPr lang="zh-TW" alt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01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宣紙">
      <a:majorFont>
        <a:latin typeface="Times New Roman"/>
        <a:ea typeface="標楷體"/>
        <a:cs typeface=""/>
      </a:majorFont>
      <a:minorFont>
        <a:latin typeface="Times New Roman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宣紙">
      <a:majorFont>
        <a:latin typeface="Times New Roman"/>
        <a:ea typeface="標楷體"/>
        <a:cs typeface=""/>
      </a:majorFont>
      <a:minorFont>
        <a:latin typeface="Times New Roman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10796</TotalTime>
  <Words>3885</Words>
  <Application>Microsoft Office PowerPoint</Application>
  <PresentationFormat>寬螢幕</PresentationFormat>
  <Paragraphs>1281</Paragraphs>
  <Slides>43</Slides>
  <Notes>42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43</vt:i4>
      </vt:variant>
    </vt:vector>
  </HeadingPairs>
  <TitlesOfParts>
    <vt:vector size="59" baseType="lpstr">
      <vt:lpstr>Lato</vt:lpstr>
      <vt:lpstr>微軟正黑體</vt:lpstr>
      <vt:lpstr>新細明體</vt:lpstr>
      <vt:lpstr>標楷體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Wingdings 2</vt:lpstr>
      <vt:lpstr>HDOfficeLightV0</vt:lpstr>
      <vt:lpstr>1_HDOfficeLightV0</vt:lpstr>
      <vt:lpstr>Office 佈景主題</vt:lpstr>
      <vt:lpstr>1_Office 佈景主題</vt:lpstr>
      <vt:lpstr>A 3-D SWIRL Transformer based on Swin and  Inverted Residual Switch for Tumor Diagnosis in  Automated Breast Ultrasound Image  基於移動窗口和反向殘差互換器之 3-D漩渦Transformer於自動乳房超音波腫瘤診斷</vt:lpstr>
      <vt:lpstr>Outline </vt:lpstr>
      <vt:lpstr>PowerPoint 簡報</vt:lpstr>
      <vt:lpstr>Introduction</vt:lpstr>
      <vt:lpstr>Introduction – CADx system</vt:lpstr>
      <vt:lpstr>PowerPoint 簡報</vt:lpstr>
      <vt:lpstr>Materials – 3-D ABUS dataset</vt:lpstr>
      <vt:lpstr>Materials – 3-D ABUS dataset</vt:lpstr>
      <vt:lpstr>PowerPoint 簡報</vt:lpstr>
      <vt:lpstr>Methods – Flowchart</vt:lpstr>
      <vt:lpstr>Methods – Data Preprocessing</vt:lpstr>
      <vt:lpstr>Methods – Tumor Segmentation</vt:lpstr>
      <vt:lpstr>Methods – 3-D U-Net++</vt:lpstr>
      <vt:lpstr>Methods – Tumor Segmentation</vt:lpstr>
      <vt:lpstr>Methods – Tumor Classification</vt:lpstr>
      <vt:lpstr>Methods – Tumor Classification</vt:lpstr>
      <vt:lpstr>Methods – Tumor Classification</vt:lpstr>
      <vt:lpstr>Methods – Tumor Classification</vt:lpstr>
      <vt:lpstr>Methods – Tumor Classification</vt:lpstr>
      <vt:lpstr>Methods – Data Augmentation</vt:lpstr>
      <vt:lpstr>Methods – Model Training</vt:lpstr>
      <vt:lpstr>PowerPoint 簡報</vt:lpstr>
      <vt:lpstr>Experiment Results - Evaluation</vt:lpstr>
      <vt:lpstr>Experiment Results – Ablation Study</vt:lpstr>
      <vt:lpstr>Experiment Results – Ablation Study</vt:lpstr>
      <vt:lpstr>Experiment Results – Ablation Study</vt:lpstr>
      <vt:lpstr>Experiment Results – Model Comparison</vt:lpstr>
      <vt:lpstr>Experiment Results – Model Comparison</vt:lpstr>
      <vt:lpstr>Experiment Results – Model Comparison</vt:lpstr>
      <vt:lpstr>Experiment Results – Model Comparison</vt:lpstr>
      <vt:lpstr>Experiment Results – Model Comparison</vt:lpstr>
      <vt:lpstr>Experiment Results – Model Comparison</vt:lpstr>
      <vt:lpstr>Experiment Results – Model Comparison</vt:lpstr>
      <vt:lpstr>Experiment Results – Model Comparison</vt:lpstr>
      <vt:lpstr>Experiment Results – Model Comparison</vt:lpstr>
      <vt:lpstr>Experiment Results – Model Comparison</vt:lpstr>
      <vt:lpstr>Experiment Results – Model Comparison</vt:lpstr>
      <vt:lpstr>Discussion</vt:lpstr>
      <vt:lpstr>Discussion</vt:lpstr>
      <vt:lpstr>PowerPoint 簡報</vt:lpstr>
      <vt:lpstr>Conclusion</vt:lpstr>
      <vt:lpstr>Future Work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kiara</dc:creator>
  <cp:lastModifiedBy>kiara</cp:lastModifiedBy>
  <cp:revision>986</cp:revision>
  <dcterms:created xsi:type="dcterms:W3CDTF">2021-11-16T06:50:42Z</dcterms:created>
  <dcterms:modified xsi:type="dcterms:W3CDTF">2022-09-05T11:49:02Z</dcterms:modified>
</cp:coreProperties>
</file>